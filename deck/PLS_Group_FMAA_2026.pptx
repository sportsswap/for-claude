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6.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C3A5E"/>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1C3A5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dPt>
            <c:idx val="2"/>
            <c:invertIfNegative val="0"/>
            <c:bubble3D val="0"/>
            <c:spPr>
              <a:solidFill>
                <a:srgbClr val="5F7183"/>
              </a:solidFill>
              <a:effectLst/>
            </c:spPr>
          </c:dPt>
          <c:dPt>
            <c:idx val="3"/>
            <c:invertIfNegative val="0"/>
            <c:bubble3D val="0"/>
            <c:spPr>
              <a:solidFill>
                <a:srgbClr val="5F7183"/>
              </a:solidFill>
              <a:effectLst/>
            </c:spPr>
          </c:dPt>
          <c:dPt>
            <c:idx val="4"/>
            <c:invertIfNegative val="0"/>
            <c:bubble3D val="0"/>
            <c:spPr>
              <a:solidFill>
                <a:srgbClr val="A3282C"/>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0E7C6B"/>
            </a:solidFill>
            <a:ln w="38100" cap="flat">
              <a:solidFill>
                <a:srgbClr val="0E7C6B"/>
              </a:solidFill>
              <a:prstDash val="solid"/>
              <a:round/>
            </a:ln>
            <a:effectLst/>
          </c:spPr>
          <c:invertIfNegative val="0"/>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C3A5E"/>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A3282C"/>
            </a:solidFill>
            <a:ln w="31750" cap="flat">
              <a:solidFill>
                <a:srgbClr val="A328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282C"/>
              </a:solidFill>
              <a:ln w="9525" cap="flat">
                <a:solidFill>
                  <a:srgbClr val="A3282C"/>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0E7C6B"/>
            </a:solidFill>
            <a:ln w="31750" cap="flat">
              <a:solidFill>
                <a:srgbClr val="0E7C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C3A5E"/>
            </a:solidFill>
            <a:ln w="31750" cap="flat">
              <a:solidFill>
                <a:srgbClr val="1C3A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3A5E"/>
              </a:solidFill>
              <a:ln w="9525" cap="flat">
                <a:solidFill>
                  <a:srgbClr val="1C3A5E"/>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A3282C"/>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A3282C"/>
              </a:solidFill>
              <a:effectLst/>
            </c:spPr>
          </c:dPt>
          <c:dPt>
            <c:idx val="1"/>
            <c:invertIfNegative val="0"/>
            <c:bubble3D val="0"/>
            <c:spPr>
              <a:solidFill>
                <a:srgbClr val="A3282C"/>
              </a:solidFill>
              <a:effectLst/>
            </c:spPr>
          </c:dPt>
          <c:dPt>
            <c:idx val="2"/>
            <c:invertIfNegative val="0"/>
            <c:bubble3D val="0"/>
            <c:spPr>
              <a:solidFill>
                <a:srgbClr val="C2610A"/>
              </a:solidFill>
              <a:effectLst/>
            </c:spPr>
          </c:dPt>
          <c:dPt>
            <c:idx val="3"/>
            <c:invertIfNegative val="0"/>
            <c:bubble3D val="0"/>
            <c:spPr>
              <a:solidFill>
                <a:srgbClr val="0E7C6B"/>
              </a:solidFill>
              <a:effectLst/>
            </c:spPr>
          </c:dPt>
          <c:cat>
            <c:multiLvlStrRef>
              <c:f>Sheet1!$A$2:$A$5</c:f>
              <c:multiLvlStrCache>
                <c:ptCount val="4"/>
                <c:lvl>
                  <c:pt idx="0">
                    <c:v>Sep 2024</c:v>
                  </c:pt>
                  <c:pt idx="1">
                    <c:v>Oct 2025</c:v>
                  </c:pt>
                  <c:pt idx="2">
                    <c:v>Late 2025</c:v>
                  </c:pt>
                  <c:pt idx="3">
                    <c:v>26 May 2026</c:v>
                  </c:pt>
                </c:lvl>
              </c:multiLvlStrCache>
            </c:multiLvlStrRef>
          </c:cat>
          <c:val>
            <c:numRef>
              <c:f>Sheet1!$B$2:$B$5</c:f>
              <c:numCache>
                <c:formatCode>General</c:formatCode>
                <c:ptCount val="4"/>
                <c:pt idx="0">
                  <c:v>20</c:v>
                </c:pt>
                <c:pt idx="1">
                  <c:v>19</c:v>
                </c:pt>
                <c:pt idx="2">
                  <c:v>17</c:v>
                </c:pt>
                <c:pt idx="3">
                  <c:v>6.8</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A$6.12</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+11.7%</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Executive summary</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Two thirds of the upside we see is the shared-value position the market has not priced. That is the entire recommendation.</a:t>
            </a:r>
            <a:endParaRPr lang="en-US" sz="1200" dirty="0"/>
          </a:p>
        </p:txBody>
      </p:sp>
      <p:sp>
        <p:nvSpPr>
          <p:cNvPr id="13" name="Shape 11"/>
          <p:cNvSpPr/>
          <p:nvPr/>
        </p:nvSpPr>
        <p:spPr>
          <a:xfrm>
            <a:off x="411480" y="1627632"/>
            <a:ext cx="3639312" cy="1847088"/>
          </a:xfrm>
          <a:prstGeom prst="rect">
            <a:avLst/>
          </a:prstGeom>
          <a:solidFill>
            <a:srgbClr val="F7F9FB"/>
          </a:solidFill>
          <a:ln w="9525">
            <a:solidFill>
              <a:srgbClr val="D3DCE5"/>
            </a:solidFill>
            <a:prstDash val="solid"/>
          </a:ln>
        </p:spPr>
      </p:sp>
      <p:sp>
        <p:nvSpPr>
          <p:cNvPr id="14" name="Text 12"/>
          <p:cNvSpPr txBox="1"/>
          <p:nvPr/>
        </p:nvSpPr>
        <p:spPr>
          <a:xfrm>
            <a:off x="576072"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5" name="Text 13"/>
          <p:cNvSpPr txBox="1"/>
          <p:nvPr/>
        </p:nvSpPr>
        <p:spPr>
          <a:xfrm>
            <a:off x="1033272"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16" name="Text 14"/>
          <p:cNvSpPr txBox="1"/>
          <p:nvPr/>
        </p:nvSpPr>
        <p:spPr>
          <a:xfrm>
            <a:off x="576072"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A$569/t</a:t>
            </a:r>
            <a:endParaRPr lang="en-US" sz="2600" dirty="0"/>
          </a:p>
        </p:txBody>
      </p:sp>
      <p:sp>
        <p:nvSpPr>
          <p:cNvPr id="17" name="Text 15"/>
          <p:cNvSpPr txBox="1"/>
          <p:nvPr/>
        </p:nvSpPr>
        <p:spPr>
          <a:xfrm>
            <a:off x="576072"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18" name="Text 16"/>
          <p:cNvSpPr txBox="1"/>
          <p:nvPr/>
        </p:nvSpPr>
        <p:spPr>
          <a:xfrm>
            <a:off x="576072"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20" dirty="0"/>
          </a:p>
        </p:txBody>
      </p:sp>
      <p:sp>
        <p:nvSpPr>
          <p:cNvPr id="19" name="Shape 17"/>
          <p:cNvSpPr/>
          <p:nvPr/>
        </p:nvSpPr>
        <p:spPr>
          <a:xfrm>
            <a:off x="4215384" y="1627632"/>
            <a:ext cx="3639312" cy="1847088"/>
          </a:xfrm>
          <a:prstGeom prst="rect">
            <a:avLst/>
          </a:prstGeom>
          <a:solidFill>
            <a:srgbClr val="F7F9FB"/>
          </a:solidFill>
          <a:ln w="9525">
            <a:solidFill>
              <a:srgbClr val="D3DCE5"/>
            </a:solidFill>
            <a:prstDash val="solid"/>
          </a:ln>
        </p:spPr>
      </p:sp>
      <p:sp>
        <p:nvSpPr>
          <p:cNvPr id="20" name="Text 18"/>
          <p:cNvSpPr txBox="1"/>
          <p:nvPr/>
        </p:nvSpPr>
        <p:spPr>
          <a:xfrm>
            <a:off x="4379976"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1" name="Text 19"/>
          <p:cNvSpPr txBox="1"/>
          <p:nvPr/>
        </p:nvSpPr>
        <p:spPr>
          <a:xfrm>
            <a:off x="4837176"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2" name="Text 20"/>
          <p:cNvSpPr txBox="1"/>
          <p:nvPr/>
        </p:nvSpPr>
        <p:spPr>
          <a:xfrm>
            <a:off x="4379976"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A$2.29bn</a:t>
            </a:r>
            <a:endParaRPr lang="en-US" sz="2600" dirty="0"/>
          </a:p>
        </p:txBody>
      </p:sp>
      <p:sp>
        <p:nvSpPr>
          <p:cNvPr id="23" name="Text 21"/>
          <p:cNvSpPr txBox="1"/>
          <p:nvPr/>
        </p:nvSpPr>
        <p:spPr>
          <a:xfrm>
            <a:off x="4379976"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4" name="Text 22"/>
          <p:cNvSpPr txBox="1"/>
          <p:nvPr/>
        </p:nvSpPr>
        <p:spPr>
          <a:xfrm>
            <a:off x="4379976"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Net cash of A$1.46bn, an inaugural US$600m bond, and a dividend reinstated at 5cps fully franked.</a:t>
            </a:r>
            <a:endParaRPr lang="en-US" sz="920" dirty="0"/>
          </a:p>
        </p:txBody>
      </p:sp>
      <p:sp>
        <p:nvSpPr>
          <p:cNvPr id="25" name="Shape 23"/>
          <p:cNvSpPr/>
          <p:nvPr/>
        </p:nvSpPr>
        <p:spPr>
          <a:xfrm>
            <a:off x="8019288" y="1627632"/>
            <a:ext cx="3639312" cy="1847088"/>
          </a:xfrm>
          <a:prstGeom prst="rect">
            <a:avLst/>
          </a:prstGeom>
          <a:solidFill>
            <a:srgbClr val="F7F9FB"/>
          </a:solidFill>
          <a:ln w="9525">
            <a:solidFill>
              <a:srgbClr val="D3DCE5"/>
            </a:solidFill>
            <a:prstDash val="solid"/>
          </a:ln>
        </p:spPr>
      </p:sp>
      <p:sp>
        <p:nvSpPr>
          <p:cNvPr id="26" name="Text 24"/>
          <p:cNvSpPr txBox="1"/>
          <p:nvPr/>
        </p:nvSpPr>
        <p:spPr>
          <a:xfrm>
            <a:off x="8183880"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27" name="Text 25"/>
          <p:cNvSpPr txBox="1"/>
          <p:nvPr/>
        </p:nvSpPr>
        <p:spPr>
          <a:xfrm>
            <a:off x="8641080"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28" name="Text 26"/>
          <p:cNvSpPr txBox="1"/>
          <p:nvPr/>
        </p:nvSpPr>
        <p:spPr>
          <a:xfrm>
            <a:off x="8183880"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&gt;2 Mtpa</a:t>
            </a:r>
            <a:endParaRPr lang="en-US" sz="2600" dirty="0"/>
          </a:p>
        </p:txBody>
      </p:sp>
      <p:sp>
        <p:nvSpPr>
          <p:cNvPr id="29" name="Text 27"/>
          <p:cNvSpPr txBox="1"/>
          <p:nvPr/>
        </p:nvSpPr>
        <p:spPr>
          <a:xfrm>
            <a:off x="8183880"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0" name="Text 28"/>
          <p:cNvSpPr txBox="1"/>
          <p:nvPr/>
        </p:nvSpPr>
        <p:spPr>
          <a:xfrm>
            <a:off x="8183880"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20" dirty="0"/>
          </a:p>
        </p:txBody>
      </p:sp>
      <p:sp>
        <p:nvSpPr>
          <p:cNvPr id="31" name="Shape 29"/>
          <p:cNvSpPr/>
          <p:nvPr/>
        </p:nvSpPr>
        <p:spPr>
          <a:xfrm>
            <a:off x="411480" y="3657600"/>
            <a:ext cx="3639312" cy="1847088"/>
          </a:xfrm>
          <a:prstGeom prst="rect">
            <a:avLst/>
          </a:prstGeom>
          <a:solidFill>
            <a:srgbClr val="F7F9FB"/>
          </a:solidFill>
          <a:ln w="9525">
            <a:solidFill>
              <a:srgbClr val="D3DCE5"/>
            </a:solidFill>
            <a:prstDash val="solid"/>
          </a:ln>
        </p:spPr>
      </p:sp>
      <p:sp>
        <p:nvSpPr>
          <p:cNvPr id="32" name="Text 30"/>
          <p:cNvSpPr txBox="1"/>
          <p:nvPr/>
        </p:nvSpPr>
        <p:spPr>
          <a:xfrm>
            <a:off x="576072"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3" name="Text 31"/>
          <p:cNvSpPr txBox="1"/>
          <p:nvPr/>
        </p:nvSpPr>
        <p:spPr>
          <a:xfrm>
            <a:off x="1033272"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4" name="Text 32"/>
          <p:cNvSpPr txBox="1"/>
          <p:nvPr/>
        </p:nvSpPr>
        <p:spPr>
          <a:xfrm>
            <a:off x="576072"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A$0.43</a:t>
            </a:r>
            <a:endParaRPr lang="en-US" sz="2600" dirty="0"/>
          </a:p>
        </p:txBody>
      </p:sp>
      <p:sp>
        <p:nvSpPr>
          <p:cNvPr id="35" name="Text 33"/>
          <p:cNvSpPr txBox="1"/>
          <p:nvPr/>
        </p:nvSpPr>
        <p:spPr>
          <a:xfrm>
            <a:off x="576072"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36" name="Text 34"/>
          <p:cNvSpPr txBox="1"/>
          <p:nvPr/>
        </p:nvSpPr>
        <p:spPr>
          <a:xfrm>
            <a:off x="576072"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Equal to 67% of the A$0.64 of upside. A further A$0.32 sits outside it, unpriced.</a:t>
            </a:r>
            <a:endParaRPr lang="en-US" sz="920" dirty="0"/>
          </a:p>
        </p:txBody>
      </p:sp>
      <p:sp>
        <p:nvSpPr>
          <p:cNvPr id="37" name="Shape 35"/>
          <p:cNvSpPr/>
          <p:nvPr/>
        </p:nvSpPr>
        <p:spPr>
          <a:xfrm>
            <a:off x="4215384" y="3657600"/>
            <a:ext cx="3639312" cy="1847088"/>
          </a:xfrm>
          <a:prstGeom prst="rect">
            <a:avLst/>
          </a:prstGeom>
          <a:solidFill>
            <a:srgbClr val="F7F9FB"/>
          </a:solidFill>
          <a:ln w="9525">
            <a:solidFill>
              <a:srgbClr val="D3DCE5"/>
            </a:solidFill>
            <a:prstDash val="solid"/>
          </a:ln>
        </p:spPr>
      </p:sp>
      <p:sp>
        <p:nvSpPr>
          <p:cNvPr id="38" name="Text 36"/>
          <p:cNvSpPr txBox="1"/>
          <p:nvPr/>
        </p:nvSpPr>
        <p:spPr>
          <a:xfrm>
            <a:off x="4379976"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39" name="Text 37"/>
          <p:cNvSpPr txBox="1"/>
          <p:nvPr/>
        </p:nvSpPr>
        <p:spPr>
          <a:xfrm>
            <a:off x="4837176"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0" name="Text 38"/>
          <p:cNvSpPr txBox="1"/>
          <p:nvPr/>
        </p:nvSpPr>
        <p:spPr>
          <a:xfrm>
            <a:off x="4379976"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A$6.12</a:t>
            </a:r>
            <a:endParaRPr lang="en-US" sz="2600" dirty="0"/>
          </a:p>
        </p:txBody>
      </p:sp>
      <p:sp>
        <p:nvSpPr>
          <p:cNvPr id="41" name="Text 39"/>
          <p:cNvSpPr txBox="1"/>
          <p:nvPr/>
        </p:nvSpPr>
        <p:spPr>
          <a:xfrm>
            <a:off x="4379976"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2" name="Text 40"/>
          <p:cNvSpPr txBox="1"/>
          <p:nvPr/>
        </p:nvSpPr>
        <p:spPr>
          <a:xfrm>
            <a:off x="4379976"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60% base-case DCF at an 8.88% WACC, 40% trading comparables. Bear A$2.26, bull A$8.93.</a:t>
            </a:r>
            <a:endParaRPr lang="en-US" sz="920" dirty="0"/>
          </a:p>
        </p:txBody>
      </p:sp>
      <p:sp>
        <p:nvSpPr>
          <p:cNvPr id="43" name="Shape 41"/>
          <p:cNvSpPr/>
          <p:nvPr/>
        </p:nvSpPr>
        <p:spPr>
          <a:xfrm>
            <a:off x="8019288" y="3657600"/>
            <a:ext cx="3639312" cy="1847088"/>
          </a:xfrm>
          <a:prstGeom prst="rect">
            <a:avLst/>
          </a:prstGeom>
          <a:solidFill>
            <a:srgbClr val="F7F9FB"/>
          </a:solidFill>
          <a:ln w="9525">
            <a:solidFill>
              <a:srgbClr val="D3DCE5"/>
            </a:solidFill>
            <a:prstDash val="solid"/>
          </a:ln>
        </p:spPr>
      </p:sp>
      <p:sp>
        <p:nvSpPr>
          <p:cNvPr id="44" name="Text 42"/>
          <p:cNvSpPr txBox="1"/>
          <p:nvPr/>
        </p:nvSpPr>
        <p:spPr>
          <a:xfrm>
            <a:off x="8183880"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5" name="Text 43"/>
          <p:cNvSpPr txBox="1"/>
          <p:nvPr/>
        </p:nvSpPr>
        <p:spPr>
          <a:xfrm>
            <a:off x="8641080"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46" name="Text 44"/>
          <p:cNvSpPr txBox="1"/>
          <p:nvPr/>
        </p:nvSpPr>
        <p:spPr>
          <a:xfrm>
            <a:off x="8183880"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13.4%</a:t>
            </a:r>
            <a:endParaRPr lang="en-US" sz="2600" dirty="0"/>
          </a:p>
        </p:txBody>
      </p:sp>
      <p:sp>
        <p:nvSpPr>
          <p:cNvPr id="47" name="Text 45"/>
          <p:cNvSpPr txBox="1"/>
          <p:nvPr/>
        </p:nvSpPr>
        <p:spPr>
          <a:xfrm>
            <a:off x="8183880"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48" name="Text 46"/>
          <p:cNvSpPr txBox="1"/>
          <p:nvPr/>
        </p:nvSpPr>
        <p:spPr>
          <a:xfrm>
            <a:off x="8183880"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+11.7% price and a 1.7% yield, against a benchmark that returned 5.90%. Outperformance of 7.5%.</a:t>
            </a:r>
            <a:endParaRPr lang="en-US" sz="92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Why PLS, and not the other five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For four of the six, ESG spend defends an existing cash flow. For PLS the societal need is the demand, and carbon intensity decides market access.</a:t>
            </a:r>
            <a:endParaRPr lang="en-US" sz="1200" dirty="0"/>
          </a:p>
        </p:txBody>
      </p:sp>
      <p:sp>
        <p:nvSpPr>
          <p:cNvPr id="13" name="Shape 11"/>
          <p:cNvSpPr/>
          <p:nvPr/>
        </p:nvSpPr>
        <p:spPr>
          <a:xfrm>
            <a:off x="411480" y="1627632"/>
            <a:ext cx="1691640" cy="292608"/>
          </a:xfrm>
          <a:prstGeom prst="rect">
            <a:avLst/>
          </a:prstGeom>
          <a:solidFill>
            <a:srgbClr val="10233A"/>
          </a:solidFill>
          <a:ln/>
        </p:spPr>
      </p:sp>
      <p:sp>
        <p:nvSpPr>
          <p:cNvPr id="14" name="Text 12"/>
          <p:cNvSpPr txBox="1"/>
          <p:nvPr/>
        </p:nvSpPr>
        <p:spPr>
          <a:xfrm>
            <a:off x="475488" y="1627632"/>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5" name="Shape 13"/>
          <p:cNvSpPr/>
          <p:nvPr/>
        </p:nvSpPr>
        <p:spPr>
          <a:xfrm>
            <a:off x="2103120" y="1627632"/>
            <a:ext cx="2148840" cy="292608"/>
          </a:xfrm>
          <a:prstGeom prst="rect">
            <a:avLst/>
          </a:prstGeom>
          <a:solidFill>
            <a:srgbClr val="10233A"/>
          </a:solidFill>
          <a:ln/>
        </p:spPr>
      </p:sp>
      <p:sp>
        <p:nvSpPr>
          <p:cNvPr id="16" name="Text 14"/>
          <p:cNvSpPr txBox="1"/>
          <p:nvPr/>
        </p:nvSpPr>
        <p:spPr>
          <a:xfrm>
            <a:off x="216712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17" name="Shape 15"/>
          <p:cNvSpPr/>
          <p:nvPr/>
        </p:nvSpPr>
        <p:spPr>
          <a:xfrm>
            <a:off x="4251960" y="1627632"/>
            <a:ext cx="4160520" cy="292608"/>
          </a:xfrm>
          <a:prstGeom prst="rect">
            <a:avLst/>
          </a:prstGeom>
          <a:solidFill>
            <a:srgbClr val="10233A"/>
          </a:solidFill>
          <a:ln/>
        </p:spPr>
      </p:sp>
      <p:sp>
        <p:nvSpPr>
          <p:cNvPr id="18" name="Text 16"/>
          <p:cNvSpPr txBox="1"/>
          <p:nvPr/>
        </p:nvSpPr>
        <p:spPr>
          <a:xfrm>
            <a:off x="431596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19" name="Shape 17"/>
          <p:cNvSpPr/>
          <p:nvPr/>
        </p:nvSpPr>
        <p:spPr>
          <a:xfrm>
            <a:off x="8412480" y="1627632"/>
            <a:ext cx="1600200" cy="292608"/>
          </a:xfrm>
          <a:prstGeom prst="rect">
            <a:avLst/>
          </a:prstGeom>
          <a:solidFill>
            <a:srgbClr val="10233A"/>
          </a:solidFill>
          <a:ln/>
        </p:spPr>
      </p:sp>
      <p:sp>
        <p:nvSpPr>
          <p:cNvPr id="20" name="Text 18"/>
          <p:cNvSpPr txBox="1"/>
          <p:nvPr/>
        </p:nvSpPr>
        <p:spPr>
          <a:xfrm>
            <a:off x="847648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1" name="Shape 19"/>
          <p:cNvSpPr/>
          <p:nvPr/>
        </p:nvSpPr>
        <p:spPr>
          <a:xfrm>
            <a:off x="10012680" y="1627632"/>
            <a:ext cx="1005840" cy="292608"/>
          </a:xfrm>
          <a:prstGeom prst="rect">
            <a:avLst/>
          </a:prstGeom>
          <a:solidFill>
            <a:srgbClr val="10233A"/>
          </a:solidFill>
          <a:ln/>
        </p:spPr>
      </p:sp>
      <p:sp>
        <p:nvSpPr>
          <p:cNvPr id="22" name="Text 20"/>
          <p:cNvSpPr txBox="1"/>
          <p:nvPr/>
        </p:nvSpPr>
        <p:spPr>
          <a:xfrm>
            <a:off x="1007668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3" name="Shape 21"/>
          <p:cNvSpPr/>
          <p:nvPr/>
        </p:nvSpPr>
        <p:spPr>
          <a:xfrm>
            <a:off x="11018520" y="1627632"/>
            <a:ext cx="768096" cy="292608"/>
          </a:xfrm>
          <a:prstGeom prst="rect">
            <a:avLst/>
          </a:prstGeom>
          <a:solidFill>
            <a:srgbClr val="10233A"/>
          </a:solidFill>
          <a:ln/>
        </p:spPr>
      </p:sp>
      <p:sp>
        <p:nvSpPr>
          <p:cNvPr id="24" name="Text 22"/>
          <p:cNvSpPr txBox="1"/>
          <p:nvPr/>
        </p:nvSpPr>
        <p:spPr>
          <a:xfrm>
            <a:off x="11082528" y="1627632"/>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5" name="Shape 23"/>
          <p:cNvSpPr/>
          <p:nvPr/>
        </p:nvSpPr>
        <p:spPr>
          <a:xfrm>
            <a:off x="411480" y="1920240"/>
            <a:ext cx="1691640" cy="475488"/>
          </a:xfrm>
          <a:prstGeom prst="rect">
            <a:avLst/>
          </a:prstGeom>
          <a:solidFill>
            <a:srgbClr val="FFFFFF"/>
          </a:solidFill>
          <a:ln w="6350">
            <a:solidFill>
              <a:srgbClr val="D3DCE5"/>
            </a:solidFill>
            <a:prstDash val="solid"/>
          </a:ln>
        </p:spPr>
      </p:sp>
      <p:sp>
        <p:nvSpPr>
          <p:cNvPr id="26" name="Text 24"/>
          <p:cNvSpPr txBox="1"/>
          <p:nvPr/>
        </p:nvSpPr>
        <p:spPr>
          <a:xfrm>
            <a:off x="475488" y="192024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27" name="Shape 25"/>
          <p:cNvSpPr/>
          <p:nvPr/>
        </p:nvSpPr>
        <p:spPr>
          <a:xfrm>
            <a:off x="2103120" y="1920240"/>
            <a:ext cx="2148840" cy="475488"/>
          </a:xfrm>
          <a:prstGeom prst="rect">
            <a:avLst/>
          </a:prstGeom>
          <a:solidFill>
            <a:srgbClr val="FFFFFF"/>
          </a:solidFill>
          <a:ln w="6350">
            <a:solidFill>
              <a:srgbClr val="D3DCE5"/>
            </a:solidFill>
            <a:prstDash val="solid"/>
          </a:ln>
        </p:spPr>
      </p:sp>
      <p:sp>
        <p:nvSpPr>
          <p:cNvPr id="28" name="Text 26"/>
          <p:cNvSpPr txBox="1"/>
          <p:nvPr/>
        </p:nvSpPr>
        <p:spPr>
          <a:xfrm>
            <a:off x="2167128" y="192024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29" name="Shape 27"/>
          <p:cNvSpPr/>
          <p:nvPr/>
        </p:nvSpPr>
        <p:spPr>
          <a:xfrm>
            <a:off x="4251960" y="1920240"/>
            <a:ext cx="4160520" cy="475488"/>
          </a:xfrm>
          <a:prstGeom prst="rect">
            <a:avLst/>
          </a:prstGeom>
          <a:solidFill>
            <a:srgbClr val="FFFFFF"/>
          </a:solidFill>
          <a:ln w="6350">
            <a:solidFill>
              <a:srgbClr val="D3DCE5"/>
            </a:solidFill>
            <a:prstDash val="solid"/>
          </a:ln>
        </p:spPr>
      </p:sp>
      <p:sp>
        <p:nvSpPr>
          <p:cNvPr id="30" name="Text 28"/>
          <p:cNvSpPr txBox="1"/>
          <p:nvPr/>
        </p:nvSpPr>
        <p:spPr>
          <a:xfrm>
            <a:off x="4315968" y="192024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1" name="Shape 29"/>
          <p:cNvSpPr/>
          <p:nvPr/>
        </p:nvSpPr>
        <p:spPr>
          <a:xfrm>
            <a:off x="8412480" y="1920240"/>
            <a:ext cx="1600200" cy="475488"/>
          </a:xfrm>
          <a:prstGeom prst="rect">
            <a:avLst/>
          </a:prstGeom>
          <a:solidFill>
            <a:srgbClr val="FFFFFF"/>
          </a:solidFill>
          <a:ln w="6350">
            <a:solidFill>
              <a:srgbClr val="D3DCE5"/>
            </a:solidFill>
            <a:prstDash val="solid"/>
          </a:ln>
        </p:spPr>
      </p:sp>
      <p:sp>
        <p:nvSpPr>
          <p:cNvPr id="32" name="Text 30"/>
          <p:cNvSpPr txBox="1"/>
          <p:nvPr/>
        </p:nvSpPr>
        <p:spPr>
          <a:xfrm>
            <a:off x="8476488" y="192024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3" name="Shape 31"/>
          <p:cNvSpPr/>
          <p:nvPr/>
        </p:nvSpPr>
        <p:spPr>
          <a:xfrm>
            <a:off x="10012680" y="1920240"/>
            <a:ext cx="1005840" cy="475488"/>
          </a:xfrm>
          <a:prstGeom prst="rect">
            <a:avLst/>
          </a:prstGeom>
          <a:solidFill>
            <a:srgbClr val="FFFFFF"/>
          </a:solidFill>
          <a:ln w="6350">
            <a:solidFill>
              <a:srgbClr val="D3DCE5"/>
            </a:solidFill>
            <a:prstDash val="solid"/>
          </a:ln>
        </p:spPr>
      </p:sp>
      <p:sp>
        <p:nvSpPr>
          <p:cNvPr id="34" name="Text 32"/>
          <p:cNvSpPr txBox="1"/>
          <p:nvPr/>
        </p:nvSpPr>
        <p:spPr>
          <a:xfrm>
            <a:off x="10076688" y="192024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5" name="Shape 33"/>
          <p:cNvSpPr/>
          <p:nvPr/>
        </p:nvSpPr>
        <p:spPr>
          <a:xfrm>
            <a:off x="11018520" y="1920240"/>
            <a:ext cx="768096" cy="475488"/>
          </a:xfrm>
          <a:prstGeom prst="rect">
            <a:avLst/>
          </a:prstGeom>
          <a:solidFill>
            <a:srgbClr val="FFFFFF"/>
          </a:solidFill>
          <a:ln w="6350">
            <a:solidFill>
              <a:srgbClr val="D3DCE5"/>
            </a:solidFill>
            <a:prstDash val="solid"/>
          </a:ln>
        </p:spPr>
      </p:sp>
      <p:sp>
        <p:nvSpPr>
          <p:cNvPr id="36" name="Text 34"/>
          <p:cNvSpPr txBox="1"/>
          <p:nvPr/>
        </p:nvSpPr>
        <p:spPr>
          <a:xfrm>
            <a:off x="11082528" y="192024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37" name="Shape 35"/>
          <p:cNvSpPr/>
          <p:nvPr/>
        </p:nvSpPr>
        <p:spPr>
          <a:xfrm>
            <a:off x="411480" y="2395728"/>
            <a:ext cx="1691640" cy="475488"/>
          </a:xfrm>
          <a:prstGeom prst="rect">
            <a:avLst/>
          </a:prstGeom>
          <a:solidFill>
            <a:srgbClr val="F7F9FB"/>
          </a:solidFill>
          <a:ln w="6350">
            <a:solidFill>
              <a:srgbClr val="D3DCE5"/>
            </a:solidFill>
            <a:prstDash val="solid"/>
          </a:ln>
        </p:spPr>
      </p:sp>
      <p:sp>
        <p:nvSpPr>
          <p:cNvPr id="38" name="Text 36"/>
          <p:cNvSpPr txBox="1"/>
          <p:nvPr/>
        </p:nvSpPr>
        <p:spPr>
          <a:xfrm>
            <a:off x="475488" y="239572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39" name="Shape 37"/>
          <p:cNvSpPr/>
          <p:nvPr/>
        </p:nvSpPr>
        <p:spPr>
          <a:xfrm>
            <a:off x="2103120" y="2395728"/>
            <a:ext cx="2148840" cy="475488"/>
          </a:xfrm>
          <a:prstGeom prst="rect">
            <a:avLst/>
          </a:prstGeom>
          <a:solidFill>
            <a:srgbClr val="F7F9FB"/>
          </a:solidFill>
          <a:ln w="6350">
            <a:solidFill>
              <a:srgbClr val="D3DCE5"/>
            </a:solidFill>
            <a:prstDash val="solid"/>
          </a:ln>
        </p:spPr>
      </p:sp>
      <p:sp>
        <p:nvSpPr>
          <p:cNvPr id="40" name="Text 38"/>
          <p:cNvSpPr txBox="1"/>
          <p:nvPr/>
        </p:nvSpPr>
        <p:spPr>
          <a:xfrm>
            <a:off x="2167128" y="239572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1" name="Shape 39"/>
          <p:cNvSpPr/>
          <p:nvPr/>
        </p:nvSpPr>
        <p:spPr>
          <a:xfrm>
            <a:off x="4251960" y="2395728"/>
            <a:ext cx="4160520" cy="475488"/>
          </a:xfrm>
          <a:prstGeom prst="rect">
            <a:avLst/>
          </a:prstGeom>
          <a:solidFill>
            <a:srgbClr val="F7F9FB"/>
          </a:solidFill>
          <a:ln w="6350">
            <a:solidFill>
              <a:srgbClr val="D3DCE5"/>
            </a:solidFill>
            <a:prstDash val="solid"/>
          </a:ln>
        </p:spPr>
      </p:sp>
      <p:sp>
        <p:nvSpPr>
          <p:cNvPr id="42" name="Text 40"/>
          <p:cNvSpPr txBox="1"/>
          <p:nvPr/>
        </p:nvSpPr>
        <p:spPr>
          <a:xfrm>
            <a:off x="4315968" y="239572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3" name="Shape 41"/>
          <p:cNvSpPr/>
          <p:nvPr/>
        </p:nvSpPr>
        <p:spPr>
          <a:xfrm>
            <a:off x="8412480" y="2395728"/>
            <a:ext cx="1600200" cy="475488"/>
          </a:xfrm>
          <a:prstGeom prst="rect">
            <a:avLst/>
          </a:prstGeom>
          <a:solidFill>
            <a:srgbClr val="F7F9FB"/>
          </a:solidFill>
          <a:ln w="6350">
            <a:solidFill>
              <a:srgbClr val="D3DCE5"/>
            </a:solidFill>
            <a:prstDash val="solid"/>
          </a:ln>
        </p:spPr>
      </p:sp>
      <p:sp>
        <p:nvSpPr>
          <p:cNvPr id="44" name="Text 42"/>
          <p:cNvSpPr txBox="1"/>
          <p:nvPr/>
        </p:nvSpPr>
        <p:spPr>
          <a:xfrm>
            <a:off x="8476488" y="2395728"/>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5" name="Shape 43"/>
          <p:cNvSpPr/>
          <p:nvPr/>
        </p:nvSpPr>
        <p:spPr>
          <a:xfrm>
            <a:off x="10012680" y="2395728"/>
            <a:ext cx="1005840" cy="475488"/>
          </a:xfrm>
          <a:prstGeom prst="rect">
            <a:avLst/>
          </a:prstGeom>
          <a:solidFill>
            <a:srgbClr val="F7F9FB"/>
          </a:solidFill>
          <a:ln w="6350">
            <a:solidFill>
              <a:srgbClr val="D3DCE5"/>
            </a:solidFill>
            <a:prstDash val="solid"/>
          </a:ln>
        </p:spPr>
      </p:sp>
      <p:sp>
        <p:nvSpPr>
          <p:cNvPr id="46" name="Text 44"/>
          <p:cNvSpPr txBox="1"/>
          <p:nvPr/>
        </p:nvSpPr>
        <p:spPr>
          <a:xfrm>
            <a:off x="10076688" y="239572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47" name="Shape 45"/>
          <p:cNvSpPr/>
          <p:nvPr/>
        </p:nvSpPr>
        <p:spPr>
          <a:xfrm>
            <a:off x="11018520" y="2395728"/>
            <a:ext cx="768096" cy="475488"/>
          </a:xfrm>
          <a:prstGeom prst="rect">
            <a:avLst/>
          </a:prstGeom>
          <a:solidFill>
            <a:srgbClr val="F7F9FB"/>
          </a:solidFill>
          <a:ln w="6350">
            <a:solidFill>
              <a:srgbClr val="D3DCE5"/>
            </a:solidFill>
            <a:prstDash val="solid"/>
          </a:ln>
        </p:spPr>
      </p:sp>
      <p:sp>
        <p:nvSpPr>
          <p:cNvPr id="48" name="Text 46"/>
          <p:cNvSpPr txBox="1"/>
          <p:nvPr/>
        </p:nvSpPr>
        <p:spPr>
          <a:xfrm>
            <a:off x="11082528" y="239572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49" name="Shape 47"/>
          <p:cNvSpPr/>
          <p:nvPr/>
        </p:nvSpPr>
        <p:spPr>
          <a:xfrm>
            <a:off x="411480" y="2871216"/>
            <a:ext cx="1691640" cy="475488"/>
          </a:xfrm>
          <a:prstGeom prst="rect">
            <a:avLst/>
          </a:prstGeom>
          <a:solidFill>
            <a:srgbClr val="FFFFFF"/>
          </a:solidFill>
          <a:ln w="6350">
            <a:solidFill>
              <a:srgbClr val="D3DCE5"/>
            </a:solidFill>
            <a:prstDash val="solid"/>
          </a:ln>
        </p:spPr>
      </p:sp>
      <p:sp>
        <p:nvSpPr>
          <p:cNvPr id="50" name="Text 48"/>
          <p:cNvSpPr txBox="1"/>
          <p:nvPr/>
        </p:nvSpPr>
        <p:spPr>
          <a:xfrm>
            <a:off x="475488" y="287121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1" name="Shape 49"/>
          <p:cNvSpPr/>
          <p:nvPr/>
        </p:nvSpPr>
        <p:spPr>
          <a:xfrm>
            <a:off x="2103120" y="2871216"/>
            <a:ext cx="2148840" cy="475488"/>
          </a:xfrm>
          <a:prstGeom prst="rect">
            <a:avLst/>
          </a:prstGeom>
          <a:solidFill>
            <a:srgbClr val="FFFFFF"/>
          </a:solidFill>
          <a:ln w="6350">
            <a:solidFill>
              <a:srgbClr val="D3DCE5"/>
            </a:solidFill>
            <a:prstDash val="solid"/>
          </a:ln>
        </p:spPr>
      </p:sp>
      <p:sp>
        <p:nvSpPr>
          <p:cNvPr id="52" name="Text 50"/>
          <p:cNvSpPr txBox="1"/>
          <p:nvPr/>
        </p:nvSpPr>
        <p:spPr>
          <a:xfrm>
            <a:off x="2167128" y="287121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3" name="Shape 51"/>
          <p:cNvSpPr/>
          <p:nvPr/>
        </p:nvSpPr>
        <p:spPr>
          <a:xfrm>
            <a:off x="4251960" y="2871216"/>
            <a:ext cx="4160520" cy="475488"/>
          </a:xfrm>
          <a:prstGeom prst="rect">
            <a:avLst/>
          </a:prstGeom>
          <a:solidFill>
            <a:srgbClr val="FFFFFF"/>
          </a:solidFill>
          <a:ln w="6350">
            <a:solidFill>
              <a:srgbClr val="D3DCE5"/>
            </a:solidFill>
            <a:prstDash val="solid"/>
          </a:ln>
        </p:spPr>
      </p:sp>
      <p:sp>
        <p:nvSpPr>
          <p:cNvPr id="54" name="Text 52"/>
          <p:cNvSpPr txBox="1"/>
          <p:nvPr/>
        </p:nvSpPr>
        <p:spPr>
          <a:xfrm>
            <a:off x="4315968" y="287121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5" name="Shape 53"/>
          <p:cNvSpPr/>
          <p:nvPr/>
        </p:nvSpPr>
        <p:spPr>
          <a:xfrm>
            <a:off x="8412480" y="2871216"/>
            <a:ext cx="1600200" cy="475488"/>
          </a:xfrm>
          <a:prstGeom prst="rect">
            <a:avLst/>
          </a:prstGeom>
          <a:solidFill>
            <a:srgbClr val="FFFFFF"/>
          </a:solidFill>
          <a:ln w="6350">
            <a:solidFill>
              <a:srgbClr val="D3DCE5"/>
            </a:solidFill>
            <a:prstDash val="solid"/>
          </a:ln>
        </p:spPr>
      </p:sp>
      <p:sp>
        <p:nvSpPr>
          <p:cNvPr id="56" name="Text 54"/>
          <p:cNvSpPr txBox="1"/>
          <p:nvPr/>
        </p:nvSpPr>
        <p:spPr>
          <a:xfrm>
            <a:off x="8476488" y="287121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57" name="Shape 55"/>
          <p:cNvSpPr/>
          <p:nvPr/>
        </p:nvSpPr>
        <p:spPr>
          <a:xfrm>
            <a:off x="10012680" y="2871216"/>
            <a:ext cx="1005840" cy="475488"/>
          </a:xfrm>
          <a:prstGeom prst="rect">
            <a:avLst/>
          </a:prstGeom>
          <a:solidFill>
            <a:srgbClr val="FFFFFF"/>
          </a:solidFill>
          <a:ln w="6350">
            <a:solidFill>
              <a:srgbClr val="D3DCE5"/>
            </a:solidFill>
            <a:prstDash val="solid"/>
          </a:ln>
        </p:spPr>
      </p:sp>
      <p:sp>
        <p:nvSpPr>
          <p:cNvPr id="58" name="Text 56"/>
          <p:cNvSpPr txBox="1"/>
          <p:nvPr/>
        </p:nvSpPr>
        <p:spPr>
          <a:xfrm>
            <a:off x="10076688" y="287121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59" name="Shape 57"/>
          <p:cNvSpPr/>
          <p:nvPr/>
        </p:nvSpPr>
        <p:spPr>
          <a:xfrm>
            <a:off x="11018520" y="2871216"/>
            <a:ext cx="768096" cy="475488"/>
          </a:xfrm>
          <a:prstGeom prst="rect">
            <a:avLst/>
          </a:prstGeom>
          <a:solidFill>
            <a:srgbClr val="FFFFFF"/>
          </a:solidFill>
          <a:ln w="6350">
            <a:solidFill>
              <a:srgbClr val="D3DCE5"/>
            </a:solidFill>
            <a:prstDash val="solid"/>
          </a:ln>
        </p:spPr>
      </p:sp>
      <p:sp>
        <p:nvSpPr>
          <p:cNvPr id="60" name="Text 58"/>
          <p:cNvSpPr txBox="1"/>
          <p:nvPr/>
        </p:nvSpPr>
        <p:spPr>
          <a:xfrm>
            <a:off x="11082528" y="287121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1" name="Shape 59"/>
          <p:cNvSpPr/>
          <p:nvPr/>
        </p:nvSpPr>
        <p:spPr>
          <a:xfrm>
            <a:off x="411480" y="3346704"/>
            <a:ext cx="1691640" cy="475488"/>
          </a:xfrm>
          <a:prstGeom prst="rect">
            <a:avLst/>
          </a:prstGeom>
          <a:solidFill>
            <a:srgbClr val="F7F9FB"/>
          </a:solidFill>
          <a:ln w="6350">
            <a:solidFill>
              <a:srgbClr val="D3DCE5"/>
            </a:solidFill>
            <a:prstDash val="solid"/>
          </a:ln>
        </p:spPr>
      </p:sp>
      <p:sp>
        <p:nvSpPr>
          <p:cNvPr id="62" name="Text 60"/>
          <p:cNvSpPr txBox="1"/>
          <p:nvPr/>
        </p:nvSpPr>
        <p:spPr>
          <a:xfrm>
            <a:off x="475488" y="334670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3" name="Shape 61"/>
          <p:cNvSpPr/>
          <p:nvPr/>
        </p:nvSpPr>
        <p:spPr>
          <a:xfrm>
            <a:off x="2103120" y="3346704"/>
            <a:ext cx="2148840" cy="475488"/>
          </a:xfrm>
          <a:prstGeom prst="rect">
            <a:avLst/>
          </a:prstGeom>
          <a:solidFill>
            <a:srgbClr val="F7F9FB"/>
          </a:solidFill>
          <a:ln w="6350">
            <a:solidFill>
              <a:srgbClr val="D3DCE5"/>
            </a:solidFill>
            <a:prstDash val="solid"/>
          </a:ln>
        </p:spPr>
      </p:sp>
      <p:sp>
        <p:nvSpPr>
          <p:cNvPr id="64" name="Text 62"/>
          <p:cNvSpPr txBox="1"/>
          <p:nvPr/>
        </p:nvSpPr>
        <p:spPr>
          <a:xfrm>
            <a:off x="2167128" y="334670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5" name="Shape 63"/>
          <p:cNvSpPr/>
          <p:nvPr/>
        </p:nvSpPr>
        <p:spPr>
          <a:xfrm>
            <a:off x="4251960" y="3346704"/>
            <a:ext cx="4160520" cy="475488"/>
          </a:xfrm>
          <a:prstGeom prst="rect">
            <a:avLst/>
          </a:prstGeom>
          <a:solidFill>
            <a:srgbClr val="F7F9FB"/>
          </a:solidFill>
          <a:ln w="6350">
            <a:solidFill>
              <a:srgbClr val="D3DCE5"/>
            </a:solidFill>
            <a:prstDash val="solid"/>
          </a:ln>
        </p:spPr>
      </p:sp>
      <p:sp>
        <p:nvSpPr>
          <p:cNvPr id="66" name="Text 64"/>
          <p:cNvSpPr txBox="1"/>
          <p:nvPr/>
        </p:nvSpPr>
        <p:spPr>
          <a:xfrm>
            <a:off x="4315968" y="334670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Real transition-metal exposure, but ESG is still a cost of operating.</a:t>
            </a:r>
            <a:endParaRPr lang="en-US" sz="880" dirty="0"/>
          </a:p>
        </p:txBody>
      </p:sp>
      <p:sp>
        <p:nvSpPr>
          <p:cNvPr id="67" name="Shape 65"/>
          <p:cNvSpPr/>
          <p:nvPr/>
        </p:nvSpPr>
        <p:spPr>
          <a:xfrm>
            <a:off x="8412480" y="3346704"/>
            <a:ext cx="1600200" cy="475488"/>
          </a:xfrm>
          <a:prstGeom prst="rect">
            <a:avLst/>
          </a:prstGeom>
          <a:solidFill>
            <a:srgbClr val="F7F9FB"/>
          </a:solidFill>
          <a:ln w="6350">
            <a:solidFill>
              <a:srgbClr val="D3DCE5"/>
            </a:solidFill>
            <a:prstDash val="solid"/>
          </a:ln>
        </p:spPr>
      </p:sp>
      <p:sp>
        <p:nvSpPr>
          <p:cNvPr id="68" name="Text 66"/>
          <p:cNvSpPr txBox="1"/>
          <p:nvPr/>
        </p:nvSpPr>
        <p:spPr>
          <a:xfrm>
            <a:off x="8476488" y="334670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69" name="Shape 67"/>
          <p:cNvSpPr/>
          <p:nvPr/>
        </p:nvSpPr>
        <p:spPr>
          <a:xfrm>
            <a:off x="10012680" y="3346704"/>
            <a:ext cx="1005840" cy="475488"/>
          </a:xfrm>
          <a:prstGeom prst="rect">
            <a:avLst/>
          </a:prstGeom>
          <a:solidFill>
            <a:srgbClr val="F7F9FB"/>
          </a:solidFill>
          <a:ln w="6350">
            <a:solidFill>
              <a:srgbClr val="D3DCE5"/>
            </a:solidFill>
            <a:prstDash val="solid"/>
          </a:ln>
        </p:spPr>
      </p:sp>
      <p:sp>
        <p:nvSpPr>
          <p:cNvPr id="70" name="Text 68"/>
          <p:cNvSpPr txBox="1"/>
          <p:nvPr/>
        </p:nvSpPr>
        <p:spPr>
          <a:xfrm>
            <a:off x="10076688" y="334670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1" name="Shape 69"/>
          <p:cNvSpPr/>
          <p:nvPr/>
        </p:nvSpPr>
        <p:spPr>
          <a:xfrm>
            <a:off x="11018520" y="3346704"/>
            <a:ext cx="768096" cy="475488"/>
          </a:xfrm>
          <a:prstGeom prst="rect">
            <a:avLst/>
          </a:prstGeom>
          <a:solidFill>
            <a:srgbClr val="F7F9FB"/>
          </a:solidFill>
          <a:ln w="6350">
            <a:solidFill>
              <a:srgbClr val="D3DCE5"/>
            </a:solidFill>
            <a:prstDash val="solid"/>
          </a:ln>
        </p:spPr>
      </p:sp>
      <p:sp>
        <p:nvSpPr>
          <p:cNvPr id="72" name="Text 70"/>
          <p:cNvSpPr txBox="1"/>
          <p:nvPr/>
        </p:nvSpPr>
        <p:spPr>
          <a:xfrm>
            <a:off x="11082528" y="334670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3" name="Shape 71"/>
          <p:cNvSpPr/>
          <p:nvPr/>
        </p:nvSpPr>
        <p:spPr>
          <a:xfrm>
            <a:off x="411480" y="3822192"/>
            <a:ext cx="1691640" cy="475488"/>
          </a:xfrm>
          <a:prstGeom prst="rect">
            <a:avLst/>
          </a:prstGeom>
          <a:solidFill>
            <a:srgbClr val="FFFFFF"/>
          </a:solidFill>
          <a:ln w="6350">
            <a:solidFill>
              <a:srgbClr val="D3DCE5"/>
            </a:solidFill>
            <a:prstDash val="solid"/>
          </a:ln>
        </p:spPr>
      </p:sp>
      <p:sp>
        <p:nvSpPr>
          <p:cNvPr id="74" name="Text 72"/>
          <p:cNvSpPr txBox="1"/>
          <p:nvPr/>
        </p:nvSpPr>
        <p:spPr>
          <a:xfrm>
            <a:off x="475488" y="382219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5" name="Shape 73"/>
          <p:cNvSpPr/>
          <p:nvPr/>
        </p:nvSpPr>
        <p:spPr>
          <a:xfrm>
            <a:off x="2103120" y="3822192"/>
            <a:ext cx="2148840" cy="475488"/>
          </a:xfrm>
          <a:prstGeom prst="rect">
            <a:avLst/>
          </a:prstGeom>
          <a:solidFill>
            <a:srgbClr val="FFFFFF"/>
          </a:solidFill>
          <a:ln w="6350">
            <a:solidFill>
              <a:srgbClr val="D3DCE5"/>
            </a:solidFill>
            <a:prstDash val="solid"/>
          </a:ln>
        </p:spPr>
      </p:sp>
      <p:sp>
        <p:nvSpPr>
          <p:cNvPr id="76" name="Text 74"/>
          <p:cNvSpPr txBox="1"/>
          <p:nvPr/>
        </p:nvSpPr>
        <p:spPr>
          <a:xfrm>
            <a:off x="2167128" y="382219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77" name="Shape 75"/>
          <p:cNvSpPr/>
          <p:nvPr/>
        </p:nvSpPr>
        <p:spPr>
          <a:xfrm>
            <a:off x="4251960" y="3822192"/>
            <a:ext cx="4160520" cy="475488"/>
          </a:xfrm>
          <a:prstGeom prst="rect">
            <a:avLst/>
          </a:prstGeom>
          <a:solidFill>
            <a:srgbClr val="FFFFFF"/>
          </a:solidFill>
          <a:ln w="6350">
            <a:solidFill>
              <a:srgbClr val="D3DCE5"/>
            </a:solidFill>
            <a:prstDash val="solid"/>
          </a:ln>
        </p:spPr>
      </p:sp>
      <p:sp>
        <p:nvSpPr>
          <p:cNvPr id="78" name="Text 76"/>
          <p:cNvSpPr txBox="1"/>
          <p:nvPr/>
        </p:nvSpPr>
        <p:spPr>
          <a:xfrm>
            <a:off x="4315968" y="382219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79" name="Shape 77"/>
          <p:cNvSpPr/>
          <p:nvPr/>
        </p:nvSpPr>
        <p:spPr>
          <a:xfrm>
            <a:off x="8412480" y="3822192"/>
            <a:ext cx="1600200" cy="475488"/>
          </a:xfrm>
          <a:prstGeom prst="rect">
            <a:avLst/>
          </a:prstGeom>
          <a:solidFill>
            <a:srgbClr val="FFFFFF"/>
          </a:solidFill>
          <a:ln w="6350">
            <a:solidFill>
              <a:srgbClr val="D3DCE5"/>
            </a:solidFill>
            <a:prstDash val="solid"/>
          </a:ln>
        </p:spPr>
      </p:sp>
      <p:sp>
        <p:nvSpPr>
          <p:cNvPr id="80" name="Text 78"/>
          <p:cNvSpPr txBox="1"/>
          <p:nvPr/>
        </p:nvSpPr>
        <p:spPr>
          <a:xfrm>
            <a:off x="8476488" y="3822192"/>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1" name="Shape 79"/>
          <p:cNvSpPr/>
          <p:nvPr/>
        </p:nvSpPr>
        <p:spPr>
          <a:xfrm>
            <a:off x="10012680" y="3822192"/>
            <a:ext cx="1005840" cy="475488"/>
          </a:xfrm>
          <a:prstGeom prst="rect">
            <a:avLst/>
          </a:prstGeom>
          <a:solidFill>
            <a:srgbClr val="FFFFFF"/>
          </a:solidFill>
          <a:ln w="6350">
            <a:solidFill>
              <a:srgbClr val="D3DCE5"/>
            </a:solidFill>
            <a:prstDash val="solid"/>
          </a:ln>
        </p:spPr>
      </p:sp>
      <p:sp>
        <p:nvSpPr>
          <p:cNvPr id="82" name="Text 80"/>
          <p:cNvSpPr txBox="1"/>
          <p:nvPr/>
        </p:nvSpPr>
        <p:spPr>
          <a:xfrm>
            <a:off x="10076688" y="382219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3" name="Shape 81"/>
          <p:cNvSpPr/>
          <p:nvPr/>
        </p:nvSpPr>
        <p:spPr>
          <a:xfrm>
            <a:off x="11018520" y="3822192"/>
            <a:ext cx="768096" cy="475488"/>
          </a:xfrm>
          <a:prstGeom prst="rect">
            <a:avLst/>
          </a:prstGeom>
          <a:solidFill>
            <a:srgbClr val="FFFFFF"/>
          </a:solidFill>
          <a:ln w="6350">
            <a:solidFill>
              <a:srgbClr val="D3DCE5"/>
            </a:solidFill>
            <a:prstDash val="solid"/>
          </a:ln>
        </p:spPr>
      </p:sp>
      <p:sp>
        <p:nvSpPr>
          <p:cNvPr id="84" name="Text 82"/>
          <p:cNvSpPr txBox="1"/>
          <p:nvPr/>
        </p:nvSpPr>
        <p:spPr>
          <a:xfrm>
            <a:off x="11082528" y="382219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5" name="Shape 83"/>
          <p:cNvSpPr/>
          <p:nvPr/>
        </p:nvSpPr>
        <p:spPr>
          <a:xfrm>
            <a:off x="411480" y="4297680"/>
            <a:ext cx="1691640" cy="475488"/>
          </a:xfrm>
          <a:prstGeom prst="rect">
            <a:avLst/>
          </a:prstGeom>
          <a:solidFill>
            <a:srgbClr val="D6EBE7"/>
          </a:solidFill>
          <a:ln w="6350">
            <a:solidFill>
              <a:srgbClr val="D3DCE5"/>
            </a:solidFill>
            <a:prstDash val="solid"/>
          </a:ln>
        </p:spPr>
      </p:sp>
      <p:sp>
        <p:nvSpPr>
          <p:cNvPr id="86" name="Text 84"/>
          <p:cNvSpPr txBox="1"/>
          <p:nvPr/>
        </p:nvSpPr>
        <p:spPr>
          <a:xfrm>
            <a:off x="475488" y="4297680"/>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87" name="Shape 85"/>
          <p:cNvSpPr/>
          <p:nvPr/>
        </p:nvSpPr>
        <p:spPr>
          <a:xfrm>
            <a:off x="2103120" y="4297680"/>
            <a:ext cx="2148840" cy="475488"/>
          </a:xfrm>
          <a:prstGeom prst="rect">
            <a:avLst/>
          </a:prstGeom>
          <a:solidFill>
            <a:srgbClr val="D6EBE7"/>
          </a:solidFill>
          <a:ln w="6350">
            <a:solidFill>
              <a:srgbClr val="D3DCE5"/>
            </a:solidFill>
            <a:prstDash val="solid"/>
          </a:ln>
        </p:spPr>
      </p:sp>
      <p:sp>
        <p:nvSpPr>
          <p:cNvPr id="88" name="Text 86"/>
          <p:cNvSpPr txBox="1"/>
          <p:nvPr/>
        </p:nvSpPr>
        <p:spPr>
          <a:xfrm>
            <a:off x="2167128" y="4297680"/>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89" name="Shape 87"/>
          <p:cNvSpPr/>
          <p:nvPr/>
        </p:nvSpPr>
        <p:spPr>
          <a:xfrm>
            <a:off x="4251960" y="4297680"/>
            <a:ext cx="4160520" cy="475488"/>
          </a:xfrm>
          <a:prstGeom prst="rect">
            <a:avLst/>
          </a:prstGeom>
          <a:solidFill>
            <a:srgbClr val="D6EBE7"/>
          </a:solidFill>
          <a:ln w="6350">
            <a:solidFill>
              <a:srgbClr val="D3DCE5"/>
            </a:solidFill>
            <a:prstDash val="solid"/>
          </a:ln>
        </p:spPr>
      </p:sp>
      <p:sp>
        <p:nvSpPr>
          <p:cNvPr id="90" name="Text 88"/>
          <p:cNvSpPr txBox="1"/>
          <p:nvPr/>
        </p:nvSpPr>
        <p:spPr>
          <a:xfrm>
            <a:off x="4315968" y="4297680"/>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1" name="Shape 89"/>
          <p:cNvSpPr/>
          <p:nvPr/>
        </p:nvSpPr>
        <p:spPr>
          <a:xfrm>
            <a:off x="8412480" y="4297680"/>
            <a:ext cx="1600200" cy="475488"/>
          </a:xfrm>
          <a:prstGeom prst="rect">
            <a:avLst/>
          </a:prstGeom>
          <a:solidFill>
            <a:srgbClr val="D6EBE7"/>
          </a:solidFill>
          <a:ln w="6350">
            <a:solidFill>
              <a:srgbClr val="D3DCE5"/>
            </a:solidFill>
            <a:prstDash val="solid"/>
          </a:ln>
        </p:spPr>
      </p:sp>
      <p:sp>
        <p:nvSpPr>
          <p:cNvPr id="92" name="Text 90"/>
          <p:cNvSpPr txBox="1"/>
          <p:nvPr/>
        </p:nvSpPr>
        <p:spPr>
          <a:xfrm>
            <a:off x="8476488" y="4297680"/>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3" name="Shape 91"/>
          <p:cNvSpPr/>
          <p:nvPr/>
        </p:nvSpPr>
        <p:spPr>
          <a:xfrm>
            <a:off x="10012680" y="4297680"/>
            <a:ext cx="1005840" cy="475488"/>
          </a:xfrm>
          <a:prstGeom prst="rect">
            <a:avLst/>
          </a:prstGeom>
          <a:solidFill>
            <a:srgbClr val="D6EBE7"/>
          </a:solidFill>
          <a:ln w="6350">
            <a:solidFill>
              <a:srgbClr val="D3DCE5"/>
            </a:solidFill>
            <a:prstDash val="solid"/>
          </a:ln>
        </p:spPr>
      </p:sp>
      <p:sp>
        <p:nvSpPr>
          <p:cNvPr id="94" name="Text 92"/>
          <p:cNvSpPr txBox="1"/>
          <p:nvPr/>
        </p:nvSpPr>
        <p:spPr>
          <a:xfrm>
            <a:off x="10076688" y="4297680"/>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5" name="Shape 93"/>
          <p:cNvSpPr/>
          <p:nvPr/>
        </p:nvSpPr>
        <p:spPr>
          <a:xfrm>
            <a:off x="11018520" y="4297680"/>
            <a:ext cx="768096" cy="475488"/>
          </a:xfrm>
          <a:prstGeom prst="rect">
            <a:avLst/>
          </a:prstGeom>
          <a:solidFill>
            <a:srgbClr val="D6EBE7"/>
          </a:solidFill>
          <a:ln w="6350">
            <a:solidFill>
              <a:srgbClr val="D3DCE5"/>
            </a:solidFill>
            <a:prstDash val="solid"/>
          </a:ln>
        </p:spPr>
      </p:sp>
      <p:sp>
        <p:nvSpPr>
          <p:cNvPr id="96" name="Text 94"/>
          <p:cNvSpPr txBox="1"/>
          <p:nvPr/>
        </p:nvSpPr>
        <p:spPr>
          <a:xfrm>
            <a:off x="11082528" y="4297680"/>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97" name="Shape 95"/>
          <p:cNvSpPr/>
          <p:nvPr/>
        </p:nvSpPr>
        <p:spPr>
          <a:xfrm>
            <a:off x="411480" y="4736592"/>
            <a:ext cx="5577840" cy="1463040"/>
          </a:xfrm>
          <a:prstGeom prst="rect">
            <a:avLst/>
          </a:prstGeom>
          <a:solidFill>
            <a:srgbClr val="F7F9FB"/>
          </a:solidFill>
          <a:ln w="9525">
            <a:solidFill>
              <a:srgbClr val="D3DCE5"/>
            </a:solidFill>
            <a:prstDash val="solid"/>
          </a:ln>
        </p:spPr>
      </p:sp>
      <p:sp>
        <p:nvSpPr>
          <p:cNvPr id="98" name="Text 96"/>
          <p:cNvSpPr txBox="1"/>
          <p:nvPr/>
        </p:nvSpPr>
        <p:spPr>
          <a:xfrm>
            <a:off x="576072" y="486460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actually asks for</a:t>
            </a:r>
            <a:endParaRPr lang="en-US" sz="1150" dirty="0"/>
          </a:p>
        </p:txBody>
      </p:sp>
      <p:sp>
        <p:nvSpPr>
          <p:cNvPr id="99" name="Text 97"/>
          <p:cNvSpPr txBox="1"/>
          <p:nvPr/>
        </p:nvSpPr>
        <p:spPr>
          <a:xfrm>
            <a:off x="576072" y="5193792"/>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0" name="Shape 98"/>
          <p:cNvSpPr/>
          <p:nvPr/>
        </p:nvSpPr>
        <p:spPr>
          <a:xfrm>
            <a:off x="6172200" y="4736592"/>
            <a:ext cx="5614416" cy="1463040"/>
          </a:xfrm>
          <a:prstGeom prst="rect">
            <a:avLst/>
          </a:prstGeom>
          <a:solidFill>
            <a:srgbClr val="FBEBD9"/>
          </a:solidFill>
          <a:ln w="9525">
            <a:solidFill>
              <a:srgbClr val="E8C9A3"/>
            </a:solidFill>
            <a:prstDash val="solid"/>
          </a:ln>
        </p:spPr>
      </p:sp>
      <p:sp>
        <p:nvSpPr>
          <p:cNvPr id="101" name="Text 99"/>
          <p:cNvSpPr txBox="1"/>
          <p:nvPr/>
        </p:nvSpPr>
        <p:spPr>
          <a:xfrm>
            <a:off x="6336792" y="4864608"/>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caveat</a:t>
            </a:r>
            <a:endParaRPr lang="en-US" sz="1150" dirty="0"/>
          </a:p>
        </p:txBody>
      </p:sp>
      <p:sp>
        <p:nvSpPr>
          <p:cNvPr id="102" name="Text 100"/>
          <p:cNvSpPr txBox="1"/>
          <p:nvPr/>
        </p:nvSpPr>
        <p:spPr>
          <a:xfrm>
            <a:off x="6336792" y="5193792"/>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3" name="Text 10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50" dirty="0"/>
          </a:p>
        </p:txBody>
      </p:sp>
      <p:sp>
        <p:nvSpPr>
          <p:cNvPr id="104" name="Text 10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PLS came out of the downturn stronger than it went in</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Record volumes, a 59% margin, A$2.29bn of cash and a reinstated dividend - achieved while the lithium price was still recovering.</a:t>
            </a:r>
            <a:endParaRPr lang="en-US" sz="1200" dirty="0"/>
          </a:p>
        </p:txBody>
      </p:sp>
      <p:sp>
        <p:nvSpPr>
          <p:cNvPr id="13" name="Text 11"/>
          <p:cNvSpPr txBox="1"/>
          <p:nvPr/>
        </p:nvSpPr>
        <p:spPr>
          <a:xfrm>
            <a:off x="41148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4" name="Text 12"/>
          <p:cNvSpPr txBox="1"/>
          <p:nvPr/>
        </p:nvSpPr>
        <p:spPr>
          <a:xfrm>
            <a:off x="41148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5" name="Text 13"/>
          <p:cNvSpPr txBox="1"/>
          <p:nvPr/>
        </p:nvSpPr>
        <p:spPr>
          <a:xfrm>
            <a:off x="41148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16" name="Text 14"/>
          <p:cNvSpPr txBox="1"/>
          <p:nvPr/>
        </p:nvSpPr>
        <p:spPr>
          <a:xfrm>
            <a:off x="329184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17" name="Text 15"/>
          <p:cNvSpPr txBox="1"/>
          <p:nvPr/>
        </p:nvSpPr>
        <p:spPr>
          <a:xfrm>
            <a:off x="329184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18" name="Text 16"/>
          <p:cNvSpPr txBox="1"/>
          <p:nvPr/>
        </p:nvSpPr>
        <p:spPr>
          <a:xfrm>
            <a:off x="329184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19" name="Text 17"/>
          <p:cNvSpPr txBox="1"/>
          <p:nvPr/>
        </p:nvSpPr>
        <p:spPr>
          <a:xfrm>
            <a:off x="617220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0" name="Text 18"/>
          <p:cNvSpPr txBox="1"/>
          <p:nvPr/>
        </p:nvSpPr>
        <p:spPr>
          <a:xfrm>
            <a:off x="617220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1" name="Text 19"/>
          <p:cNvSpPr txBox="1"/>
          <p:nvPr/>
        </p:nvSpPr>
        <p:spPr>
          <a:xfrm>
            <a:off x="617220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2" name="Text 20"/>
          <p:cNvSpPr txBox="1"/>
          <p:nvPr/>
        </p:nvSpPr>
        <p:spPr>
          <a:xfrm>
            <a:off x="905256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3" name="Text 21"/>
          <p:cNvSpPr txBox="1"/>
          <p:nvPr/>
        </p:nvSpPr>
        <p:spPr>
          <a:xfrm>
            <a:off x="905256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4" name="Text 22"/>
          <p:cNvSpPr txBox="1"/>
          <p:nvPr/>
        </p:nvSpPr>
        <p:spPr>
          <a:xfrm>
            <a:off x="905256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5" name="Chart 0" descr=""/>
          <p:cNvGraphicFramePr/>
          <p:nvPr/>
        </p:nvGraphicFramePr>
        <p:xfrm>
          <a:off x="411480" y="2816352"/>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6153912" y="2816352"/>
            <a:ext cx="5632704" cy="1225296"/>
          </a:xfrm>
          <a:prstGeom prst="rect">
            <a:avLst/>
          </a:prstGeom>
          <a:solidFill>
            <a:srgbClr val="D6EBE7"/>
          </a:solidFill>
          <a:ln w="9525">
            <a:solidFill>
              <a:srgbClr val="AFD3CC"/>
            </a:solidFill>
            <a:prstDash val="solid"/>
          </a:ln>
        </p:spPr>
      </p:sp>
      <p:sp>
        <p:nvSpPr>
          <p:cNvPr id="27" name="Text 24"/>
          <p:cNvSpPr txBox="1"/>
          <p:nvPr/>
        </p:nvSpPr>
        <p:spPr>
          <a:xfrm>
            <a:off x="6318504" y="2944368"/>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28" name="Text 25"/>
          <p:cNvSpPr txBox="1"/>
          <p:nvPr/>
        </p:nvSpPr>
        <p:spPr>
          <a:xfrm>
            <a:off x="6336792" y="3383280"/>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920" dirty="0"/>
          </a:p>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920" dirty="0"/>
          </a:p>
        </p:txBody>
      </p:sp>
      <p:sp>
        <p:nvSpPr>
          <p:cNvPr id="29" name="Shape 26"/>
          <p:cNvSpPr/>
          <p:nvPr/>
        </p:nvSpPr>
        <p:spPr>
          <a:xfrm>
            <a:off x="6153912" y="4206240"/>
            <a:ext cx="1481328" cy="292608"/>
          </a:xfrm>
          <a:prstGeom prst="rect">
            <a:avLst/>
          </a:prstGeom>
          <a:solidFill>
            <a:srgbClr val="10233A"/>
          </a:solidFill>
          <a:ln/>
        </p:spPr>
      </p:sp>
      <p:sp>
        <p:nvSpPr>
          <p:cNvPr id="30" name="Text 27"/>
          <p:cNvSpPr txBox="1"/>
          <p:nvPr/>
        </p:nvSpPr>
        <p:spPr>
          <a:xfrm>
            <a:off x="6217920" y="4206240"/>
            <a:ext cx="1353312" cy="292608"/>
          </a:xfrm>
          <a:prstGeom prst="rect">
            <a:avLst/>
          </a:prstGeom>
          <a:noFill/>
          <a:ln/>
        </p:spPr>
        <p:txBody>
          <a:bodyPr wrap="square" lIns="0" tIns="0" rIns="0" bIns="0" rtlCol="0" anchor="ctr"/>
          <a:lstStyle/>
          <a:p>
            <a:pPr algn="l" indent="0" marL="0">
              <a:buNone/>
            </a:pPr>
            <a:endParaRPr lang="en-US" sz="840" dirty="0"/>
          </a:p>
        </p:txBody>
      </p:sp>
      <p:sp>
        <p:nvSpPr>
          <p:cNvPr id="31" name="Shape 28"/>
          <p:cNvSpPr/>
          <p:nvPr/>
        </p:nvSpPr>
        <p:spPr>
          <a:xfrm>
            <a:off x="7635240" y="4206240"/>
            <a:ext cx="1097280" cy="292608"/>
          </a:xfrm>
          <a:prstGeom prst="rect">
            <a:avLst/>
          </a:prstGeom>
          <a:solidFill>
            <a:srgbClr val="10233A"/>
          </a:solidFill>
          <a:ln/>
        </p:spPr>
      </p:sp>
      <p:sp>
        <p:nvSpPr>
          <p:cNvPr id="32" name="Text 29"/>
          <p:cNvSpPr txBox="1"/>
          <p:nvPr/>
        </p:nvSpPr>
        <p:spPr>
          <a:xfrm>
            <a:off x="7699248" y="4206240"/>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3" name="Shape 30"/>
          <p:cNvSpPr/>
          <p:nvPr/>
        </p:nvSpPr>
        <p:spPr>
          <a:xfrm>
            <a:off x="8732520" y="4206240"/>
            <a:ext cx="1444752" cy="292608"/>
          </a:xfrm>
          <a:prstGeom prst="rect">
            <a:avLst/>
          </a:prstGeom>
          <a:solidFill>
            <a:srgbClr val="10233A"/>
          </a:solidFill>
          <a:ln/>
        </p:spPr>
      </p:sp>
      <p:sp>
        <p:nvSpPr>
          <p:cNvPr id="34" name="Text 31"/>
          <p:cNvSpPr txBox="1"/>
          <p:nvPr/>
        </p:nvSpPr>
        <p:spPr>
          <a:xfrm>
            <a:off x="8796528" y="4206240"/>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5" name="Shape 32"/>
          <p:cNvSpPr/>
          <p:nvPr/>
        </p:nvSpPr>
        <p:spPr>
          <a:xfrm>
            <a:off x="10177272" y="4206240"/>
            <a:ext cx="1609344" cy="292608"/>
          </a:xfrm>
          <a:prstGeom prst="rect">
            <a:avLst/>
          </a:prstGeom>
          <a:solidFill>
            <a:srgbClr val="10233A"/>
          </a:solidFill>
          <a:ln/>
        </p:spPr>
      </p:sp>
      <p:sp>
        <p:nvSpPr>
          <p:cNvPr id="36" name="Text 33"/>
          <p:cNvSpPr txBox="1"/>
          <p:nvPr/>
        </p:nvSpPr>
        <p:spPr>
          <a:xfrm>
            <a:off x="10241280" y="4206240"/>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37" name="Shape 34"/>
          <p:cNvSpPr/>
          <p:nvPr/>
        </p:nvSpPr>
        <p:spPr>
          <a:xfrm>
            <a:off x="6153912" y="4498848"/>
            <a:ext cx="1481328" cy="384048"/>
          </a:xfrm>
          <a:prstGeom prst="rect">
            <a:avLst/>
          </a:prstGeom>
          <a:solidFill>
            <a:srgbClr val="FFFFFF"/>
          </a:solidFill>
          <a:ln w="6350">
            <a:solidFill>
              <a:srgbClr val="D3DCE5"/>
            </a:solidFill>
            <a:prstDash val="solid"/>
          </a:ln>
        </p:spPr>
      </p:sp>
      <p:sp>
        <p:nvSpPr>
          <p:cNvPr id="38" name="Text 35"/>
          <p:cNvSpPr txBox="1"/>
          <p:nvPr/>
        </p:nvSpPr>
        <p:spPr>
          <a:xfrm>
            <a:off x="6217920" y="4498848"/>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39" name="Shape 36"/>
          <p:cNvSpPr/>
          <p:nvPr/>
        </p:nvSpPr>
        <p:spPr>
          <a:xfrm>
            <a:off x="7635240" y="4498848"/>
            <a:ext cx="1097280" cy="384048"/>
          </a:xfrm>
          <a:prstGeom prst="rect">
            <a:avLst/>
          </a:prstGeom>
          <a:solidFill>
            <a:srgbClr val="FFFFFF"/>
          </a:solidFill>
          <a:ln w="6350">
            <a:solidFill>
              <a:srgbClr val="D3DCE5"/>
            </a:solidFill>
            <a:prstDash val="solid"/>
          </a:ln>
        </p:spPr>
      </p:sp>
      <p:sp>
        <p:nvSpPr>
          <p:cNvPr id="40" name="Text 37"/>
          <p:cNvSpPr txBox="1"/>
          <p:nvPr/>
        </p:nvSpPr>
        <p:spPr>
          <a:xfrm>
            <a:off x="7699248" y="4498848"/>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1" name="Shape 38"/>
          <p:cNvSpPr/>
          <p:nvPr/>
        </p:nvSpPr>
        <p:spPr>
          <a:xfrm>
            <a:off x="8732520" y="4498848"/>
            <a:ext cx="1444752" cy="384048"/>
          </a:xfrm>
          <a:prstGeom prst="rect">
            <a:avLst/>
          </a:prstGeom>
          <a:solidFill>
            <a:srgbClr val="FFFFFF"/>
          </a:solidFill>
          <a:ln w="6350">
            <a:solidFill>
              <a:srgbClr val="D3DCE5"/>
            </a:solidFill>
            <a:prstDash val="solid"/>
          </a:ln>
        </p:spPr>
      </p:sp>
      <p:sp>
        <p:nvSpPr>
          <p:cNvPr id="42" name="Text 39"/>
          <p:cNvSpPr txBox="1"/>
          <p:nvPr/>
        </p:nvSpPr>
        <p:spPr>
          <a:xfrm>
            <a:off x="8796528" y="4498848"/>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3" name="Shape 40"/>
          <p:cNvSpPr/>
          <p:nvPr/>
        </p:nvSpPr>
        <p:spPr>
          <a:xfrm>
            <a:off x="10177272" y="4498848"/>
            <a:ext cx="1609344" cy="384048"/>
          </a:xfrm>
          <a:prstGeom prst="rect">
            <a:avLst/>
          </a:prstGeom>
          <a:solidFill>
            <a:srgbClr val="FFFFFF"/>
          </a:solidFill>
          <a:ln w="6350">
            <a:solidFill>
              <a:srgbClr val="D3DCE5"/>
            </a:solidFill>
            <a:prstDash val="solid"/>
          </a:ln>
        </p:spPr>
      </p:sp>
      <p:sp>
        <p:nvSpPr>
          <p:cNvPr id="44" name="Text 41"/>
          <p:cNvSpPr txBox="1"/>
          <p:nvPr/>
        </p:nvSpPr>
        <p:spPr>
          <a:xfrm>
            <a:off x="10241280" y="4498848"/>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5" name="Shape 42"/>
          <p:cNvSpPr/>
          <p:nvPr/>
        </p:nvSpPr>
        <p:spPr>
          <a:xfrm>
            <a:off x="6153912" y="4882896"/>
            <a:ext cx="1481328" cy="384048"/>
          </a:xfrm>
          <a:prstGeom prst="rect">
            <a:avLst/>
          </a:prstGeom>
          <a:solidFill>
            <a:srgbClr val="F7F9FB"/>
          </a:solidFill>
          <a:ln w="6350">
            <a:solidFill>
              <a:srgbClr val="D3DCE5"/>
            </a:solidFill>
            <a:prstDash val="solid"/>
          </a:ln>
        </p:spPr>
      </p:sp>
      <p:sp>
        <p:nvSpPr>
          <p:cNvPr id="46" name="Text 43"/>
          <p:cNvSpPr txBox="1"/>
          <p:nvPr/>
        </p:nvSpPr>
        <p:spPr>
          <a:xfrm>
            <a:off x="6217920" y="4882896"/>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47" name="Shape 44"/>
          <p:cNvSpPr/>
          <p:nvPr/>
        </p:nvSpPr>
        <p:spPr>
          <a:xfrm>
            <a:off x="7635240" y="4882896"/>
            <a:ext cx="1097280" cy="384048"/>
          </a:xfrm>
          <a:prstGeom prst="rect">
            <a:avLst/>
          </a:prstGeom>
          <a:solidFill>
            <a:srgbClr val="F7F9FB"/>
          </a:solidFill>
          <a:ln w="6350">
            <a:solidFill>
              <a:srgbClr val="D3DCE5"/>
            </a:solidFill>
            <a:prstDash val="solid"/>
          </a:ln>
        </p:spPr>
      </p:sp>
      <p:sp>
        <p:nvSpPr>
          <p:cNvPr id="48" name="Text 45"/>
          <p:cNvSpPr txBox="1"/>
          <p:nvPr/>
        </p:nvSpPr>
        <p:spPr>
          <a:xfrm>
            <a:off x="7699248" y="4882896"/>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49" name="Shape 46"/>
          <p:cNvSpPr/>
          <p:nvPr/>
        </p:nvSpPr>
        <p:spPr>
          <a:xfrm>
            <a:off x="8732520" y="4882896"/>
            <a:ext cx="1444752" cy="384048"/>
          </a:xfrm>
          <a:prstGeom prst="rect">
            <a:avLst/>
          </a:prstGeom>
          <a:solidFill>
            <a:srgbClr val="F7F9FB"/>
          </a:solidFill>
          <a:ln w="6350">
            <a:solidFill>
              <a:srgbClr val="D3DCE5"/>
            </a:solidFill>
            <a:prstDash val="solid"/>
          </a:ln>
        </p:spPr>
      </p:sp>
      <p:sp>
        <p:nvSpPr>
          <p:cNvPr id="50" name="Text 47"/>
          <p:cNvSpPr txBox="1"/>
          <p:nvPr/>
        </p:nvSpPr>
        <p:spPr>
          <a:xfrm>
            <a:off x="8796528" y="4882896"/>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1" name="Shape 48"/>
          <p:cNvSpPr/>
          <p:nvPr/>
        </p:nvSpPr>
        <p:spPr>
          <a:xfrm>
            <a:off x="10177272" y="4882896"/>
            <a:ext cx="1609344" cy="384048"/>
          </a:xfrm>
          <a:prstGeom prst="rect">
            <a:avLst/>
          </a:prstGeom>
          <a:solidFill>
            <a:srgbClr val="F7F9FB"/>
          </a:solidFill>
          <a:ln w="6350">
            <a:solidFill>
              <a:srgbClr val="D3DCE5"/>
            </a:solidFill>
            <a:prstDash val="solid"/>
          </a:ln>
        </p:spPr>
      </p:sp>
      <p:sp>
        <p:nvSpPr>
          <p:cNvPr id="52" name="Text 49"/>
          <p:cNvSpPr txBox="1"/>
          <p:nvPr/>
        </p:nvSpPr>
        <p:spPr>
          <a:xfrm>
            <a:off x="10241280" y="4882896"/>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3" name="Shape 50"/>
          <p:cNvSpPr/>
          <p:nvPr/>
        </p:nvSpPr>
        <p:spPr>
          <a:xfrm>
            <a:off x="6153912" y="5266944"/>
            <a:ext cx="1481328" cy="384048"/>
          </a:xfrm>
          <a:prstGeom prst="rect">
            <a:avLst/>
          </a:prstGeom>
          <a:solidFill>
            <a:srgbClr val="FFFFFF"/>
          </a:solidFill>
          <a:ln w="6350">
            <a:solidFill>
              <a:srgbClr val="D3DCE5"/>
            </a:solidFill>
            <a:prstDash val="solid"/>
          </a:ln>
        </p:spPr>
      </p:sp>
      <p:sp>
        <p:nvSpPr>
          <p:cNvPr id="54" name="Text 51"/>
          <p:cNvSpPr txBox="1"/>
          <p:nvPr/>
        </p:nvSpPr>
        <p:spPr>
          <a:xfrm>
            <a:off x="6217920" y="5266944"/>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5" name="Shape 52"/>
          <p:cNvSpPr/>
          <p:nvPr/>
        </p:nvSpPr>
        <p:spPr>
          <a:xfrm>
            <a:off x="7635240" y="5266944"/>
            <a:ext cx="1097280" cy="384048"/>
          </a:xfrm>
          <a:prstGeom prst="rect">
            <a:avLst/>
          </a:prstGeom>
          <a:solidFill>
            <a:srgbClr val="FFFFFF"/>
          </a:solidFill>
          <a:ln w="6350">
            <a:solidFill>
              <a:srgbClr val="D3DCE5"/>
            </a:solidFill>
            <a:prstDash val="solid"/>
          </a:ln>
        </p:spPr>
      </p:sp>
      <p:sp>
        <p:nvSpPr>
          <p:cNvPr id="56" name="Text 53"/>
          <p:cNvSpPr txBox="1"/>
          <p:nvPr/>
        </p:nvSpPr>
        <p:spPr>
          <a:xfrm>
            <a:off x="7699248" y="5266944"/>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57" name="Shape 54"/>
          <p:cNvSpPr/>
          <p:nvPr/>
        </p:nvSpPr>
        <p:spPr>
          <a:xfrm>
            <a:off x="8732520" y="5266944"/>
            <a:ext cx="1444752" cy="384048"/>
          </a:xfrm>
          <a:prstGeom prst="rect">
            <a:avLst/>
          </a:prstGeom>
          <a:solidFill>
            <a:srgbClr val="FFFFFF"/>
          </a:solidFill>
          <a:ln w="6350">
            <a:solidFill>
              <a:srgbClr val="D3DCE5"/>
            </a:solidFill>
            <a:prstDash val="solid"/>
          </a:ln>
        </p:spPr>
      </p:sp>
      <p:sp>
        <p:nvSpPr>
          <p:cNvPr id="58" name="Text 55"/>
          <p:cNvSpPr txBox="1"/>
          <p:nvPr/>
        </p:nvSpPr>
        <p:spPr>
          <a:xfrm>
            <a:off x="8796528" y="5266944"/>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59" name="Shape 56"/>
          <p:cNvSpPr/>
          <p:nvPr/>
        </p:nvSpPr>
        <p:spPr>
          <a:xfrm>
            <a:off x="10177272" y="5266944"/>
            <a:ext cx="1609344" cy="384048"/>
          </a:xfrm>
          <a:prstGeom prst="rect">
            <a:avLst/>
          </a:prstGeom>
          <a:solidFill>
            <a:srgbClr val="FFFFFF"/>
          </a:solidFill>
          <a:ln w="6350">
            <a:solidFill>
              <a:srgbClr val="D3DCE5"/>
            </a:solidFill>
            <a:prstDash val="solid"/>
          </a:ln>
        </p:spPr>
      </p:sp>
      <p:sp>
        <p:nvSpPr>
          <p:cNvPr id="60" name="Text 57"/>
          <p:cNvSpPr txBox="1"/>
          <p:nvPr/>
        </p:nvSpPr>
        <p:spPr>
          <a:xfrm>
            <a:off x="10241280" y="5266944"/>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1" name="Shape 58"/>
          <p:cNvSpPr/>
          <p:nvPr/>
        </p:nvSpPr>
        <p:spPr>
          <a:xfrm>
            <a:off x="6153912" y="5650992"/>
            <a:ext cx="1481328" cy="384048"/>
          </a:xfrm>
          <a:prstGeom prst="rect">
            <a:avLst/>
          </a:prstGeom>
          <a:solidFill>
            <a:srgbClr val="F7F9FB"/>
          </a:solidFill>
          <a:ln w="6350">
            <a:solidFill>
              <a:srgbClr val="D3DCE5"/>
            </a:solidFill>
            <a:prstDash val="solid"/>
          </a:ln>
        </p:spPr>
      </p:sp>
      <p:sp>
        <p:nvSpPr>
          <p:cNvPr id="62" name="Text 59"/>
          <p:cNvSpPr txBox="1"/>
          <p:nvPr/>
        </p:nvSpPr>
        <p:spPr>
          <a:xfrm>
            <a:off x="6217920" y="5650992"/>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3" name="Shape 60"/>
          <p:cNvSpPr/>
          <p:nvPr/>
        </p:nvSpPr>
        <p:spPr>
          <a:xfrm>
            <a:off x="7635240" y="5650992"/>
            <a:ext cx="1097280" cy="384048"/>
          </a:xfrm>
          <a:prstGeom prst="rect">
            <a:avLst/>
          </a:prstGeom>
          <a:solidFill>
            <a:srgbClr val="F7F9FB"/>
          </a:solidFill>
          <a:ln w="6350">
            <a:solidFill>
              <a:srgbClr val="D3DCE5"/>
            </a:solidFill>
            <a:prstDash val="solid"/>
          </a:ln>
        </p:spPr>
      </p:sp>
      <p:sp>
        <p:nvSpPr>
          <p:cNvPr id="64" name="Text 61"/>
          <p:cNvSpPr txBox="1"/>
          <p:nvPr/>
        </p:nvSpPr>
        <p:spPr>
          <a:xfrm>
            <a:off x="7699248" y="5650992"/>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5" name="Shape 62"/>
          <p:cNvSpPr/>
          <p:nvPr/>
        </p:nvSpPr>
        <p:spPr>
          <a:xfrm>
            <a:off x="8732520" y="5650992"/>
            <a:ext cx="1444752" cy="384048"/>
          </a:xfrm>
          <a:prstGeom prst="rect">
            <a:avLst/>
          </a:prstGeom>
          <a:solidFill>
            <a:srgbClr val="F7F9FB"/>
          </a:solidFill>
          <a:ln w="6350">
            <a:solidFill>
              <a:srgbClr val="D3DCE5"/>
            </a:solidFill>
            <a:prstDash val="solid"/>
          </a:ln>
        </p:spPr>
      </p:sp>
      <p:sp>
        <p:nvSpPr>
          <p:cNvPr id="66" name="Text 63"/>
          <p:cNvSpPr txBox="1"/>
          <p:nvPr/>
        </p:nvSpPr>
        <p:spPr>
          <a:xfrm>
            <a:off x="8796528" y="5650992"/>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67" name="Shape 64"/>
          <p:cNvSpPr/>
          <p:nvPr/>
        </p:nvSpPr>
        <p:spPr>
          <a:xfrm>
            <a:off x="10177272" y="5650992"/>
            <a:ext cx="1609344" cy="384048"/>
          </a:xfrm>
          <a:prstGeom prst="rect">
            <a:avLst/>
          </a:prstGeom>
          <a:solidFill>
            <a:srgbClr val="F7F9FB"/>
          </a:solidFill>
          <a:ln w="6350">
            <a:solidFill>
              <a:srgbClr val="D3DCE5"/>
            </a:solidFill>
            <a:prstDash val="solid"/>
          </a:ln>
        </p:spPr>
      </p:sp>
      <p:sp>
        <p:nvSpPr>
          <p:cNvPr id="68" name="Text 65"/>
          <p:cNvSpPr txBox="1"/>
          <p:nvPr/>
        </p:nvSpPr>
        <p:spPr>
          <a:xfrm>
            <a:off x="10241280" y="5650992"/>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69" name="Shape 66"/>
          <p:cNvSpPr/>
          <p:nvPr/>
        </p:nvSpPr>
        <p:spPr>
          <a:xfrm>
            <a:off x="6153912" y="6144768"/>
            <a:ext cx="5632704" cy="676656"/>
          </a:xfrm>
          <a:prstGeom prst="rect">
            <a:avLst/>
          </a:prstGeom>
          <a:solidFill>
            <a:srgbClr val="EEF2F6"/>
          </a:solidFill>
          <a:ln w="9525">
            <a:solidFill>
              <a:srgbClr val="D3DCE5"/>
            </a:solidFill>
            <a:prstDash val="solid"/>
          </a:ln>
        </p:spPr>
      </p:sp>
      <p:sp>
        <p:nvSpPr>
          <p:cNvPr id="70" name="Text 67"/>
          <p:cNvSpPr txBox="1"/>
          <p:nvPr/>
        </p:nvSpPr>
        <p:spPr>
          <a:xfrm>
            <a:off x="6318504" y="6272784"/>
            <a:ext cx="5303520" cy="45720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17-25% volume step-up in FY27 at a unit cost only 1-10% higher. The extra Ngungaju tonnes cost more than the Pilgan average and are still well down the global curve.</a:t>
            </a:r>
            <a:endParaRPr lang="en-US" sz="880" dirty="0"/>
          </a:p>
        </p:txBody>
      </p:sp>
      <p:sp>
        <p:nvSpPr>
          <p:cNvPr id="71" name="Text 6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June-2026 quarterly activities report. Realised price is on actual product grade (about SC5.2), which sits below the SC6 benchmark. FOB means free on board, i.e. the cost to get product onto the ship, excluding freight.</a:t>
            </a:r>
            <a:endParaRPr lang="en-US" sz="750" dirty="0"/>
          </a:p>
        </p:txBody>
      </p:sp>
      <p:sp>
        <p:nvSpPr>
          <p:cNvPr id="72" name="Text 6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The cycle has turned, but it is a saw-tooth, not a straight line</a:t>
            </a:r>
            <a:endParaRPr lang="en-US" sz="22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Prices tripled off the 2025 trough and then fell hard in August as idled mines restarted. Credible forecasters disagree about what happens next, and we say so.</a:t>
            </a:r>
            <a:endParaRPr lang="en-US" sz="1200" dirty="0"/>
          </a:p>
        </p:txBody>
      </p:sp>
      <p:sp>
        <p:nvSpPr>
          <p:cNvPr id="13" name="Shape 11"/>
          <p:cNvSpPr/>
          <p:nvPr/>
        </p:nvSpPr>
        <p:spPr>
          <a:xfrm>
            <a:off x="411480" y="1627632"/>
            <a:ext cx="5532120" cy="1243584"/>
          </a:xfrm>
          <a:prstGeom prst="rect">
            <a:avLst/>
          </a:prstGeom>
          <a:solidFill>
            <a:srgbClr val="F7F9FB"/>
          </a:solidFill>
          <a:ln w="9525">
            <a:solidFill>
              <a:srgbClr val="D3DCE5"/>
            </a:solidFill>
            <a:prstDash val="solid"/>
          </a:ln>
        </p:spPr>
      </p:sp>
      <p:sp>
        <p:nvSpPr>
          <p:cNvPr id="14"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5" name="Text 13"/>
          <p:cNvSpPr txBox="1"/>
          <p:nvPr/>
        </p:nvSpPr>
        <p:spPr>
          <a:xfrm>
            <a:off x="576072" y="2084832"/>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16" name="Shape 14"/>
          <p:cNvSpPr/>
          <p:nvPr/>
        </p:nvSpPr>
        <p:spPr>
          <a:xfrm>
            <a:off x="6153912" y="1627632"/>
            <a:ext cx="5632704" cy="1243584"/>
          </a:xfrm>
          <a:prstGeom prst="rect">
            <a:avLst/>
          </a:prstGeom>
          <a:solidFill>
            <a:srgbClr val="FBEBD9"/>
          </a:solidFill>
          <a:ln w="9525">
            <a:solidFill>
              <a:srgbClr val="E8C9A3"/>
            </a:solidFill>
            <a:prstDash val="solid"/>
          </a:ln>
        </p:spPr>
      </p:sp>
      <p:sp>
        <p:nvSpPr>
          <p:cNvPr id="17"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18" name="Text 16"/>
          <p:cNvSpPr txBox="1"/>
          <p:nvPr/>
        </p:nvSpPr>
        <p:spPr>
          <a:xfrm>
            <a:off x="6318504" y="2084832"/>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19" name="Shape 17"/>
          <p:cNvSpPr/>
          <p:nvPr/>
        </p:nvSpPr>
        <p:spPr>
          <a:xfrm>
            <a:off x="411480" y="3054096"/>
            <a:ext cx="2103120" cy="292608"/>
          </a:xfrm>
          <a:prstGeom prst="rect">
            <a:avLst/>
          </a:prstGeom>
          <a:solidFill>
            <a:srgbClr val="10233A"/>
          </a:solidFill>
          <a:ln/>
        </p:spPr>
      </p:sp>
      <p:sp>
        <p:nvSpPr>
          <p:cNvPr id="20" name="Text 18"/>
          <p:cNvSpPr txBox="1"/>
          <p:nvPr/>
        </p:nvSpPr>
        <p:spPr>
          <a:xfrm>
            <a:off x="475488" y="3054096"/>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1" name="Shape 19"/>
          <p:cNvSpPr/>
          <p:nvPr/>
        </p:nvSpPr>
        <p:spPr>
          <a:xfrm>
            <a:off x="2514600" y="3054096"/>
            <a:ext cx="2148840" cy="292608"/>
          </a:xfrm>
          <a:prstGeom prst="rect">
            <a:avLst/>
          </a:prstGeom>
          <a:solidFill>
            <a:srgbClr val="10233A"/>
          </a:solidFill>
          <a:ln/>
        </p:spPr>
      </p:sp>
      <p:sp>
        <p:nvSpPr>
          <p:cNvPr id="22" name="Text 20"/>
          <p:cNvSpPr txBox="1"/>
          <p:nvPr/>
        </p:nvSpPr>
        <p:spPr>
          <a:xfrm>
            <a:off x="2578608" y="3054096"/>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3" name="Shape 21"/>
          <p:cNvSpPr/>
          <p:nvPr/>
        </p:nvSpPr>
        <p:spPr>
          <a:xfrm>
            <a:off x="4663440" y="3054096"/>
            <a:ext cx="7123176" cy="292608"/>
          </a:xfrm>
          <a:prstGeom prst="rect">
            <a:avLst/>
          </a:prstGeom>
          <a:solidFill>
            <a:srgbClr val="10233A"/>
          </a:solidFill>
          <a:ln/>
        </p:spPr>
      </p:sp>
      <p:sp>
        <p:nvSpPr>
          <p:cNvPr id="24" name="Text 22"/>
          <p:cNvSpPr txBox="1"/>
          <p:nvPr/>
        </p:nvSpPr>
        <p:spPr>
          <a:xfrm>
            <a:off x="4727448" y="3054096"/>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5" name="Shape 23"/>
          <p:cNvSpPr/>
          <p:nvPr/>
        </p:nvSpPr>
        <p:spPr>
          <a:xfrm>
            <a:off x="411480" y="3346704"/>
            <a:ext cx="2103120" cy="365760"/>
          </a:xfrm>
          <a:prstGeom prst="rect">
            <a:avLst/>
          </a:prstGeom>
          <a:solidFill>
            <a:srgbClr val="FFFFFF"/>
          </a:solidFill>
          <a:ln w="6350">
            <a:solidFill>
              <a:srgbClr val="D3DCE5"/>
            </a:solidFill>
            <a:prstDash val="solid"/>
          </a:ln>
        </p:spPr>
      </p:sp>
      <p:sp>
        <p:nvSpPr>
          <p:cNvPr id="26" name="Text 24"/>
          <p:cNvSpPr txBox="1"/>
          <p:nvPr/>
        </p:nvSpPr>
        <p:spPr>
          <a:xfrm>
            <a:off x="475488" y="33467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27" name="Shape 25"/>
          <p:cNvSpPr/>
          <p:nvPr/>
        </p:nvSpPr>
        <p:spPr>
          <a:xfrm>
            <a:off x="2514600" y="3346704"/>
            <a:ext cx="2148840" cy="365760"/>
          </a:xfrm>
          <a:prstGeom prst="rect">
            <a:avLst/>
          </a:prstGeom>
          <a:solidFill>
            <a:srgbClr val="FFFFFF"/>
          </a:solidFill>
          <a:ln w="6350">
            <a:solidFill>
              <a:srgbClr val="D3DCE5"/>
            </a:solidFill>
            <a:prstDash val="solid"/>
          </a:ln>
        </p:spPr>
      </p:sp>
      <p:sp>
        <p:nvSpPr>
          <p:cNvPr id="28" name="Text 26"/>
          <p:cNvSpPr txBox="1"/>
          <p:nvPr/>
        </p:nvSpPr>
        <p:spPr>
          <a:xfrm>
            <a:off x="2578608" y="334670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29" name="Shape 27"/>
          <p:cNvSpPr/>
          <p:nvPr/>
        </p:nvSpPr>
        <p:spPr>
          <a:xfrm>
            <a:off x="4663440" y="3346704"/>
            <a:ext cx="7123176" cy="365760"/>
          </a:xfrm>
          <a:prstGeom prst="rect">
            <a:avLst/>
          </a:prstGeom>
          <a:solidFill>
            <a:srgbClr val="FFFFFF"/>
          </a:solidFill>
          <a:ln w="6350">
            <a:solidFill>
              <a:srgbClr val="D3DCE5"/>
            </a:solidFill>
            <a:prstDash val="solid"/>
          </a:ln>
        </p:spPr>
      </p:sp>
      <p:sp>
        <p:nvSpPr>
          <p:cNvPr id="30" name="Text 28"/>
          <p:cNvSpPr txBox="1"/>
          <p:nvPr/>
        </p:nvSpPr>
        <p:spPr>
          <a:xfrm>
            <a:off x="4727448" y="33467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1" name="Shape 29"/>
          <p:cNvSpPr/>
          <p:nvPr/>
        </p:nvSpPr>
        <p:spPr>
          <a:xfrm>
            <a:off x="411480" y="3712464"/>
            <a:ext cx="2103120" cy="365760"/>
          </a:xfrm>
          <a:prstGeom prst="rect">
            <a:avLst/>
          </a:prstGeom>
          <a:solidFill>
            <a:srgbClr val="F7F9FB"/>
          </a:solidFill>
          <a:ln w="6350">
            <a:solidFill>
              <a:srgbClr val="D3DCE5"/>
            </a:solidFill>
            <a:prstDash val="solid"/>
          </a:ln>
        </p:spPr>
      </p:sp>
      <p:sp>
        <p:nvSpPr>
          <p:cNvPr id="32" name="Text 30"/>
          <p:cNvSpPr txBox="1"/>
          <p:nvPr/>
        </p:nvSpPr>
        <p:spPr>
          <a:xfrm>
            <a:off x="475488" y="371246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3" name="Shape 31"/>
          <p:cNvSpPr/>
          <p:nvPr/>
        </p:nvSpPr>
        <p:spPr>
          <a:xfrm>
            <a:off x="2514600" y="3712464"/>
            <a:ext cx="2148840" cy="365760"/>
          </a:xfrm>
          <a:prstGeom prst="rect">
            <a:avLst/>
          </a:prstGeom>
          <a:solidFill>
            <a:srgbClr val="F7F9FB"/>
          </a:solidFill>
          <a:ln w="6350">
            <a:solidFill>
              <a:srgbClr val="D3DCE5"/>
            </a:solidFill>
            <a:prstDash val="solid"/>
          </a:ln>
        </p:spPr>
      </p:sp>
      <p:sp>
        <p:nvSpPr>
          <p:cNvPr id="34" name="Text 32"/>
          <p:cNvSpPr txBox="1"/>
          <p:nvPr/>
        </p:nvSpPr>
        <p:spPr>
          <a:xfrm>
            <a:off x="2578608" y="371246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5" name="Shape 33"/>
          <p:cNvSpPr/>
          <p:nvPr/>
        </p:nvSpPr>
        <p:spPr>
          <a:xfrm>
            <a:off x="4663440" y="3712464"/>
            <a:ext cx="7123176" cy="365760"/>
          </a:xfrm>
          <a:prstGeom prst="rect">
            <a:avLst/>
          </a:prstGeom>
          <a:solidFill>
            <a:srgbClr val="F7F9FB"/>
          </a:solidFill>
          <a:ln w="6350">
            <a:solidFill>
              <a:srgbClr val="D3DCE5"/>
            </a:solidFill>
            <a:prstDash val="solid"/>
          </a:ln>
        </p:spPr>
      </p:sp>
      <p:sp>
        <p:nvSpPr>
          <p:cNvPr id="36" name="Text 34"/>
          <p:cNvSpPr txBox="1"/>
          <p:nvPr/>
        </p:nvSpPr>
        <p:spPr>
          <a:xfrm>
            <a:off x="4727448" y="371246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37" name="Shape 35"/>
          <p:cNvSpPr/>
          <p:nvPr/>
        </p:nvSpPr>
        <p:spPr>
          <a:xfrm>
            <a:off x="411480" y="4078224"/>
            <a:ext cx="2103120" cy="365760"/>
          </a:xfrm>
          <a:prstGeom prst="rect">
            <a:avLst/>
          </a:prstGeom>
          <a:solidFill>
            <a:srgbClr val="FFFFFF"/>
          </a:solidFill>
          <a:ln w="6350">
            <a:solidFill>
              <a:srgbClr val="D3DCE5"/>
            </a:solidFill>
            <a:prstDash val="solid"/>
          </a:ln>
        </p:spPr>
      </p:sp>
      <p:sp>
        <p:nvSpPr>
          <p:cNvPr id="38" name="Text 36"/>
          <p:cNvSpPr txBox="1"/>
          <p:nvPr/>
        </p:nvSpPr>
        <p:spPr>
          <a:xfrm>
            <a:off x="475488" y="407822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39" name="Shape 37"/>
          <p:cNvSpPr/>
          <p:nvPr/>
        </p:nvSpPr>
        <p:spPr>
          <a:xfrm>
            <a:off x="2514600" y="4078224"/>
            <a:ext cx="2148840" cy="365760"/>
          </a:xfrm>
          <a:prstGeom prst="rect">
            <a:avLst/>
          </a:prstGeom>
          <a:solidFill>
            <a:srgbClr val="FFFFFF"/>
          </a:solidFill>
          <a:ln w="6350">
            <a:solidFill>
              <a:srgbClr val="D3DCE5"/>
            </a:solidFill>
            <a:prstDash val="solid"/>
          </a:ln>
        </p:spPr>
      </p:sp>
      <p:sp>
        <p:nvSpPr>
          <p:cNvPr id="40" name="Text 38"/>
          <p:cNvSpPr txBox="1"/>
          <p:nvPr/>
        </p:nvSpPr>
        <p:spPr>
          <a:xfrm>
            <a:off x="2578608" y="407822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1" name="Shape 39"/>
          <p:cNvSpPr/>
          <p:nvPr/>
        </p:nvSpPr>
        <p:spPr>
          <a:xfrm>
            <a:off x="4663440" y="4078224"/>
            <a:ext cx="7123176" cy="365760"/>
          </a:xfrm>
          <a:prstGeom prst="rect">
            <a:avLst/>
          </a:prstGeom>
          <a:solidFill>
            <a:srgbClr val="FFFFFF"/>
          </a:solidFill>
          <a:ln w="6350">
            <a:solidFill>
              <a:srgbClr val="D3DCE5"/>
            </a:solidFill>
            <a:prstDash val="solid"/>
          </a:ln>
        </p:spPr>
      </p:sp>
      <p:sp>
        <p:nvSpPr>
          <p:cNvPr id="42" name="Text 40"/>
          <p:cNvSpPr txBox="1"/>
          <p:nvPr/>
        </p:nvSpPr>
        <p:spPr>
          <a:xfrm>
            <a:off x="4727448" y="407822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3" name="Shape 41"/>
          <p:cNvSpPr/>
          <p:nvPr/>
        </p:nvSpPr>
        <p:spPr>
          <a:xfrm>
            <a:off x="411480" y="4443984"/>
            <a:ext cx="2103120" cy="365760"/>
          </a:xfrm>
          <a:prstGeom prst="rect">
            <a:avLst/>
          </a:prstGeom>
          <a:solidFill>
            <a:srgbClr val="F7F9FB"/>
          </a:solidFill>
          <a:ln w="6350">
            <a:solidFill>
              <a:srgbClr val="D3DCE5"/>
            </a:solidFill>
            <a:prstDash val="solid"/>
          </a:ln>
        </p:spPr>
      </p:sp>
      <p:sp>
        <p:nvSpPr>
          <p:cNvPr id="44" name="Text 42"/>
          <p:cNvSpPr txBox="1"/>
          <p:nvPr/>
        </p:nvSpPr>
        <p:spPr>
          <a:xfrm>
            <a:off x="475488" y="444398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5" name="Shape 43"/>
          <p:cNvSpPr/>
          <p:nvPr/>
        </p:nvSpPr>
        <p:spPr>
          <a:xfrm>
            <a:off x="2514600" y="4443984"/>
            <a:ext cx="2148840" cy="365760"/>
          </a:xfrm>
          <a:prstGeom prst="rect">
            <a:avLst/>
          </a:prstGeom>
          <a:solidFill>
            <a:srgbClr val="F7F9FB"/>
          </a:solidFill>
          <a:ln w="6350">
            <a:solidFill>
              <a:srgbClr val="D3DCE5"/>
            </a:solidFill>
            <a:prstDash val="solid"/>
          </a:ln>
        </p:spPr>
      </p:sp>
      <p:sp>
        <p:nvSpPr>
          <p:cNvPr id="46" name="Text 44"/>
          <p:cNvSpPr txBox="1"/>
          <p:nvPr/>
        </p:nvSpPr>
        <p:spPr>
          <a:xfrm>
            <a:off x="2578608" y="444398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47" name="Shape 45"/>
          <p:cNvSpPr/>
          <p:nvPr/>
        </p:nvSpPr>
        <p:spPr>
          <a:xfrm>
            <a:off x="4663440" y="4443984"/>
            <a:ext cx="7123176" cy="365760"/>
          </a:xfrm>
          <a:prstGeom prst="rect">
            <a:avLst/>
          </a:prstGeom>
          <a:solidFill>
            <a:srgbClr val="F7F9FB"/>
          </a:solidFill>
          <a:ln w="6350">
            <a:solidFill>
              <a:srgbClr val="D3DCE5"/>
            </a:solidFill>
            <a:prstDash val="solid"/>
          </a:ln>
        </p:spPr>
      </p:sp>
      <p:sp>
        <p:nvSpPr>
          <p:cNvPr id="48" name="Text 46"/>
          <p:cNvSpPr txBox="1"/>
          <p:nvPr/>
        </p:nvSpPr>
        <p:spPr>
          <a:xfrm>
            <a:off x="4727448" y="444398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49" name="Shape 47"/>
          <p:cNvSpPr/>
          <p:nvPr/>
        </p:nvSpPr>
        <p:spPr>
          <a:xfrm>
            <a:off x="411480" y="4809744"/>
            <a:ext cx="2103120" cy="365760"/>
          </a:xfrm>
          <a:prstGeom prst="rect">
            <a:avLst/>
          </a:prstGeom>
          <a:solidFill>
            <a:srgbClr val="FFFFFF"/>
          </a:solidFill>
          <a:ln w="6350">
            <a:solidFill>
              <a:srgbClr val="D3DCE5"/>
            </a:solidFill>
            <a:prstDash val="solid"/>
          </a:ln>
        </p:spPr>
      </p:sp>
      <p:sp>
        <p:nvSpPr>
          <p:cNvPr id="50" name="Text 48"/>
          <p:cNvSpPr txBox="1"/>
          <p:nvPr/>
        </p:nvSpPr>
        <p:spPr>
          <a:xfrm>
            <a:off x="475488" y="480974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1" name="Shape 49"/>
          <p:cNvSpPr/>
          <p:nvPr/>
        </p:nvSpPr>
        <p:spPr>
          <a:xfrm>
            <a:off x="2514600" y="4809744"/>
            <a:ext cx="2148840" cy="365760"/>
          </a:xfrm>
          <a:prstGeom prst="rect">
            <a:avLst/>
          </a:prstGeom>
          <a:solidFill>
            <a:srgbClr val="FFFFFF"/>
          </a:solidFill>
          <a:ln w="6350">
            <a:solidFill>
              <a:srgbClr val="D3DCE5"/>
            </a:solidFill>
            <a:prstDash val="solid"/>
          </a:ln>
        </p:spPr>
      </p:sp>
      <p:sp>
        <p:nvSpPr>
          <p:cNvPr id="52" name="Text 50"/>
          <p:cNvSpPr txBox="1"/>
          <p:nvPr/>
        </p:nvSpPr>
        <p:spPr>
          <a:xfrm>
            <a:off x="2578608" y="4809744"/>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3" name="Shape 51"/>
          <p:cNvSpPr/>
          <p:nvPr/>
        </p:nvSpPr>
        <p:spPr>
          <a:xfrm>
            <a:off x="4663440" y="4809744"/>
            <a:ext cx="7123176" cy="365760"/>
          </a:xfrm>
          <a:prstGeom prst="rect">
            <a:avLst/>
          </a:prstGeom>
          <a:solidFill>
            <a:srgbClr val="FFFFFF"/>
          </a:solidFill>
          <a:ln w="6350">
            <a:solidFill>
              <a:srgbClr val="D3DCE5"/>
            </a:solidFill>
            <a:prstDash val="solid"/>
          </a:ln>
        </p:spPr>
      </p:sp>
      <p:sp>
        <p:nvSpPr>
          <p:cNvPr id="54" name="Text 52"/>
          <p:cNvSpPr txBox="1"/>
          <p:nvPr/>
        </p:nvSpPr>
        <p:spPr>
          <a:xfrm>
            <a:off x="4727448" y="480974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5" name="Shape 53"/>
          <p:cNvSpPr/>
          <p:nvPr/>
        </p:nvSpPr>
        <p:spPr>
          <a:xfrm>
            <a:off x="411480" y="5175504"/>
            <a:ext cx="2103120" cy="365760"/>
          </a:xfrm>
          <a:prstGeom prst="rect">
            <a:avLst/>
          </a:prstGeom>
          <a:solidFill>
            <a:srgbClr val="F7F9FB"/>
          </a:solidFill>
          <a:ln w="6350">
            <a:solidFill>
              <a:srgbClr val="D3DCE5"/>
            </a:solidFill>
            <a:prstDash val="solid"/>
          </a:ln>
        </p:spPr>
      </p:sp>
      <p:sp>
        <p:nvSpPr>
          <p:cNvPr id="56" name="Text 54"/>
          <p:cNvSpPr txBox="1"/>
          <p:nvPr/>
        </p:nvSpPr>
        <p:spPr>
          <a:xfrm>
            <a:off x="475488" y="51755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57" name="Shape 55"/>
          <p:cNvSpPr/>
          <p:nvPr/>
        </p:nvSpPr>
        <p:spPr>
          <a:xfrm>
            <a:off x="2514600" y="5175504"/>
            <a:ext cx="2148840" cy="365760"/>
          </a:xfrm>
          <a:prstGeom prst="rect">
            <a:avLst/>
          </a:prstGeom>
          <a:solidFill>
            <a:srgbClr val="F7F9FB"/>
          </a:solidFill>
          <a:ln w="6350">
            <a:solidFill>
              <a:srgbClr val="D3DCE5"/>
            </a:solidFill>
            <a:prstDash val="solid"/>
          </a:ln>
        </p:spPr>
      </p:sp>
      <p:sp>
        <p:nvSpPr>
          <p:cNvPr id="58" name="Text 56"/>
          <p:cNvSpPr txBox="1"/>
          <p:nvPr/>
        </p:nvSpPr>
        <p:spPr>
          <a:xfrm>
            <a:off x="2578608" y="517550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59" name="Shape 57"/>
          <p:cNvSpPr/>
          <p:nvPr/>
        </p:nvSpPr>
        <p:spPr>
          <a:xfrm>
            <a:off x="4663440" y="5175504"/>
            <a:ext cx="7123176" cy="365760"/>
          </a:xfrm>
          <a:prstGeom prst="rect">
            <a:avLst/>
          </a:prstGeom>
          <a:solidFill>
            <a:srgbClr val="F7F9FB"/>
          </a:solidFill>
          <a:ln w="6350">
            <a:solidFill>
              <a:srgbClr val="D3DCE5"/>
            </a:solidFill>
            <a:prstDash val="solid"/>
          </a:ln>
        </p:spPr>
      </p:sp>
      <p:sp>
        <p:nvSpPr>
          <p:cNvPr id="60" name="Text 58"/>
          <p:cNvSpPr txBox="1"/>
          <p:nvPr/>
        </p:nvSpPr>
        <p:spPr>
          <a:xfrm>
            <a:off x="4727448" y="51755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1" name="Shape 59"/>
          <p:cNvSpPr/>
          <p:nvPr/>
        </p:nvSpPr>
        <p:spPr>
          <a:xfrm>
            <a:off x="411480" y="5614416"/>
            <a:ext cx="11375136" cy="713232"/>
          </a:xfrm>
          <a:prstGeom prst="rect">
            <a:avLst/>
          </a:prstGeom>
          <a:solidFill>
            <a:srgbClr val="EEF2F6"/>
          </a:solidFill>
          <a:ln w="9525">
            <a:solidFill>
              <a:srgbClr val="D3DCE5"/>
            </a:solidFill>
            <a:prstDash val="solid"/>
          </a:ln>
        </p:spPr>
      </p:sp>
      <p:sp>
        <p:nvSpPr>
          <p:cNvPr id="62" name="Text 60"/>
          <p:cNvSpPr txBox="1"/>
          <p:nvPr/>
        </p:nvSpPr>
        <p:spPr>
          <a:xfrm>
            <a:off x="576072" y="5742432"/>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Two sovereign supply shocks and a second demand pillar</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Whatever the next quarterly price print does, the shape of this market changed in 2026 - and none of it depends on electric vehicle subsidies.</a:t>
            </a:r>
            <a:endParaRPr lang="en-US" sz="1200" dirty="0"/>
          </a:p>
        </p:txBody>
      </p:sp>
      <p:sp>
        <p:nvSpPr>
          <p:cNvPr id="13" name="Shape 11"/>
          <p:cNvSpPr/>
          <p:nvPr/>
        </p:nvSpPr>
        <p:spPr>
          <a:xfrm>
            <a:off x="411480" y="1627632"/>
            <a:ext cx="3675888" cy="2103120"/>
          </a:xfrm>
          <a:prstGeom prst="rect">
            <a:avLst/>
          </a:prstGeom>
          <a:solidFill>
            <a:srgbClr val="F7F9FB"/>
          </a:solidFill>
          <a:ln w="9525">
            <a:solidFill>
              <a:srgbClr val="D3DCE5"/>
            </a:solidFill>
            <a:prstDash val="solid"/>
          </a:ln>
        </p:spPr>
      </p:sp>
      <p:sp>
        <p:nvSpPr>
          <p:cNvPr id="14" name="Shape 12"/>
          <p:cNvSpPr/>
          <p:nvPr/>
        </p:nvSpPr>
        <p:spPr>
          <a:xfrm>
            <a:off x="557784" y="1773936"/>
            <a:ext cx="310896" cy="310896"/>
          </a:xfrm>
          <a:prstGeom prst="ellipse">
            <a:avLst/>
          </a:prstGeom>
          <a:solidFill>
            <a:srgbClr val="10233A"/>
          </a:solidFill>
          <a:ln/>
        </p:spPr>
      </p:sp>
      <p:sp>
        <p:nvSpPr>
          <p:cNvPr id="15" name="Text 13"/>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6" name="Text 14"/>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17" name="Text 15"/>
          <p:cNvSpPr txBox="1"/>
          <p:nvPr/>
        </p:nvSpPr>
        <p:spPr>
          <a:xfrm>
            <a:off x="594360"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80" dirty="0"/>
          </a:p>
        </p:txBody>
      </p:sp>
      <p:sp>
        <p:nvSpPr>
          <p:cNvPr id="18" name="Shape 16"/>
          <p:cNvSpPr/>
          <p:nvPr/>
        </p:nvSpPr>
        <p:spPr>
          <a:xfrm>
            <a:off x="4261104" y="1627632"/>
            <a:ext cx="3675888" cy="2103120"/>
          </a:xfrm>
          <a:prstGeom prst="rect">
            <a:avLst/>
          </a:prstGeom>
          <a:solidFill>
            <a:srgbClr val="F7F9FB"/>
          </a:solidFill>
          <a:ln w="9525">
            <a:solidFill>
              <a:srgbClr val="D3DCE5"/>
            </a:solidFill>
            <a:prstDash val="solid"/>
          </a:ln>
        </p:spPr>
      </p:sp>
      <p:sp>
        <p:nvSpPr>
          <p:cNvPr id="19" name="Shape 17"/>
          <p:cNvSpPr/>
          <p:nvPr/>
        </p:nvSpPr>
        <p:spPr>
          <a:xfrm>
            <a:off x="4407408" y="1773936"/>
            <a:ext cx="310896" cy="310896"/>
          </a:xfrm>
          <a:prstGeom prst="ellipse">
            <a:avLst/>
          </a:prstGeom>
          <a:solidFill>
            <a:srgbClr val="10233A"/>
          </a:solidFill>
          <a:ln/>
        </p:spPr>
      </p:sp>
      <p:sp>
        <p:nvSpPr>
          <p:cNvPr id="20" name="Text 18"/>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1" name="Text 19"/>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2" name="Text 20"/>
          <p:cNvSpPr txBox="1"/>
          <p:nvPr/>
        </p:nvSpPr>
        <p:spPr>
          <a:xfrm>
            <a:off x="4443984"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stronger supply argument than either alone.</a:t>
            </a:r>
            <a:endParaRPr lang="en-US" sz="880" dirty="0"/>
          </a:p>
        </p:txBody>
      </p:sp>
      <p:sp>
        <p:nvSpPr>
          <p:cNvPr id="23" name="Shape 21"/>
          <p:cNvSpPr/>
          <p:nvPr/>
        </p:nvSpPr>
        <p:spPr>
          <a:xfrm>
            <a:off x="8110728" y="1627632"/>
            <a:ext cx="3675888" cy="2103120"/>
          </a:xfrm>
          <a:prstGeom prst="rect">
            <a:avLst/>
          </a:prstGeom>
          <a:solidFill>
            <a:srgbClr val="F7F9FB"/>
          </a:solidFill>
          <a:ln w="9525">
            <a:solidFill>
              <a:srgbClr val="D3DCE5"/>
            </a:solidFill>
            <a:prstDash val="solid"/>
          </a:ln>
        </p:spPr>
      </p:sp>
      <p:sp>
        <p:nvSpPr>
          <p:cNvPr id="24" name="Shape 22"/>
          <p:cNvSpPr/>
          <p:nvPr/>
        </p:nvSpPr>
        <p:spPr>
          <a:xfrm>
            <a:off x="8257032" y="1773936"/>
            <a:ext cx="310896" cy="310896"/>
          </a:xfrm>
          <a:prstGeom prst="ellipse">
            <a:avLst/>
          </a:prstGeom>
          <a:solidFill>
            <a:srgbClr val="0E7C6B"/>
          </a:solidFill>
          <a:ln/>
        </p:spPr>
      </p:sp>
      <p:sp>
        <p:nvSpPr>
          <p:cNvPr id="25" name="Text 23"/>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27" name="Text 25"/>
          <p:cNvSpPr txBox="1"/>
          <p:nvPr/>
        </p:nvSpPr>
        <p:spPr>
          <a:xfrm>
            <a:off x="8293608"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80" dirty="0"/>
          </a:p>
        </p:txBody>
      </p:sp>
      <p:sp>
        <p:nvSpPr>
          <p:cNvPr id="28" name="Shape 26"/>
          <p:cNvSpPr/>
          <p:nvPr/>
        </p:nvSpPr>
        <p:spPr>
          <a:xfrm>
            <a:off x="411480" y="3895344"/>
            <a:ext cx="5532120" cy="1536192"/>
          </a:xfrm>
          <a:prstGeom prst="rect">
            <a:avLst/>
          </a:prstGeom>
          <a:solidFill>
            <a:srgbClr val="D6EBE7"/>
          </a:solidFill>
          <a:ln w="9525">
            <a:solidFill>
              <a:srgbClr val="AFD3CC"/>
            </a:solidFill>
            <a:prstDash val="solid"/>
          </a:ln>
        </p:spPr>
      </p:sp>
      <p:sp>
        <p:nvSpPr>
          <p:cNvPr id="29" name="Text 27"/>
          <p:cNvSpPr txBox="1"/>
          <p:nvPr/>
        </p:nvSpPr>
        <p:spPr>
          <a:xfrm>
            <a:off x="576072" y="4023360"/>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0" name="Text 28"/>
          <p:cNvSpPr txBox="1"/>
          <p:nvPr/>
        </p:nvSpPr>
        <p:spPr>
          <a:xfrm>
            <a:off x="576072" y="4352544"/>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1" name="Shape 29"/>
          <p:cNvSpPr/>
          <p:nvPr/>
        </p:nvSpPr>
        <p:spPr>
          <a:xfrm>
            <a:off x="6153912" y="3895344"/>
            <a:ext cx="5632704" cy="1536192"/>
          </a:xfrm>
          <a:prstGeom prst="rect">
            <a:avLst/>
          </a:prstGeom>
          <a:solidFill>
            <a:srgbClr val="F7F9FB"/>
          </a:solidFill>
          <a:ln w="9525">
            <a:solidFill>
              <a:srgbClr val="D3DCE5"/>
            </a:solidFill>
            <a:prstDash val="solid"/>
          </a:ln>
        </p:spPr>
      </p:sp>
      <p:sp>
        <p:nvSpPr>
          <p:cNvPr id="32" name="Text 30"/>
          <p:cNvSpPr txBox="1"/>
          <p:nvPr/>
        </p:nvSpPr>
        <p:spPr>
          <a:xfrm>
            <a:off x="6318504" y="4023360"/>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3" name="Text 31"/>
          <p:cNvSpPr txBox="1"/>
          <p:nvPr/>
        </p:nvSpPr>
        <p:spPr>
          <a:xfrm>
            <a:off x="6318504" y="4352544"/>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earns cash at prices that shut a quarter of world supply</a:t>
            </a:r>
            <a:endParaRPr lang="en-US" sz="20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This is why swing tonnes come off before PLS's do, and why the balance sheet compounds through a downturn instead of surviving it.</a:t>
            </a:r>
            <a:endParaRPr lang="en-US" sz="1200" dirty="0"/>
          </a:p>
        </p:txBody>
      </p:sp>
      <p:graphicFrame>
        <p:nvGraphicFramePr>
          <p:cNvPr id="13" name="Chart 0" descr=""/>
          <p:cNvGraphicFramePr/>
          <p:nvPr/>
        </p:nvGraphicFramePr>
        <p:xfrm>
          <a:off x="411480" y="1627632"/>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7104888" y="1627632"/>
            <a:ext cx="4681728" cy="1536192"/>
          </a:xfrm>
          <a:prstGeom prst="rect">
            <a:avLst/>
          </a:prstGeom>
          <a:solidFill>
            <a:srgbClr val="D6EBE7"/>
          </a:solidFill>
          <a:ln w="9525">
            <a:solidFill>
              <a:srgbClr val="AFD3CC"/>
            </a:solidFill>
            <a:prstDash val="solid"/>
          </a:ln>
        </p:spPr>
      </p:sp>
      <p:sp>
        <p:nvSpPr>
          <p:cNvPr id="15" name="Text 12"/>
          <p:cNvSpPr txBox="1"/>
          <p:nvPr/>
        </p:nvSpPr>
        <p:spPr>
          <a:xfrm>
            <a:off x="7269480" y="1755648"/>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16" name="Text 13"/>
          <p:cNvSpPr txBox="1"/>
          <p:nvPr/>
        </p:nvSpPr>
        <p:spPr>
          <a:xfrm>
            <a:off x="7287768" y="2194560"/>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900" dirty="0"/>
          </a:p>
        </p:txBody>
      </p:sp>
      <p:sp>
        <p:nvSpPr>
          <p:cNvPr id="17" name="Shape 14"/>
          <p:cNvSpPr/>
          <p:nvPr/>
        </p:nvSpPr>
        <p:spPr>
          <a:xfrm>
            <a:off x="7104888" y="3328416"/>
            <a:ext cx="4681728" cy="1426464"/>
          </a:xfrm>
          <a:prstGeom prst="rect">
            <a:avLst/>
          </a:prstGeom>
          <a:solidFill>
            <a:srgbClr val="F7F9FB"/>
          </a:solidFill>
          <a:ln w="9525">
            <a:solidFill>
              <a:srgbClr val="D3DCE5"/>
            </a:solidFill>
            <a:prstDash val="solid"/>
          </a:ln>
        </p:spPr>
      </p:sp>
      <p:sp>
        <p:nvSpPr>
          <p:cNvPr id="18" name="Text 15"/>
          <p:cNvSpPr txBox="1"/>
          <p:nvPr/>
        </p:nvSpPr>
        <p:spPr>
          <a:xfrm>
            <a:off x="7269480" y="3456432"/>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19" name="Text 16"/>
          <p:cNvSpPr txBox="1"/>
          <p:nvPr/>
        </p:nvSpPr>
        <p:spPr>
          <a:xfrm>
            <a:off x="7269480" y="3785616"/>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0" name="Shape 17"/>
          <p:cNvSpPr/>
          <p:nvPr/>
        </p:nvSpPr>
        <p:spPr>
          <a:xfrm>
            <a:off x="411480" y="4901184"/>
            <a:ext cx="11375136" cy="640080"/>
          </a:xfrm>
          <a:prstGeom prst="rect">
            <a:avLst/>
          </a:prstGeom>
          <a:solidFill>
            <a:srgbClr val="EEF2F6"/>
          </a:solidFill>
          <a:ln w="9525">
            <a:solidFill>
              <a:srgbClr val="D3DCE5"/>
            </a:solidFill>
            <a:prstDash val="solid"/>
          </a:ln>
        </p:spPr>
      </p:sp>
      <p:sp>
        <p:nvSpPr>
          <p:cNvPr id="21" name="Text 18"/>
          <p:cNvSpPr txBox="1"/>
          <p:nvPr/>
        </p:nvSpPr>
        <p:spPr>
          <a:xfrm>
            <a:off x="576072" y="5029200"/>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2" name="Text 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50" dirty="0"/>
          </a:p>
        </p:txBody>
      </p:sp>
      <p:sp>
        <p:nvSpPr>
          <p:cNvPr id="23" name="Text 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Three levels of shared value, and where mining actually sits</a:t>
            </a:r>
            <a:endParaRPr lang="en-US" sz="22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Cutting cost while cutting emissions is real, but it is the middle level and every competent operator gets there. The first level is where advantage is created.</a:t>
            </a:r>
            <a:endParaRPr lang="en-US" sz="1200" dirty="0"/>
          </a:p>
        </p:txBody>
      </p:sp>
      <p:sp>
        <p:nvSpPr>
          <p:cNvPr id="13" name="Shape 11"/>
          <p:cNvSpPr/>
          <p:nvPr/>
        </p:nvSpPr>
        <p:spPr>
          <a:xfrm>
            <a:off x="411480" y="4005072"/>
            <a:ext cx="11375136" cy="1097280"/>
          </a:xfrm>
          <a:prstGeom prst="rect">
            <a:avLst/>
          </a:prstGeom>
          <a:solidFill>
            <a:srgbClr val="F7F9FB"/>
          </a:solidFill>
          <a:ln w="9525">
            <a:solidFill>
              <a:srgbClr val="D3DCE5"/>
            </a:solidFill>
            <a:prstDash val="solid"/>
          </a:ln>
        </p:spPr>
      </p:sp>
      <p:sp>
        <p:nvSpPr>
          <p:cNvPr id="14" name="Text 12"/>
          <p:cNvSpPr txBox="1"/>
          <p:nvPr/>
        </p:nvSpPr>
        <p:spPr>
          <a:xfrm>
            <a:off x="594360" y="4133088"/>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5" name="Text 13"/>
          <p:cNvSpPr txBox="1"/>
          <p:nvPr/>
        </p:nvSpPr>
        <p:spPr>
          <a:xfrm>
            <a:off x="1490472" y="411480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16" name="Text 14"/>
          <p:cNvSpPr txBox="1"/>
          <p:nvPr/>
        </p:nvSpPr>
        <p:spPr>
          <a:xfrm>
            <a:off x="1490472" y="442569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17" name="Text 15"/>
          <p:cNvSpPr txBox="1"/>
          <p:nvPr/>
        </p:nvSpPr>
        <p:spPr>
          <a:xfrm>
            <a:off x="5788152" y="413308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18" name="Text 16"/>
          <p:cNvSpPr txBox="1"/>
          <p:nvPr/>
        </p:nvSpPr>
        <p:spPr>
          <a:xfrm>
            <a:off x="9939528" y="4133088"/>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19" name="Shape 17"/>
          <p:cNvSpPr/>
          <p:nvPr/>
        </p:nvSpPr>
        <p:spPr>
          <a:xfrm>
            <a:off x="411480" y="2816352"/>
            <a:ext cx="11375136" cy="1097280"/>
          </a:xfrm>
          <a:prstGeom prst="rect">
            <a:avLst/>
          </a:prstGeom>
          <a:solidFill>
            <a:srgbClr val="F7F9FB"/>
          </a:solidFill>
          <a:ln w="9525">
            <a:solidFill>
              <a:srgbClr val="D3DCE5"/>
            </a:solidFill>
            <a:prstDash val="solid"/>
          </a:ln>
        </p:spPr>
      </p:sp>
      <p:sp>
        <p:nvSpPr>
          <p:cNvPr id="20" name="Text 18"/>
          <p:cNvSpPr txBox="1"/>
          <p:nvPr/>
        </p:nvSpPr>
        <p:spPr>
          <a:xfrm>
            <a:off x="594360" y="2944368"/>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1" name="Text 19"/>
          <p:cNvSpPr txBox="1"/>
          <p:nvPr/>
        </p:nvSpPr>
        <p:spPr>
          <a:xfrm>
            <a:off x="1490472" y="292608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2" name="Text 20"/>
          <p:cNvSpPr txBox="1"/>
          <p:nvPr/>
        </p:nvSpPr>
        <p:spPr>
          <a:xfrm>
            <a:off x="1490472" y="323697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3" name="Text 21"/>
          <p:cNvSpPr txBox="1"/>
          <p:nvPr/>
        </p:nvSpPr>
        <p:spPr>
          <a:xfrm>
            <a:off x="5788152" y="294436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4" name="Text 22"/>
          <p:cNvSpPr txBox="1"/>
          <p:nvPr/>
        </p:nvSpPr>
        <p:spPr>
          <a:xfrm>
            <a:off x="9939528" y="2944368"/>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5" name="Shape 23"/>
          <p:cNvSpPr/>
          <p:nvPr/>
        </p:nvSpPr>
        <p:spPr>
          <a:xfrm>
            <a:off x="411480" y="1627632"/>
            <a:ext cx="11375136" cy="1097280"/>
          </a:xfrm>
          <a:prstGeom prst="rect">
            <a:avLst/>
          </a:prstGeom>
          <a:solidFill>
            <a:srgbClr val="D6EBE7"/>
          </a:solidFill>
          <a:ln w="9525">
            <a:solidFill>
              <a:srgbClr val="AFD3CC"/>
            </a:solidFill>
            <a:prstDash val="solid"/>
          </a:ln>
        </p:spPr>
      </p:sp>
      <p:sp>
        <p:nvSpPr>
          <p:cNvPr id="26" name="Text 24"/>
          <p:cNvSpPr txBox="1"/>
          <p:nvPr/>
        </p:nvSpPr>
        <p:spPr>
          <a:xfrm>
            <a:off x="594360" y="1755648"/>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27" name="Text 25"/>
          <p:cNvSpPr txBox="1"/>
          <p:nvPr/>
        </p:nvSpPr>
        <p:spPr>
          <a:xfrm>
            <a:off x="1490472" y="173736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28" name="Text 26"/>
          <p:cNvSpPr txBox="1"/>
          <p:nvPr/>
        </p:nvSpPr>
        <p:spPr>
          <a:xfrm>
            <a:off x="1490472" y="204825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29" name="Text 27"/>
          <p:cNvSpPr txBox="1"/>
          <p:nvPr/>
        </p:nvSpPr>
        <p:spPr>
          <a:xfrm>
            <a:off x="5788152" y="175564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0" name="Text 28"/>
          <p:cNvSpPr txBox="1"/>
          <p:nvPr/>
        </p:nvSpPr>
        <p:spPr>
          <a:xfrm>
            <a:off x="9939528" y="1755648"/>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1" name="Text 2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50" dirty="0"/>
          </a:p>
        </p:txBody>
      </p:sp>
      <p:sp>
        <p:nvSpPr>
          <p:cNvPr id="32" name="Text 3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Carbon intensity is becoming a condition of sale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tonne that cannot be declared cannot be sold into the highest-value chains at any price. PLS is building tonnes that can be.</a:t>
            </a:r>
            <a:endParaRPr lang="en-US" sz="1200" dirty="0"/>
          </a:p>
        </p:txBody>
      </p:sp>
      <p:sp>
        <p:nvSpPr>
          <p:cNvPr id="13" name="Shape 11"/>
          <p:cNvSpPr/>
          <p:nvPr/>
        </p:nvSpPr>
        <p:spPr>
          <a:xfrm>
            <a:off x="411480" y="1627632"/>
            <a:ext cx="2688336" cy="1810512"/>
          </a:xfrm>
          <a:prstGeom prst="rect">
            <a:avLst/>
          </a:prstGeom>
          <a:solidFill>
            <a:srgbClr val="D6EBE7"/>
          </a:solidFill>
          <a:ln w="9525">
            <a:solidFill>
              <a:srgbClr val="AFD3CC"/>
            </a:solidFill>
            <a:prstDash val="solid"/>
          </a:ln>
        </p:spPr>
      </p:sp>
      <p:sp>
        <p:nvSpPr>
          <p:cNvPr id="14" name="Text 12"/>
          <p:cNvSpPr txBox="1"/>
          <p:nvPr/>
        </p:nvSpPr>
        <p:spPr>
          <a:xfrm>
            <a:off x="55778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5" name="Text 13"/>
          <p:cNvSpPr txBox="1"/>
          <p:nvPr/>
        </p:nvSpPr>
        <p:spPr>
          <a:xfrm>
            <a:off x="55778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16" name="Text 14"/>
          <p:cNvSpPr txBox="1"/>
          <p:nvPr/>
        </p:nvSpPr>
        <p:spPr>
          <a:xfrm>
            <a:off x="55778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17" name="Text 15"/>
          <p:cNvSpPr txBox="1"/>
          <p:nvPr/>
        </p:nvSpPr>
        <p:spPr>
          <a:xfrm>
            <a:off x="309981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18" name="Shape 16"/>
          <p:cNvSpPr/>
          <p:nvPr/>
        </p:nvSpPr>
        <p:spPr>
          <a:xfrm>
            <a:off x="3291840" y="1627632"/>
            <a:ext cx="2688336" cy="1810512"/>
          </a:xfrm>
          <a:prstGeom prst="rect">
            <a:avLst/>
          </a:prstGeom>
          <a:solidFill>
            <a:srgbClr val="F7F9FB"/>
          </a:solidFill>
          <a:ln w="9525">
            <a:solidFill>
              <a:srgbClr val="D3DCE5"/>
            </a:solidFill>
            <a:prstDash val="solid"/>
          </a:ln>
        </p:spPr>
      </p:sp>
      <p:sp>
        <p:nvSpPr>
          <p:cNvPr id="19" name="Text 17"/>
          <p:cNvSpPr txBox="1"/>
          <p:nvPr/>
        </p:nvSpPr>
        <p:spPr>
          <a:xfrm>
            <a:off x="343814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0" name="Text 18"/>
          <p:cNvSpPr txBox="1"/>
          <p:nvPr/>
        </p:nvSpPr>
        <p:spPr>
          <a:xfrm>
            <a:off x="343814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1" name="Text 19"/>
          <p:cNvSpPr txBox="1"/>
          <p:nvPr/>
        </p:nvSpPr>
        <p:spPr>
          <a:xfrm>
            <a:off x="343814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2" name="Text 20"/>
          <p:cNvSpPr txBox="1"/>
          <p:nvPr/>
        </p:nvSpPr>
        <p:spPr>
          <a:xfrm>
            <a:off x="598017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3" name="Shape 21"/>
          <p:cNvSpPr/>
          <p:nvPr/>
        </p:nvSpPr>
        <p:spPr>
          <a:xfrm>
            <a:off x="6172200" y="1627632"/>
            <a:ext cx="2688336" cy="1810512"/>
          </a:xfrm>
          <a:prstGeom prst="rect">
            <a:avLst/>
          </a:prstGeom>
          <a:solidFill>
            <a:srgbClr val="F7F9FB"/>
          </a:solidFill>
          <a:ln w="9525">
            <a:solidFill>
              <a:srgbClr val="D3DCE5"/>
            </a:solidFill>
            <a:prstDash val="solid"/>
          </a:ln>
        </p:spPr>
      </p:sp>
      <p:sp>
        <p:nvSpPr>
          <p:cNvPr id="24" name="Text 22"/>
          <p:cNvSpPr txBox="1"/>
          <p:nvPr/>
        </p:nvSpPr>
        <p:spPr>
          <a:xfrm>
            <a:off x="631850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631850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26" name="Text 24"/>
          <p:cNvSpPr txBox="1"/>
          <p:nvPr/>
        </p:nvSpPr>
        <p:spPr>
          <a:xfrm>
            <a:off x="631850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27" name="Text 25"/>
          <p:cNvSpPr txBox="1"/>
          <p:nvPr/>
        </p:nvSpPr>
        <p:spPr>
          <a:xfrm>
            <a:off x="886053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8" name="Shape 26"/>
          <p:cNvSpPr/>
          <p:nvPr/>
        </p:nvSpPr>
        <p:spPr>
          <a:xfrm>
            <a:off x="9052560" y="1627632"/>
            <a:ext cx="2688336" cy="1810512"/>
          </a:xfrm>
          <a:prstGeom prst="rect">
            <a:avLst/>
          </a:prstGeom>
          <a:solidFill>
            <a:srgbClr val="D6EBE7"/>
          </a:solidFill>
          <a:ln w="9525">
            <a:solidFill>
              <a:srgbClr val="AFD3CC"/>
            </a:solidFill>
            <a:prstDash val="solid"/>
          </a:ln>
        </p:spPr>
      </p:sp>
      <p:sp>
        <p:nvSpPr>
          <p:cNvPr id="29" name="Text 27"/>
          <p:cNvSpPr txBox="1"/>
          <p:nvPr/>
        </p:nvSpPr>
        <p:spPr>
          <a:xfrm>
            <a:off x="919886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0" name="Text 28"/>
          <p:cNvSpPr txBox="1"/>
          <p:nvPr/>
        </p:nvSpPr>
        <p:spPr>
          <a:xfrm>
            <a:off x="919886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1" name="Text 29"/>
          <p:cNvSpPr txBox="1"/>
          <p:nvPr/>
        </p:nvSpPr>
        <p:spPr>
          <a:xfrm>
            <a:off x="919886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2" name="Shape 30"/>
          <p:cNvSpPr/>
          <p:nvPr/>
        </p:nvSpPr>
        <p:spPr>
          <a:xfrm>
            <a:off x="411480" y="3602736"/>
            <a:ext cx="5532120" cy="1700784"/>
          </a:xfrm>
          <a:prstGeom prst="rect">
            <a:avLst/>
          </a:prstGeom>
          <a:solidFill>
            <a:srgbClr val="FBEBD9"/>
          </a:solidFill>
          <a:ln w="9525">
            <a:solidFill>
              <a:srgbClr val="E8C9A3"/>
            </a:solidFill>
            <a:prstDash val="solid"/>
          </a:ln>
        </p:spPr>
      </p:sp>
      <p:sp>
        <p:nvSpPr>
          <p:cNvPr id="33" name="Text 31"/>
          <p:cNvSpPr txBox="1"/>
          <p:nvPr/>
        </p:nvSpPr>
        <p:spPr>
          <a:xfrm>
            <a:off x="576072" y="373075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4" name="Text 32"/>
          <p:cNvSpPr txBox="1"/>
          <p:nvPr/>
        </p:nvSpPr>
        <p:spPr>
          <a:xfrm>
            <a:off x="576072" y="4059936"/>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A$6.12 target. It is quantified on the next page and held outside.</a:t>
            </a:r>
            <a:endParaRPr lang="en-US" sz="940" dirty="0"/>
          </a:p>
        </p:txBody>
      </p:sp>
      <p:sp>
        <p:nvSpPr>
          <p:cNvPr id="35" name="Shape 33"/>
          <p:cNvSpPr/>
          <p:nvPr/>
        </p:nvSpPr>
        <p:spPr>
          <a:xfrm>
            <a:off x="6153912" y="3602736"/>
            <a:ext cx="5632704" cy="1700784"/>
          </a:xfrm>
          <a:prstGeom prst="rect">
            <a:avLst/>
          </a:prstGeom>
          <a:solidFill>
            <a:srgbClr val="D6EBE7"/>
          </a:solidFill>
          <a:ln w="9525">
            <a:solidFill>
              <a:srgbClr val="AFD3CC"/>
            </a:solidFill>
            <a:prstDash val="solid"/>
          </a:ln>
        </p:spPr>
      </p:sp>
      <p:sp>
        <p:nvSpPr>
          <p:cNvPr id="36" name="Text 34"/>
          <p:cNvSpPr txBox="1"/>
          <p:nvPr/>
        </p:nvSpPr>
        <p:spPr>
          <a:xfrm>
            <a:off x="6318504" y="373075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37" name="Text 35"/>
          <p:cNvSpPr txBox="1"/>
          <p:nvPr/>
        </p:nvSpPr>
        <p:spPr>
          <a:xfrm>
            <a:off x="6318504" y="4059936"/>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38" name="Text 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50" dirty="0"/>
          </a:p>
        </p:txBody>
      </p:sp>
      <p:sp>
        <p:nvSpPr>
          <p:cNvPr id="39" name="Text 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Productivity: real money, honestly labelled</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These two levers are worth about A$48/t. They are also things a good operator would do without an ESG label, and we would rather say so than be caught pretending otherwise.</a:t>
            </a:r>
            <a:endParaRPr lang="en-US" sz="1200" dirty="0"/>
          </a:p>
        </p:txBody>
      </p:sp>
      <p:sp>
        <p:nvSpPr>
          <p:cNvPr id="13" name="Shape 11"/>
          <p:cNvSpPr/>
          <p:nvPr/>
        </p:nvSpPr>
        <p:spPr>
          <a:xfrm>
            <a:off x="411480" y="1627632"/>
            <a:ext cx="5532120" cy="2103120"/>
          </a:xfrm>
          <a:prstGeom prst="rect">
            <a:avLst/>
          </a:prstGeom>
          <a:solidFill>
            <a:srgbClr val="F7F9FB"/>
          </a:solidFill>
          <a:ln w="9525">
            <a:solidFill>
              <a:srgbClr val="D3DCE5"/>
            </a:solidFill>
            <a:prstDash val="solid"/>
          </a:ln>
        </p:spPr>
      </p:sp>
      <p:sp>
        <p:nvSpPr>
          <p:cNvPr id="14"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5" name="Text 13"/>
          <p:cNvSpPr txBox="1"/>
          <p:nvPr/>
        </p:nvSpPr>
        <p:spPr>
          <a:xfrm>
            <a:off x="576072" y="2084832"/>
            <a:ext cx="520293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20" dirty="0"/>
          </a:p>
        </p:txBody>
      </p:sp>
      <p:sp>
        <p:nvSpPr>
          <p:cNvPr id="16" name="Shape 14"/>
          <p:cNvSpPr/>
          <p:nvPr/>
        </p:nvSpPr>
        <p:spPr>
          <a:xfrm>
            <a:off x="6153912" y="1627632"/>
            <a:ext cx="5632704" cy="2103120"/>
          </a:xfrm>
          <a:prstGeom prst="rect">
            <a:avLst/>
          </a:prstGeom>
          <a:solidFill>
            <a:srgbClr val="F7F9FB"/>
          </a:solidFill>
          <a:ln w="9525">
            <a:solidFill>
              <a:srgbClr val="D3DCE5"/>
            </a:solidFill>
            <a:prstDash val="solid"/>
          </a:ln>
        </p:spPr>
      </p:sp>
      <p:sp>
        <p:nvSpPr>
          <p:cNvPr id="17"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18" name="Text 16"/>
          <p:cNvSpPr txBox="1"/>
          <p:nvPr/>
        </p:nvSpPr>
        <p:spPr>
          <a:xfrm>
            <a:off x="6318504" y="2084832"/>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19" name="Shape 17"/>
          <p:cNvSpPr/>
          <p:nvPr/>
        </p:nvSpPr>
        <p:spPr>
          <a:xfrm>
            <a:off x="411480" y="3895344"/>
            <a:ext cx="3931920" cy="292608"/>
          </a:xfrm>
          <a:prstGeom prst="rect">
            <a:avLst/>
          </a:prstGeom>
          <a:solidFill>
            <a:srgbClr val="10233A"/>
          </a:solidFill>
          <a:ln/>
        </p:spPr>
      </p:sp>
      <p:sp>
        <p:nvSpPr>
          <p:cNvPr id="20" name="Text 18"/>
          <p:cNvSpPr txBox="1"/>
          <p:nvPr/>
        </p:nvSpPr>
        <p:spPr>
          <a:xfrm>
            <a:off x="475488" y="3895344"/>
            <a:ext cx="3803904" cy="292608"/>
          </a:xfrm>
          <a:prstGeom prst="rect">
            <a:avLst/>
          </a:prstGeom>
          <a:noFill/>
          <a:ln/>
        </p:spPr>
        <p:txBody>
          <a:bodyPr wrap="square" lIns="0" tIns="0" rIns="0" bIns="0" rtlCol="0" anchor="ctr"/>
          <a:lstStyle/>
          <a:p>
            <a:pPr algn="l" indent="0" marL="0">
              <a:buNone/>
            </a:pPr>
            <a:endParaRPr lang="en-US" sz="840" dirty="0"/>
          </a:p>
        </p:txBody>
      </p:sp>
      <p:sp>
        <p:nvSpPr>
          <p:cNvPr id="21" name="Shape 19"/>
          <p:cNvSpPr/>
          <p:nvPr/>
        </p:nvSpPr>
        <p:spPr>
          <a:xfrm>
            <a:off x="4343400" y="3895344"/>
            <a:ext cx="1143000" cy="292608"/>
          </a:xfrm>
          <a:prstGeom prst="rect">
            <a:avLst/>
          </a:prstGeom>
          <a:solidFill>
            <a:srgbClr val="10233A"/>
          </a:solidFill>
          <a:ln/>
        </p:spPr>
      </p:sp>
      <p:sp>
        <p:nvSpPr>
          <p:cNvPr id="22" name="Text 20"/>
          <p:cNvSpPr txBox="1"/>
          <p:nvPr/>
        </p:nvSpPr>
        <p:spPr>
          <a:xfrm>
            <a:off x="4407408" y="3895344"/>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3" name="Shape 21"/>
          <p:cNvSpPr/>
          <p:nvPr/>
        </p:nvSpPr>
        <p:spPr>
          <a:xfrm>
            <a:off x="5486400" y="3895344"/>
            <a:ext cx="2788920" cy="292608"/>
          </a:xfrm>
          <a:prstGeom prst="rect">
            <a:avLst/>
          </a:prstGeom>
          <a:solidFill>
            <a:srgbClr val="10233A"/>
          </a:solidFill>
          <a:ln/>
        </p:spPr>
      </p:sp>
      <p:sp>
        <p:nvSpPr>
          <p:cNvPr id="24" name="Text 22"/>
          <p:cNvSpPr txBox="1"/>
          <p:nvPr/>
        </p:nvSpPr>
        <p:spPr>
          <a:xfrm>
            <a:off x="5550408" y="3895344"/>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5" name="Shape 23"/>
          <p:cNvSpPr/>
          <p:nvPr/>
        </p:nvSpPr>
        <p:spPr>
          <a:xfrm>
            <a:off x="8275320" y="3895344"/>
            <a:ext cx="1188720" cy="292608"/>
          </a:xfrm>
          <a:prstGeom prst="rect">
            <a:avLst/>
          </a:prstGeom>
          <a:solidFill>
            <a:srgbClr val="10233A"/>
          </a:solidFill>
          <a:ln/>
        </p:spPr>
      </p:sp>
      <p:sp>
        <p:nvSpPr>
          <p:cNvPr id="26" name="Text 24"/>
          <p:cNvSpPr txBox="1"/>
          <p:nvPr/>
        </p:nvSpPr>
        <p:spPr>
          <a:xfrm>
            <a:off x="8339328" y="3895344"/>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27" name="Shape 25"/>
          <p:cNvSpPr/>
          <p:nvPr/>
        </p:nvSpPr>
        <p:spPr>
          <a:xfrm>
            <a:off x="9464040" y="3895344"/>
            <a:ext cx="2322576" cy="292608"/>
          </a:xfrm>
          <a:prstGeom prst="rect">
            <a:avLst/>
          </a:prstGeom>
          <a:solidFill>
            <a:srgbClr val="10233A"/>
          </a:solidFill>
          <a:ln/>
        </p:spPr>
      </p:sp>
      <p:sp>
        <p:nvSpPr>
          <p:cNvPr id="28" name="Text 26"/>
          <p:cNvSpPr txBox="1"/>
          <p:nvPr/>
        </p:nvSpPr>
        <p:spPr>
          <a:xfrm>
            <a:off x="9528048" y="3895344"/>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29" name="Shape 27"/>
          <p:cNvSpPr/>
          <p:nvPr/>
        </p:nvSpPr>
        <p:spPr>
          <a:xfrm>
            <a:off x="411480" y="4187952"/>
            <a:ext cx="3931920" cy="274320"/>
          </a:xfrm>
          <a:prstGeom prst="rect">
            <a:avLst/>
          </a:prstGeom>
          <a:solidFill>
            <a:srgbClr val="FFFFFF"/>
          </a:solidFill>
          <a:ln w="6350">
            <a:solidFill>
              <a:srgbClr val="D3DCE5"/>
            </a:solidFill>
            <a:prstDash val="solid"/>
          </a:ln>
        </p:spPr>
      </p:sp>
      <p:sp>
        <p:nvSpPr>
          <p:cNvPr id="30" name="Text 28"/>
          <p:cNvSpPr txBox="1"/>
          <p:nvPr/>
        </p:nvSpPr>
        <p:spPr>
          <a:xfrm>
            <a:off x="475488" y="418795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1" name="Shape 29"/>
          <p:cNvSpPr/>
          <p:nvPr/>
        </p:nvSpPr>
        <p:spPr>
          <a:xfrm>
            <a:off x="4343400" y="4187952"/>
            <a:ext cx="1143000" cy="274320"/>
          </a:xfrm>
          <a:prstGeom prst="rect">
            <a:avLst/>
          </a:prstGeom>
          <a:solidFill>
            <a:srgbClr val="FFFFFF"/>
          </a:solidFill>
          <a:ln w="6350">
            <a:solidFill>
              <a:srgbClr val="D3DCE5"/>
            </a:solidFill>
            <a:prstDash val="solid"/>
          </a:ln>
        </p:spPr>
      </p:sp>
      <p:sp>
        <p:nvSpPr>
          <p:cNvPr id="32" name="Text 30"/>
          <p:cNvSpPr txBox="1"/>
          <p:nvPr/>
        </p:nvSpPr>
        <p:spPr>
          <a:xfrm>
            <a:off x="4407408" y="418795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3" name="Shape 31"/>
          <p:cNvSpPr/>
          <p:nvPr/>
        </p:nvSpPr>
        <p:spPr>
          <a:xfrm>
            <a:off x="5486400" y="4187952"/>
            <a:ext cx="2788920" cy="274320"/>
          </a:xfrm>
          <a:prstGeom prst="rect">
            <a:avLst/>
          </a:prstGeom>
          <a:solidFill>
            <a:srgbClr val="FFFFFF"/>
          </a:solidFill>
          <a:ln w="6350">
            <a:solidFill>
              <a:srgbClr val="D3DCE5"/>
            </a:solidFill>
            <a:prstDash val="solid"/>
          </a:ln>
        </p:spPr>
      </p:sp>
      <p:sp>
        <p:nvSpPr>
          <p:cNvPr id="34" name="Text 32"/>
          <p:cNvSpPr txBox="1"/>
          <p:nvPr/>
        </p:nvSpPr>
        <p:spPr>
          <a:xfrm>
            <a:off x="5550408" y="418795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5" name="Shape 33"/>
          <p:cNvSpPr/>
          <p:nvPr/>
        </p:nvSpPr>
        <p:spPr>
          <a:xfrm>
            <a:off x="8275320" y="4187952"/>
            <a:ext cx="1188720" cy="274320"/>
          </a:xfrm>
          <a:prstGeom prst="rect">
            <a:avLst/>
          </a:prstGeom>
          <a:solidFill>
            <a:srgbClr val="FFFFFF"/>
          </a:solidFill>
          <a:ln w="6350">
            <a:solidFill>
              <a:srgbClr val="D3DCE5"/>
            </a:solidFill>
            <a:prstDash val="solid"/>
          </a:ln>
        </p:spPr>
      </p:sp>
      <p:sp>
        <p:nvSpPr>
          <p:cNvPr id="36" name="Text 34"/>
          <p:cNvSpPr txBox="1"/>
          <p:nvPr/>
        </p:nvSpPr>
        <p:spPr>
          <a:xfrm>
            <a:off x="8339328" y="418795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37" name="Shape 35"/>
          <p:cNvSpPr/>
          <p:nvPr/>
        </p:nvSpPr>
        <p:spPr>
          <a:xfrm>
            <a:off x="9464040" y="4187952"/>
            <a:ext cx="2322576" cy="274320"/>
          </a:xfrm>
          <a:prstGeom prst="rect">
            <a:avLst/>
          </a:prstGeom>
          <a:solidFill>
            <a:srgbClr val="FFFFFF"/>
          </a:solidFill>
          <a:ln w="6350">
            <a:solidFill>
              <a:srgbClr val="D3DCE5"/>
            </a:solidFill>
            <a:prstDash val="solid"/>
          </a:ln>
        </p:spPr>
      </p:sp>
      <p:sp>
        <p:nvSpPr>
          <p:cNvPr id="38" name="Text 36"/>
          <p:cNvSpPr txBox="1"/>
          <p:nvPr/>
        </p:nvSpPr>
        <p:spPr>
          <a:xfrm>
            <a:off x="9528048" y="4187952"/>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39" name="Shape 37"/>
          <p:cNvSpPr/>
          <p:nvPr/>
        </p:nvSpPr>
        <p:spPr>
          <a:xfrm>
            <a:off x="411480" y="4462272"/>
            <a:ext cx="3931920" cy="274320"/>
          </a:xfrm>
          <a:prstGeom prst="rect">
            <a:avLst/>
          </a:prstGeom>
          <a:solidFill>
            <a:srgbClr val="F7F9FB"/>
          </a:solidFill>
          <a:ln w="6350">
            <a:solidFill>
              <a:srgbClr val="D3DCE5"/>
            </a:solidFill>
            <a:prstDash val="solid"/>
          </a:ln>
        </p:spPr>
      </p:sp>
      <p:sp>
        <p:nvSpPr>
          <p:cNvPr id="40" name="Text 38"/>
          <p:cNvSpPr txBox="1"/>
          <p:nvPr/>
        </p:nvSpPr>
        <p:spPr>
          <a:xfrm>
            <a:off x="475488" y="446227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1" name="Shape 39"/>
          <p:cNvSpPr/>
          <p:nvPr/>
        </p:nvSpPr>
        <p:spPr>
          <a:xfrm>
            <a:off x="4343400" y="4462272"/>
            <a:ext cx="1143000" cy="274320"/>
          </a:xfrm>
          <a:prstGeom prst="rect">
            <a:avLst/>
          </a:prstGeom>
          <a:solidFill>
            <a:srgbClr val="F7F9FB"/>
          </a:solidFill>
          <a:ln w="6350">
            <a:solidFill>
              <a:srgbClr val="D3DCE5"/>
            </a:solidFill>
            <a:prstDash val="solid"/>
          </a:ln>
        </p:spPr>
      </p:sp>
      <p:sp>
        <p:nvSpPr>
          <p:cNvPr id="42" name="Text 40"/>
          <p:cNvSpPr txBox="1"/>
          <p:nvPr/>
        </p:nvSpPr>
        <p:spPr>
          <a:xfrm>
            <a:off x="4407408" y="446227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3" name="Shape 41"/>
          <p:cNvSpPr/>
          <p:nvPr/>
        </p:nvSpPr>
        <p:spPr>
          <a:xfrm>
            <a:off x="5486400" y="4462272"/>
            <a:ext cx="2788920" cy="274320"/>
          </a:xfrm>
          <a:prstGeom prst="rect">
            <a:avLst/>
          </a:prstGeom>
          <a:solidFill>
            <a:srgbClr val="F7F9FB"/>
          </a:solidFill>
          <a:ln w="6350">
            <a:solidFill>
              <a:srgbClr val="D3DCE5"/>
            </a:solidFill>
            <a:prstDash val="solid"/>
          </a:ln>
        </p:spPr>
      </p:sp>
      <p:sp>
        <p:nvSpPr>
          <p:cNvPr id="44" name="Text 42"/>
          <p:cNvSpPr txBox="1"/>
          <p:nvPr/>
        </p:nvSpPr>
        <p:spPr>
          <a:xfrm>
            <a:off x="5550408" y="446227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5" name="Shape 43"/>
          <p:cNvSpPr/>
          <p:nvPr/>
        </p:nvSpPr>
        <p:spPr>
          <a:xfrm>
            <a:off x="8275320" y="4462272"/>
            <a:ext cx="1188720" cy="274320"/>
          </a:xfrm>
          <a:prstGeom prst="rect">
            <a:avLst/>
          </a:prstGeom>
          <a:solidFill>
            <a:srgbClr val="F7F9FB"/>
          </a:solidFill>
          <a:ln w="6350">
            <a:solidFill>
              <a:srgbClr val="D3DCE5"/>
            </a:solidFill>
            <a:prstDash val="solid"/>
          </a:ln>
        </p:spPr>
      </p:sp>
      <p:sp>
        <p:nvSpPr>
          <p:cNvPr id="46" name="Text 44"/>
          <p:cNvSpPr txBox="1"/>
          <p:nvPr/>
        </p:nvSpPr>
        <p:spPr>
          <a:xfrm>
            <a:off x="8339328" y="446227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47" name="Shape 45"/>
          <p:cNvSpPr/>
          <p:nvPr/>
        </p:nvSpPr>
        <p:spPr>
          <a:xfrm>
            <a:off x="9464040" y="4462272"/>
            <a:ext cx="2322576" cy="274320"/>
          </a:xfrm>
          <a:prstGeom prst="rect">
            <a:avLst/>
          </a:prstGeom>
          <a:solidFill>
            <a:srgbClr val="F7F9FB"/>
          </a:solidFill>
          <a:ln w="6350">
            <a:solidFill>
              <a:srgbClr val="D3DCE5"/>
            </a:solidFill>
            <a:prstDash val="solid"/>
          </a:ln>
        </p:spPr>
      </p:sp>
      <p:sp>
        <p:nvSpPr>
          <p:cNvPr id="48" name="Text 46"/>
          <p:cNvSpPr txBox="1"/>
          <p:nvPr/>
        </p:nvSpPr>
        <p:spPr>
          <a:xfrm>
            <a:off x="9528048" y="4462272"/>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49" name="Shape 47"/>
          <p:cNvSpPr/>
          <p:nvPr/>
        </p:nvSpPr>
        <p:spPr>
          <a:xfrm>
            <a:off x="411480" y="4736592"/>
            <a:ext cx="3931920" cy="274320"/>
          </a:xfrm>
          <a:prstGeom prst="rect">
            <a:avLst/>
          </a:prstGeom>
          <a:solidFill>
            <a:srgbClr val="D6EBE7"/>
          </a:solidFill>
          <a:ln w="6350">
            <a:solidFill>
              <a:srgbClr val="D3DCE5"/>
            </a:solidFill>
            <a:prstDash val="solid"/>
          </a:ln>
        </p:spPr>
      </p:sp>
      <p:sp>
        <p:nvSpPr>
          <p:cNvPr id="50" name="Text 48"/>
          <p:cNvSpPr txBox="1"/>
          <p:nvPr/>
        </p:nvSpPr>
        <p:spPr>
          <a:xfrm>
            <a:off x="475488" y="4736592"/>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1" name="Shape 49"/>
          <p:cNvSpPr/>
          <p:nvPr/>
        </p:nvSpPr>
        <p:spPr>
          <a:xfrm>
            <a:off x="4343400" y="4736592"/>
            <a:ext cx="1143000" cy="274320"/>
          </a:xfrm>
          <a:prstGeom prst="rect">
            <a:avLst/>
          </a:prstGeom>
          <a:solidFill>
            <a:srgbClr val="D6EBE7"/>
          </a:solidFill>
          <a:ln w="6350">
            <a:solidFill>
              <a:srgbClr val="D3DCE5"/>
            </a:solidFill>
            <a:prstDash val="solid"/>
          </a:ln>
        </p:spPr>
      </p:sp>
      <p:sp>
        <p:nvSpPr>
          <p:cNvPr id="52" name="Text 50"/>
          <p:cNvSpPr txBox="1"/>
          <p:nvPr/>
        </p:nvSpPr>
        <p:spPr>
          <a:xfrm>
            <a:off x="4407408" y="4736592"/>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3" name="Shape 51"/>
          <p:cNvSpPr/>
          <p:nvPr/>
        </p:nvSpPr>
        <p:spPr>
          <a:xfrm>
            <a:off x="5486400" y="4736592"/>
            <a:ext cx="2788920" cy="274320"/>
          </a:xfrm>
          <a:prstGeom prst="rect">
            <a:avLst/>
          </a:prstGeom>
          <a:solidFill>
            <a:srgbClr val="D6EBE7"/>
          </a:solidFill>
          <a:ln w="6350">
            <a:solidFill>
              <a:srgbClr val="D3DCE5"/>
            </a:solidFill>
            <a:prstDash val="solid"/>
          </a:ln>
        </p:spPr>
      </p:sp>
      <p:sp>
        <p:nvSpPr>
          <p:cNvPr id="54" name="Text 52"/>
          <p:cNvSpPr txBox="1"/>
          <p:nvPr/>
        </p:nvSpPr>
        <p:spPr>
          <a:xfrm>
            <a:off x="5550408" y="4736592"/>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5" name="Shape 53"/>
          <p:cNvSpPr/>
          <p:nvPr/>
        </p:nvSpPr>
        <p:spPr>
          <a:xfrm>
            <a:off x="8275320" y="4736592"/>
            <a:ext cx="1188720" cy="274320"/>
          </a:xfrm>
          <a:prstGeom prst="rect">
            <a:avLst/>
          </a:prstGeom>
          <a:solidFill>
            <a:srgbClr val="D6EBE7"/>
          </a:solidFill>
          <a:ln w="6350">
            <a:solidFill>
              <a:srgbClr val="D3DCE5"/>
            </a:solidFill>
            <a:prstDash val="solid"/>
          </a:ln>
        </p:spPr>
      </p:sp>
      <p:sp>
        <p:nvSpPr>
          <p:cNvPr id="56" name="Text 54"/>
          <p:cNvSpPr txBox="1"/>
          <p:nvPr/>
        </p:nvSpPr>
        <p:spPr>
          <a:xfrm>
            <a:off x="8339328" y="4736592"/>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57" name="Shape 55"/>
          <p:cNvSpPr/>
          <p:nvPr/>
        </p:nvSpPr>
        <p:spPr>
          <a:xfrm>
            <a:off x="9464040" y="4736592"/>
            <a:ext cx="2322576" cy="274320"/>
          </a:xfrm>
          <a:prstGeom prst="rect">
            <a:avLst/>
          </a:prstGeom>
          <a:solidFill>
            <a:srgbClr val="D6EBE7"/>
          </a:solidFill>
          <a:ln w="6350">
            <a:solidFill>
              <a:srgbClr val="D3DCE5"/>
            </a:solidFill>
            <a:prstDash val="solid"/>
          </a:ln>
        </p:spPr>
      </p:sp>
      <p:sp>
        <p:nvSpPr>
          <p:cNvPr id="58" name="Text 56"/>
          <p:cNvSpPr txBox="1"/>
          <p:nvPr/>
        </p:nvSpPr>
        <p:spPr>
          <a:xfrm>
            <a:off x="9528048" y="4736592"/>
            <a:ext cx="2194560" cy="274320"/>
          </a:xfrm>
          <a:prstGeom prst="rect">
            <a:avLst/>
          </a:prstGeom>
          <a:noFill/>
          <a:ln/>
        </p:spPr>
        <p:txBody>
          <a:bodyPr wrap="square" lIns="0" tIns="0" rIns="0" bIns="0" rtlCol="0" anchor="ctr"/>
          <a:lstStyle/>
          <a:p>
            <a:pPr algn="ctr" indent="0" marL="0">
              <a:buNone/>
            </a:pPr>
            <a:endParaRPr lang="en-US" sz="900" dirty="0"/>
          </a:p>
        </p:txBody>
      </p:sp>
      <p:sp>
        <p:nvSpPr>
          <p:cNvPr id="59" name="Shape 57"/>
          <p:cNvSpPr/>
          <p:nvPr/>
        </p:nvSpPr>
        <p:spPr>
          <a:xfrm>
            <a:off x="411480" y="5010912"/>
            <a:ext cx="11375136" cy="566928"/>
          </a:xfrm>
          <a:prstGeom prst="rect">
            <a:avLst/>
          </a:prstGeom>
          <a:solidFill>
            <a:srgbClr val="EEF2F6"/>
          </a:solidFill>
          <a:ln w="9525">
            <a:solidFill>
              <a:srgbClr val="D3DCE5"/>
            </a:solidFill>
            <a:prstDash val="solid"/>
          </a:ln>
        </p:spPr>
      </p:sp>
      <p:sp>
        <p:nvSpPr>
          <p:cNvPr id="60" name="Text 58"/>
          <p:cNvSpPr txBox="1"/>
          <p:nvPr/>
        </p:nvSpPr>
        <p:spPr>
          <a:xfrm>
            <a:off x="576072" y="5138928"/>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1" name="Text 5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50" dirty="0"/>
          </a:p>
        </p:txBody>
      </p:sp>
      <p:sp>
        <p:nvSpPr>
          <p:cNvPr id="62" name="Text 6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we found when we went looking for the gaps</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for a critical eye. Here is where PLS's shared-value story is thinner than its reporting suggests, and what we would put to management.</a:t>
            </a:r>
            <a:endParaRPr lang="en-US" sz="1200" dirty="0"/>
          </a:p>
        </p:txBody>
      </p:sp>
      <p:sp>
        <p:nvSpPr>
          <p:cNvPr id="13" name="Shape 11"/>
          <p:cNvSpPr/>
          <p:nvPr/>
        </p:nvSpPr>
        <p:spPr>
          <a:xfrm>
            <a:off x="411480" y="1627632"/>
            <a:ext cx="2331720" cy="292608"/>
          </a:xfrm>
          <a:prstGeom prst="rect">
            <a:avLst/>
          </a:prstGeom>
          <a:solidFill>
            <a:srgbClr val="10233A"/>
          </a:solidFill>
          <a:ln/>
        </p:spPr>
      </p:sp>
      <p:sp>
        <p:nvSpPr>
          <p:cNvPr id="14" name="Text 12"/>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5" name="Shape 13"/>
          <p:cNvSpPr/>
          <p:nvPr/>
        </p:nvSpPr>
        <p:spPr>
          <a:xfrm>
            <a:off x="2743200" y="1627632"/>
            <a:ext cx="4617720" cy="292608"/>
          </a:xfrm>
          <a:prstGeom prst="rect">
            <a:avLst/>
          </a:prstGeom>
          <a:solidFill>
            <a:srgbClr val="10233A"/>
          </a:solidFill>
          <a:ln/>
        </p:spPr>
      </p:sp>
      <p:sp>
        <p:nvSpPr>
          <p:cNvPr id="16" name="Text 14"/>
          <p:cNvSpPr txBox="1"/>
          <p:nvPr/>
        </p:nvSpPr>
        <p:spPr>
          <a:xfrm>
            <a:off x="2807208" y="1627632"/>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7" name="Shape 15"/>
          <p:cNvSpPr/>
          <p:nvPr/>
        </p:nvSpPr>
        <p:spPr>
          <a:xfrm>
            <a:off x="7360920" y="1627632"/>
            <a:ext cx="3017520" cy="292608"/>
          </a:xfrm>
          <a:prstGeom prst="rect">
            <a:avLst/>
          </a:prstGeom>
          <a:solidFill>
            <a:srgbClr val="10233A"/>
          </a:solidFill>
          <a:ln/>
        </p:spPr>
      </p:sp>
      <p:sp>
        <p:nvSpPr>
          <p:cNvPr id="18" name="Text 16"/>
          <p:cNvSpPr txBox="1"/>
          <p:nvPr/>
        </p:nvSpPr>
        <p:spPr>
          <a:xfrm>
            <a:off x="742492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19" name="Shape 17"/>
          <p:cNvSpPr/>
          <p:nvPr/>
        </p:nvSpPr>
        <p:spPr>
          <a:xfrm>
            <a:off x="10378440" y="1627632"/>
            <a:ext cx="1408176" cy="292608"/>
          </a:xfrm>
          <a:prstGeom prst="rect">
            <a:avLst/>
          </a:prstGeom>
          <a:solidFill>
            <a:srgbClr val="10233A"/>
          </a:solidFill>
          <a:ln/>
        </p:spPr>
      </p:sp>
      <p:sp>
        <p:nvSpPr>
          <p:cNvPr id="20" name="Text 18"/>
          <p:cNvSpPr txBox="1"/>
          <p:nvPr/>
        </p:nvSpPr>
        <p:spPr>
          <a:xfrm>
            <a:off x="10442448" y="1627632"/>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1" name="Shape 19"/>
          <p:cNvSpPr/>
          <p:nvPr/>
        </p:nvSpPr>
        <p:spPr>
          <a:xfrm>
            <a:off x="411480" y="1920240"/>
            <a:ext cx="2331720" cy="498348"/>
          </a:xfrm>
          <a:prstGeom prst="rect">
            <a:avLst/>
          </a:prstGeom>
          <a:solidFill>
            <a:srgbClr val="FFFFFF"/>
          </a:solidFill>
          <a:ln w="6350">
            <a:solidFill>
              <a:srgbClr val="D3DCE5"/>
            </a:solidFill>
            <a:prstDash val="solid"/>
          </a:ln>
        </p:spPr>
      </p:sp>
      <p:sp>
        <p:nvSpPr>
          <p:cNvPr id="22" name="Text 20"/>
          <p:cNvSpPr txBox="1"/>
          <p:nvPr/>
        </p:nvSpPr>
        <p:spPr>
          <a:xfrm>
            <a:off x="475488" y="192024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3" name="Shape 21"/>
          <p:cNvSpPr/>
          <p:nvPr/>
        </p:nvSpPr>
        <p:spPr>
          <a:xfrm>
            <a:off x="2743200" y="1920240"/>
            <a:ext cx="4617720" cy="498348"/>
          </a:xfrm>
          <a:prstGeom prst="rect">
            <a:avLst/>
          </a:prstGeom>
          <a:solidFill>
            <a:srgbClr val="FFFFFF"/>
          </a:solidFill>
          <a:ln w="6350">
            <a:solidFill>
              <a:srgbClr val="D3DCE5"/>
            </a:solidFill>
            <a:prstDash val="solid"/>
          </a:ln>
        </p:spPr>
      </p:sp>
      <p:sp>
        <p:nvSpPr>
          <p:cNvPr id="24" name="Text 22"/>
          <p:cNvSpPr txBox="1"/>
          <p:nvPr/>
        </p:nvSpPr>
        <p:spPr>
          <a:xfrm>
            <a:off x="2807208" y="192024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5" name="Shape 23"/>
          <p:cNvSpPr/>
          <p:nvPr/>
        </p:nvSpPr>
        <p:spPr>
          <a:xfrm>
            <a:off x="7360920" y="1920240"/>
            <a:ext cx="3017520" cy="498348"/>
          </a:xfrm>
          <a:prstGeom prst="rect">
            <a:avLst/>
          </a:prstGeom>
          <a:solidFill>
            <a:srgbClr val="FFFFFF"/>
          </a:solidFill>
          <a:ln w="6350">
            <a:solidFill>
              <a:srgbClr val="D3DCE5"/>
            </a:solidFill>
            <a:prstDash val="solid"/>
          </a:ln>
        </p:spPr>
      </p:sp>
      <p:sp>
        <p:nvSpPr>
          <p:cNvPr id="26" name="Text 24"/>
          <p:cNvSpPr txBox="1"/>
          <p:nvPr/>
        </p:nvSpPr>
        <p:spPr>
          <a:xfrm>
            <a:off x="7424928" y="192024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27" name="Shape 25"/>
          <p:cNvSpPr/>
          <p:nvPr/>
        </p:nvSpPr>
        <p:spPr>
          <a:xfrm>
            <a:off x="10378440" y="1920240"/>
            <a:ext cx="1408176" cy="498348"/>
          </a:xfrm>
          <a:prstGeom prst="rect">
            <a:avLst/>
          </a:prstGeom>
          <a:solidFill>
            <a:srgbClr val="FFFFFF"/>
          </a:solidFill>
          <a:ln w="6350">
            <a:solidFill>
              <a:srgbClr val="D3DCE5"/>
            </a:solidFill>
            <a:prstDash val="solid"/>
          </a:ln>
        </p:spPr>
      </p:sp>
      <p:sp>
        <p:nvSpPr>
          <p:cNvPr id="28" name="Text 26"/>
          <p:cNvSpPr txBox="1"/>
          <p:nvPr/>
        </p:nvSpPr>
        <p:spPr>
          <a:xfrm>
            <a:off x="10442448" y="192024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29" name="Shape 27"/>
          <p:cNvSpPr/>
          <p:nvPr/>
        </p:nvSpPr>
        <p:spPr>
          <a:xfrm>
            <a:off x="411480" y="2418588"/>
            <a:ext cx="2331720" cy="498348"/>
          </a:xfrm>
          <a:prstGeom prst="rect">
            <a:avLst/>
          </a:prstGeom>
          <a:solidFill>
            <a:srgbClr val="F7F9FB"/>
          </a:solidFill>
          <a:ln w="6350">
            <a:solidFill>
              <a:srgbClr val="D3DCE5"/>
            </a:solidFill>
            <a:prstDash val="solid"/>
          </a:ln>
        </p:spPr>
      </p:sp>
      <p:sp>
        <p:nvSpPr>
          <p:cNvPr id="30" name="Text 28"/>
          <p:cNvSpPr txBox="1"/>
          <p:nvPr/>
        </p:nvSpPr>
        <p:spPr>
          <a:xfrm>
            <a:off x="475488" y="241858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1" name="Shape 29"/>
          <p:cNvSpPr/>
          <p:nvPr/>
        </p:nvSpPr>
        <p:spPr>
          <a:xfrm>
            <a:off x="2743200" y="2418588"/>
            <a:ext cx="4617720" cy="498348"/>
          </a:xfrm>
          <a:prstGeom prst="rect">
            <a:avLst/>
          </a:prstGeom>
          <a:solidFill>
            <a:srgbClr val="F7F9FB"/>
          </a:solidFill>
          <a:ln w="6350">
            <a:solidFill>
              <a:srgbClr val="D3DCE5"/>
            </a:solidFill>
            <a:prstDash val="solid"/>
          </a:ln>
        </p:spPr>
      </p:sp>
      <p:sp>
        <p:nvSpPr>
          <p:cNvPr id="32" name="Text 30"/>
          <p:cNvSpPr txBox="1"/>
          <p:nvPr/>
        </p:nvSpPr>
        <p:spPr>
          <a:xfrm>
            <a:off x="2807208" y="241858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3" name="Shape 31"/>
          <p:cNvSpPr/>
          <p:nvPr/>
        </p:nvSpPr>
        <p:spPr>
          <a:xfrm>
            <a:off x="7360920" y="2418588"/>
            <a:ext cx="3017520" cy="498348"/>
          </a:xfrm>
          <a:prstGeom prst="rect">
            <a:avLst/>
          </a:prstGeom>
          <a:solidFill>
            <a:srgbClr val="F7F9FB"/>
          </a:solidFill>
          <a:ln w="6350">
            <a:solidFill>
              <a:srgbClr val="D3DCE5"/>
            </a:solidFill>
            <a:prstDash val="solid"/>
          </a:ln>
        </p:spPr>
      </p:sp>
      <p:sp>
        <p:nvSpPr>
          <p:cNvPr id="34" name="Text 32"/>
          <p:cNvSpPr txBox="1"/>
          <p:nvPr/>
        </p:nvSpPr>
        <p:spPr>
          <a:xfrm>
            <a:off x="7424928" y="241858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5" name="Shape 33"/>
          <p:cNvSpPr/>
          <p:nvPr/>
        </p:nvSpPr>
        <p:spPr>
          <a:xfrm>
            <a:off x="10378440" y="2418588"/>
            <a:ext cx="1408176" cy="498348"/>
          </a:xfrm>
          <a:prstGeom prst="rect">
            <a:avLst/>
          </a:prstGeom>
          <a:solidFill>
            <a:srgbClr val="F7F9FB"/>
          </a:solidFill>
          <a:ln w="6350">
            <a:solidFill>
              <a:srgbClr val="D3DCE5"/>
            </a:solidFill>
            <a:prstDash val="solid"/>
          </a:ln>
        </p:spPr>
      </p:sp>
      <p:sp>
        <p:nvSpPr>
          <p:cNvPr id="36" name="Text 34"/>
          <p:cNvSpPr txBox="1"/>
          <p:nvPr/>
        </p:nvSpPr>
        <p:spPr>
          <a:xfrm>
            <a:off x="10442448" y="2418588"/>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7" name="Shape 35"/>
          <p:cNvSpPr/>
          <p:nvPr/>
        </p:nvSpPr>
        <p:spPr>
          <a:xfrm>
            <a:off x="411480" y="2916936"/>
            <a:ext cx="2331720" cy="498348"/>
          </a:xfrm>
          <a:prstGeom prst="rect">
            <a:avLst/>
          </a:prstGeom>
          <a:solidFill>
            <a:srgbClr val="FFFFFF"/>
          </a:solidFill>
          <a:ln w="6350">
            <a:solidFill>
              <a:srgbClr val="D3DCE5"/>
            </a:solidFill>
            <a:prstDash val="solid"/>
          </a:ln>
        </p:spPr>
      </p:sp>
      <p:sp>
        <p:nvSpPr>
          <p:cNvPr id="38" name="Text 36"/>
          <p:cNvSpPr txBox="1"/>
          <p:nvPr/>
        </p:nvSpPr>
        <p:spPr>
          <a:xfrm>
            <a:off x="475488" y="291693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39" name="Shape 37"/>
          <p:cNvSpPr/>
          <p:nvPr/>
        </p:nvSpPr>
        <p:spPr>
          <a:xfrm>
            <a:off x="2743200" y="2916936"/>
            <a:ext cx="4617720" cy="498348"/>
          </a:xfrm>
          <a:prstGeom prst="rect">
            <a:avLst/>
          </a:prstGeom>
          <a:solidFill>
            <a:srgbClr val="FFFFFF"/>
          </a:solidFill>
          <a:ln w="6350">
            <a:solidFill>
              <a:srgbClr val="D3DCE5"/>
            </a:solidFill>
            <a:prstDash val="solid"/>
          </a:ln>
        </p:spPr>
      </p:sp>
      <p:sp>
        <p:nvSpPr>
          <p:cNvPr id="40" name="Text 38"/>
          <p:cNvSpPr txBox="1"/>
          <p:nvPr/>
        </p:nvSpPr>
        <p:spPr>
          <a:xfrm>
            <a:off x="2807208" y="291693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1" name="Shape 39"/>
          <p:cNvSpPr/>
          <p:nvPr/>
        </p:nvSpPr>
        <p:spPr>
          <a:xfrm>
            <a:off x="7360920" y="2916936"/>
            <a:ext cx="3017520" cy="498348"/>
          </a:xfrm>
          <a:prstGeom prst="rect">
            <a:avLst/>
          </a:prstGeom>
          <a:solidFill>
            <a:srgbClr val="FFFFFF"/>
          </a:solidFill>
          <a:ln w="6350">
            <a:solidFill>
              <a:srgbClr val="D3DCE5"/>
            </a:solidFill>
            <a:prstDash val="solid"/>
          </a:ln>
        </p:spPr>
      </p:sp>
      <p:sp>
        <p:nvSpPr>
          <p:cNvPr id="42" name="Text 40"/>
          <p:cNvSpPr txBox="1"/>
          <p:nvPr/>
        </p:nvSpPr>
        <p:spPr>
          <a:xfrm>
            <a:off x="7424928" y="291693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3" name="Shape 41"/>
          <p:cNvSpPr/>
          <p:nvPr/>
        </p:nvSpPr>
        <p:spPr>
          <a:xfrm>
            <a:off x="10378440" y="2916936"/>
            <a:ext cx="1408176" cy="498348"/>
          </a:xfrm>
          <a:prstGeom prst="rect">
            <a:avLst/>
          </a:prstGeom>
          <a:solidFill>
            <a:srgbClr val="FFFFFF"/>
          </a:solidFill>
          <a:ln w="6350">
            <a:solidFill>
              <a:srgbClr val="D3DCE5"/>
            </a:solidFill>
            <a:prstDash val="solid"/>
          </a:ln>
        </p:spPr>
      </p:sp>
      <p:sp>
        <p:nvSpPr>
          <p:cNvPr id="44" name="Text 42"/>
          <p:cNvSpPr txBox="1"/>
          <p:nvPr/>
        </p:nvSpPr>
        <p:spPr>
          <a:xfrm>
            <a:off x="10442448" y="291693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5" name="Shape 43"/>
          <p:cNvSpPr/>
          <p:nvPr/>
        </p:nvSpPr>
        <p:spPr>
          <a:xfrm>
            <a:off x="411480" y="3415284"/>
            <a:ext cx="2331720" cy="498348"/>
          </a:xfrm>
          <a:prstGeom prst="rect">
            <a:avLst/>
          </a:prstGeom>
          <a:solidFill>
            <a:srgbClr val="F7F9FB"/>
          </a:solidFill>
          <a:ln w="6350">
            <a:solidFill>
              <a:srgbClr val="D3DCE5"/>
            </a:solidFill>
            <a:prstDash val="solid"/>
          </a:ln>
        </p:spPr>
      </p:sp>
      <p:sp>
        <p:nvSpPr>
          <p:cNvPr id="46" name="Text 44"/>
          <p:cNvSpPr txBox="1"/>
          <p:nvPr/>
        </p:nvSpPr>
        <p:spPr>
          <a:xfrm>
            <a:off x="475488" y="341528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47" name="Shape 45"/>
          <p:cNvSpPr/>
          <p:nvPr/>
        </p:nvSpPr>
        <p:spPr>
          <a:xfrm>
            <a:off x="2743200" y="3415284"/>
            <a:ext cx="4617720" cy="498348"/>
          </a:xfrm>
          <a:prstGeom prst="rect">
            <a:avLst/>
          </a:prstGeom>
          <a:solidFill>
            <a:srgbClr val="F7F9FB"/>
          </a:solidFill>
          <a:ln w="6350">
            <a:solidFill>
              <a:srgbClr val="D3DCE5"/>
            </a:solidFill>
            <a:prstDash val="solid"/>
          </a:ln>
        </p:spPr>
      </p:sp>
      <p:sp>
        <p:nvSpPr>
          <p:cNvPr id="48" name="Text 46"/>
          <p:cNvSpPr txBox="1"/>
          <p:nvPr/>
        </p:nvSpPr>
        <p:spPr>
          <a:xfrm>
            <a:off x="2807208" y="341528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49" name="Shape 47"/>
          <p:cNvSpPr/>
          <p:nvPr/>
        </p:nvSpPr>
        <p:spPr>
          <a:xfrm>
            <a:off x="7360920" y="3415284"/>
            <a:ext cx="3017520" cy="498348"/>
          </a:xfrm>
          <a:prstGeom prst="rect">
            <a:avLst/>
          </a:prstGeom>
          <a:solidFill>
            <a:srgbClr val="F7F9FB"/>
          </a:solidFill>
          <a:ln w="6350">
            <a:solidFill>
              <a:srgbClr val="D3DCE5"/>
            </a:solidFill>
            <a:prstDash val="solid"/>
          </a:ln>
        </p:spPr>
      </p:sp>
      <p:sp>
        <p:nvSpPr>
          <p:cNvPr id="50" name="Text 48"/>
          <p:cNvSpPr txBox="1"/>
          <p:nvPr/>
        </p:nvSpPr>
        <p:spPr>
          <a:xfrm>
            <a:off x="7424928" y="341528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1" name="Shape 49"/>
          <p:cNvSpPr/>
          <p:nvPr/>
        </p:nvSpPr>
        <p:spPr>
          <a:xfrm>
            <a:off x="10378440" y="3415284"/>
            <a:ext cx="1408176" cy="498348"/>
          </a:xfrm>
          <a:prstGeom prst="rect">
            <a:avLst/>
          </a:prstGeom>
          <a:solidFill>
            <a:srgbClr val="F7F9FB"/>
          </a:solidFill>
          <a:ln w="6350">
            <a:solidFill>
              <a:srgbClr val="D3DCE5"/>
            </a:solidFill>
            <a:prstDash val="solid"/>
          </a:ln>
        </p:spPr>
      </p:sp>
      <p:sp>
        <p:nvSpPr>
          <p:cNvPr id="52" name="Text 50"/>
          <p:cNvSpPr txBox="1"/>
          <p:nvPr/>
        </p:nvSpPr>
        <p:spPr>
          <a:xfrm>
            <a:off x="10442448" y="341528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3" name="Shape 51"/>
          <p:cNvSpPr/>
          <p:nvPr/>
        </p:nvSpPr>
        <p:spPr>
          <a:xfrm>
            <a:off x="411480" y="3913632"/>
            <a:ext cx="2331720" cy="498348"/>
          </a:xfrm>
          <a:prstGeom prst="rect">
            <a:avLst/>
          </a:prstGeom>
          <a:solidFill>
            <a:srgbClr val="FFFFFF"/>
          </a:solidFill>
          <a:ln w="6350">
            <a:solidFill>
              <a:srgbClr val="D3DCE5"/>
            </a:solidFill>
            <a:prstDash val="solid"/>
          </a:ln>
        </p:spPr>
      </p:sp>
      <p:sp>
        <p:nvSpPr>
          <p:cNvPr id="54" name="Text 52"/>
          <p:cNvSpPr txBox="1"/>
          <p:nvPr/>
        </p:nvSpPr>
        <p:spPr>
          <a:xfrm>
            <a:off x="475488" y="391363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5" name="Shape 53"/>
          <p:cNvSpPr/>
          <p:nvPr/>
        </p:nvSpPr>
        <p:spPr>
          <a:xfrm>
            <a:off x="2743200" y="3913632"/>
            <a:ext cx="4617720" cy="498348"/>
          </a:xfrm>
          <a:prstGeom prst="rect">
            <a:avLst/>
          </a:prstGeom>
          <a:solidFill>
            <a:srgbClr val="FFFFFF"/>
          </a:solidFill>
          <a:ln w="6350">
            <a:solidFill>
              <a:srgbClr val="D3DCE5"/>
            </a:solidFill>
            <a:prstDash val="solid"/>
          </a:ln>
        </p:spPr>
      </p:sp>
      <p:sp>
        <p:nvSpPr>
          <p:cNvPr id="56" name="Text 54"/>
          <p:cNvSpPr txBox="1"/>
          <p:nvPr/>
        </p:nvSpPr>
        <p:spPr>
          <a:xfrm>
            <a:off x="2807208" y="391363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57" name="Shape 55"/>
          <p:cNvSpPr/>
          <p:nvPr/>
        </p:nvSpPr>
        <p:spPr>
          <a:xfrm>
            <a:off x="7360920" y="3913632"/>
            <a:ext cx="3017520" cy="498348"/>
          </a:xfrm>
          <a:prstGeom prst="rect">
            <a:avLst/>
          </a:prstGeom>
          <a:solidFill>
            <a:srgbClr val="FFFFFF"/>
          </a:solidFill>
          <a:ln w="6350">
            <a:solidFill>
              <a:srgbClr val="D3DCE5"/>
            </a:solidFill>
            <a:prstDash val="solid"/>
          </a:ln>
        </p:spPr>
      </p:sp>
      <p:sp>
        <p:nvSpPr>
          <p:cNvPr id="58" name="Text 56"/>
          <p:cNvSpPr txBox="1"/>
          <p:nvPr/>
        </p:nvSpPr>
        <p:spPr>
          <a:xfrm>
            <a:off x="7424928" y="391363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59" name="Shape 57"/>
          <p:cNvSpPr/>
          <p:nvPr/>
        </p:nvSpPr>
        <p:spPr>
          <a:xfrm>
            <a:off x="10378440" y="3913632"/>
            <a:ext cx="1408176" cy="498348"/>
          </a:xfrm>
          <a:prstGeom prst="rect">
            <a:avLst/>
          </a:prstGeom>
          <a:solidFill>
            <a:srgbClr val="FFFFFF"/>
          </a:solidFill>
          <a:ln w="6350">
            <a:solidFill>
              <a:srgbClr val="D3DCE5"/>
            </a:solidFill>
            <a:prstDash val="solid"/>
          </a:ln>
        </p:spPr>
      </p:sp>
      <p:sp>
        <p:nvSpPr>
          <p:cNvPr id="60" name="Text 58"/>
          <p:cNvSpPr txBox="1"/>
          <p:nvPr/>
        </p:nvSpPr>
        <p:spPr>
          <a:xfrm>
            <a:off x="10442448" y="3913632"/>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1" name="Shape 59"/>
          <p:cNvSpPr/>
          <p:nvPr/>
        </p:nvSpPr>
        <p:spPr>
          <a:xfrm>
            <a:off x="411480" y="4411980"/>
            <a:ext cx="2331720" cy="498348"/>
          </a:xfrm>
          <a:prstGeom prst="rect">
            <a:avLst/>
          </a:prstGeom>
          <a:solidFill>
            <a:srgbClr val="F7F9FB"/>
          </a:solidFill>
          <a:ln w="6350">
            <a:solidFill>
              <a:srgbClr val="D3DCE5"/>
            </a:solidFill>
            <a:prstDash val="solid"/>
          </a:ln>
        </p:spPr>
      </p:sp>
      <p:sp>
        <p:nvSpPr>
          <p:cNvPr id="62" name="Text 60"/>
          <p:cNvSpPr txBox="1"/>
          <p:nvPr/>
        </p:nvSpPr>
        <p:spPr>
          <a:xfrm>
            <a:off x="475488" y="441198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3" name="Shape 61"/>
          <p:cNvSpPr/>
          <p:nvPr/>
        </p:nvSpPr>
        <p:spPr>
          <a:xfrm>
            <a:off x="2743200" y="4411980"/>
            <a:ext cx="4617720" cy="498348"/>
          </a:xfrm>
          <a:prstGeom prst="rect">
            <a:avLst/>
          </a:prstGeom>
          <a:solidFill>
            <a:srgbClr val="F7F9FB"/>
          </a:solidFill>
          <a:ln w="6350">
            <a:solidFill>
              <a:srgbClr val="D3DCE5"/>
            </a:solidFill>
            <a:prstDash val="solid"/>
          </a:ln>
        </p:spPr>
      </p:sp>
      <p:sp>
        <p:nvSpPr>
          <p:cNvPr id="64" name="Text 62"/>
          <p:cNvSpPr txBox="1"/>
          <p:nvPr/>
        </p:nvSpPr>
        <p:spPr>
          <a:xfrm>
            <a:off x="2807208" y="441198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5" name="Shape 63"/>
          <p:cNvSpPr/>
          <p:nvPr/>
        </p:nvSpPr>
        <p:spPr>
          <a:xfrm>
            <a:off x="7360920" y="4411980"/>
            <a:ext cx="3017520" cy="498348"/>
          </a:xfrm>
          <a:prstGeom prst="rect">
            <a:avLst/>
          </a:prstGeom>
          <a:solidFill>
            <a:srgbClr val="F7F9FB"/>
          </a:solidFill>
          <a:ln w="6350">
            <a:solidFill>
              <a:srgbClr val="D3DCE5"/>
            </a:solidFill>
            <a:prstDash val="solid"/>
          </a:ln>
        </p:spPr>
      </p:sp>
      <p:sp>
        <p:nvSpPr>
          <p:cNvPr id="66" name="Text 64"/>
          <p:cNvSpPr txBox="1"/>
          <p:nvPr/>
        </p:nvSpPr>
        <p:spPr>
          <a:xfrm>
            <a:off x="7424928" y="441198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67" name="Shape 65"/>
          <p:cNvSpPr/>
          <p:nvPr/>
        </p:nvSpPr>
        <p:spPr>
          <a:xfrm>
            <a:off x="10378440" y="4411980"/>
            <a:ext cx="1408176" cy="498348"/>
          </a:xfrm>
          <a:prstGeom prst="rect">
            <a:avLst/>
          </a:prstGeom>
          <a:solidFill>
            <a:srgbClr val="F7F9FB"/>
          </a:solidFill>
          <a:ln w="6350">
            <a:solidFill>
              <a:srgbClr val="D3DCE5"/>
            </a:solidFill>
            <a:prstDash val="solid"/>
          </a:ln>
        </p:spPr>
      </p:sp>
      <p:sp>
        <p:nvSpPr>
          <p:cNvPr id="68" name="Text 66"/>
          <p:cNvSpPr txBox="1"/>
          <p:nvPr/>
        </p:nvSpPr>
        <p:spPr>
          <a:xfrm>
            <a:off x="10442448" y="4411980"/>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9" name="Shape 67"/>
          <p:cNvSpPr/>
          <p:nvPr/>
        </p:nvSpPr>
        <p:spPr>
          <a:xfrm>
            <a:off x="411480" y="4937760"/>
            <a:ext cx="5532120" cy="1188720"/>
          </a:xfrm>
          <a:prstGeom prst="rect">
            <a:avLst/>
          </a:prstGeom>
          <a:solidFill>
            <a:srgbClr val="FBEBD9"/>
          </a:solidFill>
          <a:ln w="9525">
            <a:solidFill>
              <a:srgbClr val="E8C9A3"/>
            </a:solidFill>
            <a:prstDash val="solid"/>
          </a:ln>
        </p:spPr>
      </p:sp>
      <p:sp>
        <p:nvSpPr>
          <p:cNvPr id="70" name="Text 68"/>
          <p:cNvSpPr txBox="1"/>
          <p:nvPr/>
        </p:nvSpPr>
        <p:spPr>
          <a:xfrm>
            <a:off x="576072" y="5065776"/>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1" name="Text 69"/>
          <p:cNvSpPr txBox="1"/>
          <p:nvPr/>
        </p:nvSpPr>
        <p:spPr>
          <a:xfrm>
            <a:off x="576072" y="5394960"/>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2" name="Shape 70"/>
          <p:cNvSpPr/>
          <p:nvPr/>
        </p:nvSpPr>
        <p:spPr>
          <a:xfrm>
            <a:off x="6153912" y="4937760"/>
            <a:ext cx="5632704" cy="1188720"/>
          </a:xfrm>
          <a:prstGeom prst="rect">
            <a:avLst/>
          </a:prstGeom>
          <a:solidFill>
            <a:srgbClr val="D6EBE7"/>
          </a:solidFill>
          <a:ln w="9525">
            <a:solidFill>
              <a:srgbClr val="AFD3CC"/>
            </a:solidFill>
            <a:prstDash val="solid"/>
          </a:ln>
        </p:spPr>
      </p:sp>
      <p:sp>
        <p:nvSpPr>
          <p:cNvPr id="73" name="Text 71"/>
          <p:cNvSpPr txBox="1"/>
          <p:nvPr/>
        </p:nvSpPr>
        <p:spPr>
          <a:xfrm>
            <a:off x="6318504" y="5065776"/>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4" name="Text 72"/>
          <p:cNvSpPr txBox="1"/>
          <p:nvPr/>
        </p:nvSpPr>
        <p:spPr>
          <a:xfrm>
            <a:off x="6318504" y="5394960"/>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bridge is an attribution, not an addition</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Nothing here is added to the DCF. These levers are already inside the A$569/t cost base the model discounts. The question is how much of the value depends on them.</a:t>
            </a:r>
            <a:endParaRPr lang="en-US" sz="1200" dirty="0"/>
          </a:p>
        </p:txBody>
      </p:sp>
      <p:sp>
        <p:nvSpPr>
          <p:cNvPr id="13" name="Shape 11"/>
          <p:cNvSpPr/>
          <p:nvPr/>
        </p:nvSpPr>
        <p:spPr>
          <a:xfrm>
            <a:off x="411480" y="1719072"/>
            <a:ext cx="7333488" cy="2212848"/>
          </a:xfrm>
          <a:prstGeom prst="rect">
            <a:avLst/>
          </a:prstGeom>
          <a:solidFill>
            <a:srgbClr val="F7F9FB"/>
          </a:solidFill>
          <a:ln w="9525">
            <a:solidFill>
              <a:srgbClr val="D3DCE5"/>
            </a:solidFill>
            <a:prstDash val="solid"/>
          </a:ln>
        </p:spPr>
      </p:sp>
      <p:sp>
        <p:nvSpPr>
          <p:cNvPr id="14" name="Shape 12"/>
          <p:cNvSpPr/>
          <p:nvPr/>
        </p:nvSpPr>
        <p:spPr>
          <a:xfrm>
            <a:off x="731520" y="2633472"/>
            <a:ext cx="1234440" cy="566928"/>
          </a:xfrm>
          <a:prstGeom prst="rect">
            <a:avLst/>
          </a:prstGeom>
          <a:solidFill>
            <a:srgbClr val="1C3A5E"/>
          </a:solidFill>
          <a:ln/>
        </p:spPr>
      </p:sp>
      <p:sp>
        <p:nvSpPr>
          <p:cNvPr id="15" name="Text 13"/>
          <p:cNvSpPr txBox="1"/>
          <p:nvPr/>
        </p:nvSpPr>
        <p:spPr>
          <a:xfrm>
            <a:off x="731520" y="2633472"/>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16" name="Text 14"/>
          <p:cNvSpPr txBox="1"/>
          <p:nvPr/>
        </p:nvSpPr>
        <p:spPr>
          <a:xfrm>
            <a:off x="731520" y="3218688"/>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17" name="Shape 15"/>
          <p:cNvSpPr/>
          <p:nvPr/>
        </p:nvSpPr>
        <p:spPr>
          <a:xfrm>
            <a:off x="2075688" y="2633472"/>
            <a:ext cx="1597242" cy="566928"/>
          </a:xfrm>
          <a:prstGeom prst="rect">
            <a:avLst/>
          </a:prstGeom>
          <a:solidFill>
            <a:srgbClr val="0E7C6B"/>
          </a:solidFill>
          <a:ln/>
        </p:spPr>
      </p:sp>
      <p:sp>
        <p:nvSpPr>
          <p:cNvPr id="18" name="Text 16"/>
          <p:cNvSpPr txBox="1"/>
          <p:nvPr/>
        </p:nvSpPr>
        <p:spPr>
          <a:xfrm>
            <a:off x="2075688" y="2633472"/>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19" name="Text 17"/>
          <p:cNvSpPr txBox="1"/>
          <p:nvPr/>
        </p:nvSpPr>
        <p:spPr>
          <a:xfrm>
            <a:off x="1874520" y="3218688"/>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67% of the upside</a:t>
            </a:r>
            <a:endParaRPr lang="en-US" sz="850" dirty="0"/>
          </a:p>
        </p:txBody>
      </p:sp>
      <p:sp>
        <p:nvSpPr>
          <p:cNvPr id="20" name="Shape 18"/>
          <p:cNvSpPr/>
          <p:nvPr/>
        </p:nvSpPr>
        <p:spPr>
          <a:xfrm>
            <a:off x="3746082" y="2633472"/>
            <a:ext cx="785104" cy="566928"/>
          </a:xfrm>
          <a:prstGeom prst="rect">
            <a:avLst/>
          </a:prstGeom>
          <a:solidFill>
            <a:srgbClr val="8C9BA9"/>
          </a:solidFill>
          <a:ln/>
        </p:spPr>
      </p:sp>
      <p:sp>
        <p:nvSpPr>
          <p:cNvPr id="21" name="Text 19"/>
          <p:cNvSpPr txBox="1"/>
          <p:nvPr/>
        </p:nvSpPr>
        <p:spPr>
          <a:xfrm>
            <a:off x="3746082" y="2633472"/>
            <a:ext cx="785104"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2" name="Text 20"/>
          <p:cNvSpPr txBox="1"/>
          <p:nvPr/>
        </p:nvSpPr>
        <p:spPr>
          <a:xfrm>
            <a:off x="3471762" y="3218688"/>
            <a:ext cx="1242304"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3" name="Shape 21"/>
          <p:cNvSpPr/>
          <p:nvPr/>
        </p:nvSpPr>
        <p:spPr>
          <a:xfrm>
            <a:off x="4659202" y="2377440"/>
            <a:ext cx="1325880" cy="822960"/>
          </a:xfrm>
          <a:prstGeom prst="rect">
            <a:avLst/>
          </a:prstGeom>
          <a:solidFill>
            <a:srgbClr val="10233A"/>
          </a:solidFill>
          <a:ln/>
        </p:spPr>
      </p:sp>
      <p:sp>
        <p:nvSpPr>
          <p:cNvPr id="24" name="Text 22"/>
          <p:cNvSpPr txBox="1"/>
          <p:nvPr/>
        </p:nvSpPr>
        <p:spPr>
          <a:xfrm>
            <a:off x="4659202" y="2377440"/>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A$6.12</a:t>
            </a:r>
            <a:endParaRPr lang="en-US" sz="1200" dirty="0"/>
          </a:p>
        </p:txBody>
      </p:sp>
      <p:sp>
        <p:nvSpPr>
          <p:cNvPr id="25" name="Text 23"/>
          <p:cNvSpPr txBox="1"/>
          <p:nvPr/>
        </p:nvSpPr>
        <p:spPr>
          <a:xfrm>
            <a:off x="4659202" y="3218688"/>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26" name="Shape 24"/>
          <p:cNvSpPr/>
          <p:nvPr/>
        </p:nvSpPr>
        <p:spPr>
          <a:xfrm>
            <a:off x="6140530" y="2377440"/>
            <a:ext cx="1325880" cy="822960"/>
          </a:xfrm>
          <a:prstGeom prst="rect">
            <a:avLst/>
          </a:prstGeom>
          <a:solidFill>
            <a:srgbClr val="FFFFFF"/>
          </a:solidFill>
          <a:ln w="15875">
            <a:solidFill>
              <a:srgbClr val="0E7C6B"/>
            </a:solidFill>
            <a:prstDash val="dash"/>
          </a:ln>
        </p:spPr>
      </p:sp>
      <p:sp>
        <p:nvSpPr>
          <p:cNvPr id="27" name="Text 25"/>
          <p:cNvSpPr txBox="1"/>
          <p:nvPr/>
        </p:nvSpPr>
        <p:spPr>
          <a:xfrm>
            <a:off x="6140530" y="2377440"/>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28" name="Text 26"/>
          <p:cNvSpPr txBox="1"/>
          <p:nvPr/>
        </p:nvSpPr>
        <p:spPr>
          <a:xfrm>
            <a:off x="5957650" y="3218688"/>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29" name="Text 27"/>
          <p:cNvSpPr txBox="1"/>
          <p:nvPr/>
        </p:nvSpPr>
        <p:spPr>
          <a:xfrm>
            <a:off x="594360" y="1828800"/>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0" name="Shape 28"/>
          <p:cNvSpPr/>
          <p:nvPr/>
        </p:nvSpPr>
        <p:spPr>
          <a:xfrm>
            <a:off x="7946136" y="1719072"/>
            <a:ext cx="3840480" cy="2212848"/>
          </a:xfrm>
          <a:prstGeom prst="rect">
            <a:avLst/>
          </a:prstGeom>
          <a:solidFill>
            <a:srgbClr val="D6EBE7"/>
          </a:solidFill>
          <a:ln w="9525">
            <a:solidFill>
              <a:srgbClr val="AFD3CC"/>
            </a:solidFill>
            <a:prstDash val="solid"/>
          </a:ln>
        </p:spPr>
      </p:sp>
      <p:sp>
        <p:nvSpPr>
          <p:cNvPr id="31" name="Text 29"/>
          <p:cNvSpPr txBox="1"/>
          <p:nvPr/>
        </p:nvSpPr>
        <p:spPr>
          <a:xfrm>
            <a:off x="8110728" y="1847088"/>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2" name="Text 30"/>
          <p:cNvSpPr txBox="1"/>
          <p:nvPr/>
        </p:nvSpPr>
        <p:spPr>
          <a:xfrm>
            <a:off x="8129016" y="2286000"/>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A$6.12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A$0.64 of upside, it is 67%.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3" name="Shape 31"/>
          <p:cNvSpPr/>
          <p:nvPr/>
        </p:nvSpPr>
        <p:spPr>
          <a:xfrm>
            <a:off x="411480" y="4096512"/>
            <a:ext cx="1874520" cy="292608"/>
          </a:xfrm>
          <a:prstGeom prst="rect">
            <a:avLst/>
          </a:prstGeom>
          <a:solidFill>
            <a:srgbClr val="10233A"/>
          </a:solidFill>
          <a:ln/>
        </p:spPr>
      </p:sp>
      <p:sp>
        <p:nvSpPr>
          <p:cNvPr id="34" name="Text 32"/>
          <p:cNvSpPr txBox="1"/>
          <p:nvPr/>
        </p:nvSpPr>
        <p:spPr>
          <a:xfrm>
            <a:off x="475488" y="4096512"/>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5" name="Shape 33"/>
          <p:cNvSpPr/>
          <p:nvPr/>
        </p:nvSpPr>
        <p:spPr>
          <a:xfrm>
            <a:off x="2286000" y="4096512"/>
            <a:ext cx="2971800" cy="292608"/>
          </a:xfrm>
          <a:prstGeom prst="rect">
            <a:avLst/>
          </a:prstGeom>
          <a:solidFill>
            <a:srgbClr val="10233A"/>
          </a:solidFill>
          <a:ln/>
        </p:spPr>
      </p:sp>
      <p:sp>
        <p:nvSpPr>
          <p:cNvPr id="36" name="Text 34"/>
          <p:cNvSpPr txBox="1"/>
          <p:nvPr/>
        </p:nvSpPr>
        <p:spPr>
          <a:xfrm>
            <a:off x="2350008" y="4096512"/>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37" name="Shape 35"/>
          <p:cNvSpPr/>
          <p:nvPr/>
        </p:nvSpPr>
        <p:spPr>
          <a:xfrm>
            <a:off x="5257800" y="4096512"/>
            <a:ext cx="1005840" cy="292608"/>
          </a:xfrm>
          <a:prstGeom prst="rect">
            <a:avLst/>
          </a:prstGeom>
          <a:solidFill>
            <a:srgbClr val="10233A"/>
          </a:solidFill>
          <a:ln/>
        </p:spPr>
      </p:sp>
      <p:sp>
        <p:nvSpPr>
          <p:cNvPr id="38" name="Text 36"/>
          <p:cNvSpPr txBox="1"/>
          <p:nvPr/>
        </p:nvSpPr>
        <p:spPr>
          <a:xfrm>
            <a:off x="5321808" y="4096512"/>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39" name="Shape 37"/>
          <p:cNvSpPr/>
          <p:nvPr/>
        </p:nvSpPr>
        <p:spPr>
          <a:xfrm>
            <a:off x="6263640" y="4096512"/>
            <a:ext cx="5522976" cy="292608"/>
          </a:xfrm>
          <a:prstGeom prst="rect">
            <a:avLst/>
          </a:prstGeom>
          <a:solidFill>
            <a:srgbClr val="10233A"/>
          </a:solidFill>
          <a:ln/>
        </p:spPr>
      </p:sp>
      <p:sp>
        <p:nvSpPr>
          <p:cNvPr id="40" name="Text 38"/>
          <p:cNvSpPr txBox="1"/>
          <p:nvPr/>
        </p:nvSpPr>
        <p:spPr>
          <a:xfrm>
            <a:off x="6327648" y="4096512"/>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1" name="Shape 39"/>
          <p:cNvSpPr/>
          <p:nvPr/>
        </p:nvSpPr>
        <p:spPr>
          <a:xfrm>
            <a:off x="411480" y="4389120"/>
            <a:ext cx="1874520" cy="269748"/>
          </a:xfrm>
          <a:prstGeom prst="rect">
            <a:avLst/>
          </a:prstGeom>
          <a:solidFill>
            <a:srgbClr val="D6EBE7"/>
          </a:solidFill>
          <a:ln w="6350">
            <a:solidFill>
              <a:srgbClr val="D3DCE5"/>
            </a:solidFill>
            <a:prstDash val="solid"/>
          </a:ln>
        </p:spPr>
      </p:sp>
      <p:sp>
        <p:nvSpPr>
          <p:cNvPr id="42" name="Text 40"/>
          <p:cNvSpPr txBox="1"/>
          <p:nvPr/>
        </p:nvSpPr>
        <p:spPr>
          <a:xfrm>
            <a:off x="475488" y="4389120"/>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3" name="Shape 41"/>
          <p:cNvSpPr/>
          <p:nvPr/>
        </p:nvSpPr>
        <p:spPr>
          <a:xfrm>
            <a:off x="2286000" y="4389120"/>
            <a:ext cx="2971800" cy="269748"/>
          </a:xfrm>
          <a:prstGeom prst="rect">
            <a:avLst/>
          </a:prstGeom>
          <a:solidFill>
            <a:srgbClr val="D6EBE7"/>
          </a:solidFill>
          <a:ln w="6350">
            <a:solidFill>
              <a:srgbClr val="D3DCE5"/>
            </a:solidFill>
            <a:prstDash val="solid"/>
          </a:ln>
        </p:spPr>
      </p:sp>
      <p:sp>
        <p:nvSpPr>
          <p:cNvPr id="44" name="Text 42"/>
          <p:cNvSpPr txBox="1"/>
          <p:nvPr/>
        </p:nvSpPr>
        <p:spPr>
          <a:xfrm>
            <a:off x="2350008" y="438912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5" name="Shape 43"/>
          <p:cNvSpPr/>
          <p:nvPr/>
        </p:nvSpPr>
        <p:spPr>
          <a:xfrm>
            <a:off x="5257800" y="4389120"/>
            <a:ext cx="1005840" cy="269748"/>
          </a:xfrm>
          <a:prstGeom prst="rect">
            <a:avLst/>
          </a:prstGeom>
          <a:solidFill>
            <a:srgbClr val="D6EBE7"/>
          </a:solidFill>
          <a:ln w="6350">
            <a:solidFill>
              <a:srgbClr val="D3DCE5"/>
            </a:solidFill>
            <a:prstDash val="solid"/>
          </a:ln>
        </p:spPr>
      </p:sp>
      <p:sp>
        <p:nvSpPr>
          <p:cNvPr id="46" name="Text 44"/>
          <p:cNvSpPr txBox="1"/>
          <p:nvPr/>
        </p:nvSpPr>
        <p:spPr>
          <a:xfrm>
            <a:off x="5321808" y="438912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47" name="Shape 45"/>
          <p:cNvSpPr/>
          <p:nvPr/>
        </p:nvSpPr>
        <p:spPr>
          <a:xfrm>
            <a:off x="6263640" y="4389120"/>
            <a:ext cx="5522976" cy="269748"/>
          </a:xfrm>
          <a:prstGeom prst="rect">
            <a:avLst/>
          </a:prstGeom>
          <a:solidFill>
            <a:srgbClr val="D6EBE7"/>
          </a:solidFill>
          <a:ln w="6350">
            <a:solidFill>
              <a:srgbClr val="D3DCE5"/>
            </a:solidFill>
            <a:prstDash val="solid"/>
          </a:ln>
        </p:spPr>
      </p:sp>
      <p:sp>
        <p:nvSpPr>
          <p:cNvPr id="48" name="Text 46"/>
          <p:cNvSpPr txBox="1"/>
          <p:nvPr/>
        </p:nvSpPr>
        <p:spPr>
          <a:xfrm>
            <a:off x="6327648" y="438912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49" name="Shape 47"/>
          <p:cNvSpPr/>
          <p:nvPr/>
        </p:nvSpPr>
        <p:spPr>
          <a:xfrm>
            <a:off x="411480" y="4658868"/>
            <a:ext cx="1874520" cy="269748"/>
          </a:xfrm>
          <a:prstGeom prst="rect">
            <a:avLst/>
          </a:prstGeom>
          <a:solidFill>
            <a:srgbClr val="D6EBE7"/>
          </a:solidFill>
          <a:ln w="6350">
            <a:solidFill>
              <a:srgbClr val="D3DCE5"/>
            </a:solidFill>
            <a:prstDash val="solid"/>
          </a:ln>
        </p:spPr>
      </p:sp>
      <p:sp>
        <p:nvSpPr>
          <p:cNvPr id="50" name="Text 48"/>
          <p:cNvSpPr txBox="1"/>
          <p:nvPr/>
        </p:nvSpPr>
        <p:spPr>
          <a:xfrm>
            <a:off x="475488" y="4658868"/>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1" name="Shape 49"/>
          <p:cNvSpPr/>
          <p:nvPr/>
        </p:nvSpPr>
        <p:spPr>
          <a:xfrm>
            <a:off x="2286000" y="4658868"/>
            <a:ext cx="2971800" cy="269748"/>
          </a:xfrm>
          <a:prstGeom prst="rect">
            <a:avLst/>
          </a:prstGeom>
          <a:solidFill>
            <a:srgbClr val="D6EBE7"/>
          </a:solidFill>
          <a:ln w="6350">
            <a:solidFill>
              <a:srgbClr val="D3DCE5"/>
            </a:solidFill>
            <a:prstDash val="solid"/>
          </a:ln>
        </p:spPr>
      </p:sp>
      <p:sp>
        <p:nvSpPr>
          <p:cNvPr id="52" name="Text 50"/>
          <p:cNvSpPr txBox="1"/>
          <p:nvPr/>
        </p:nvSpPr>
        <p:spPr>
          <a:xfrm>
            <a:off x="2350008" y="465886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3" name="Shape 51"/>
          <p:cNvSpPr/>
          <p:nvPr/>
        </p:nvSpPr>
        <p:spPr>
          <a:xfrm>
            <a:off x="5257800" y="4658868"/>
            <a:ext cx="1005840" cy="269748"/>
          </a:xfrm>
          <a:prstGeom prst="rect">
            <a:avLst/>
          </a:prstGeom>
          <a:solidFill>
            <a:srgbClr val="D6EBE7"/>
          </a:solidFill>
          <a:ln w="6350">
            <a:solidFill>
              <a:srgbClr val="D3DCE5"/>
            </a:solidFill>
            <a:prstDash val="solid"/>
          </a:ln>
        </p:spPr>
      </p:sp>
      <p:sp>
        <p:nvSpPr>
          <p:cNvPr id="54" name="Text 52"/>
          <p:cNvSpPr txBox="1"/>
          <p:nvPr/>
        </p:nvSpPr>
        <p:spPr>
          <a:xfrm>
            <a:off x="5321808" y="465886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5" name="Shape 53"/>
          <p:cNvSpPr/>
          <p:nvPr/>
        </p:nvSpPr>
        <p:spPr>
          <a:xfrm>
            <a:off x="6263640" y="4658868"/>
            <a:ext cx="5522976" cy="269748"/>
          </a:xfrm>
          <a:prstGeom prst="rect">
            <a:avLst/>
          </a:prstGeom>
          <a:solidFill>
            <a:srgbClr val="D6EBE7"/>
          </a:solidFill>
          <a:ln w="6350">
            <a:solidFill>
              <a:srgbClr val="D3DCE5"/>
            </a:solidFill>
            <a:prstDash val="solid"/>
          </a:ln>
        </p:spPr>
      </p:sp>
      <p:sp>
        <p:nvSpPr>
          <p:cNvPr id="56" name="Text 54"/>
          <p:cNvSpPr txBox="1"/>
          <p:nvPr/>
        </p:nvSpPr>
        <p:spPr>
          <a:xfrm>
            <a:off x="6327648" y="465886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57" name="Shape 55"/>
          <p:cNvSpPr/>
          <p:nvPr/>
        </p:nvSpPr>
        <p:spPr>
          <a:xfrm>
            <a:off x="411480" y="4928616"/>
            <a:ext cx="1874520" cy="269748"/>
          </a:xfrm>
          <a:prstGeom prst="rect">
            <a:avLst/>
          </a:prstGeom>
          <a:solidFill>
            <a:srgbClr val="D6EBE7"/>
          </a:solidFill>
          <a:ln w="6350">
            <a:solidFill>
              <a:srgbClr val="D3DCE5"/>
            </a:solidFill>
            <a:prstDash val="solid"/>
          </a:ln>
        </p:spPr>
      </p:sp>
      <p:sp>
        <p:nvSpPr>
          <p:cNvPr id="58" name="Text 56"/>
          <p:cNvSpPr txBox="1"/>
          <p:nvPr/>
        </p:nvSpPr>
        <p:spPr>
          <a:xfrm>
            <a:off x="475488" y="492861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9" name="Shape 57"/>
          <p:cNvSpPr/>
          <p:nvPr/>
        </p:nvSpPr>
        <p:spPr>
          <a:xfrm>
            <a:off x="2286000" y="4928616"/>
            <a:ext cx="2971800" cy="269748"/>
          </a:xfrm>
          <a:prstGeom prst="rect">
            <a:avLst/>
          </a:prstGeom>
          <a:solidFill>
            <a:srgbClr val="D6EBE7"/>
          </a:solidFill>
          <a:ln w="6350">
            <a:solidFill>
              <a:srgbClr val="D3DCE5"/>
            </a:solidFill>
            <a:prstDash val="solid"/>
          </a:ln>
        </p:spPr>
      </p:sp>
      <p:sp>
        <p:nvSpPr>
          <p:cNvPr id="60" name="Text 58"/>
          <p:cNvSpPr txBox="1"/>
          <p:nvPr/>
        </p:nvSpPr>
        <p:spPr>
          <a:xfrm>
            <a:off x="2350008" y="492861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1" name="Shape 59"/>
          <p:cNvSpPr/>
          <p:nvPr/>
        </p:nvSpPr>
        <p:spPr>
          <a:xfrm>
            <a:off x="5257800" y="4928616"/>
            <a:ext cx="1005840" cy="269748"/>
          </a:xfrm>
          <a:prstGeom prst="rect">
            <a:avLst/>
          </a:prstGeom>
          <a:solidFill>
            <a:srgbClr val="D6EBE7"/>
          </a:solidFill>
          <a:ln w="6350">
            <a:solidFill>
              <a:srgbClr val="D3DCE5"/>
            </a:solidFill>
            <a:prstDash val="solid"/>
          </a:ln>
        </p:spPr>
      </p:sp>
      <p:sp>
        <p:nvSpPr>
          <p:cNvPr id="62" name="Text 60"/>
          <p:cNvSpPr txBox="1"/>
          <p:nvPr/>
        </p:nvSpPr>
        <p:spPr>
          <a:xfrm>
            <a:off x="5321808" y="492861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3" name="Shape 61"/>
          <p:cNvSpPr/>
          <p:nvPr/>
        </p:nvSpPr>
        <p:spPr>
          <a:xfrm>
            <a:off x="6263640" y="4928616"/>
            <a:ext cx="5522976" cy="269748"/>
          </a:xfrm>
          <a:prstGeom prst="rect">
            <a:avLst/>
          </a:prstGeom>
          <a:solidFill>
            <a:srgbClr val="D6EBE7"/>
          </a:solidFill>
          <a:ln w="6350">
            <a:solidFill>
              <a:srgbClr val="D3DCE5"/>
            </a:solidFill>
            <a:prstDash val="solid"/>
          </a:ln>
        </p:spPr>
      </p:sp>
      <p:sp>
        <p:nvSpPr>
          <p:cNvPr id="64" name="Text 62"/>
          <p:cNvSpPr txBox="1"/>
          <p:nvPr/>
        </p:nvSpPr>
        <p:spPr>
          <a:xfrm>
            <a:off x="6327648" y="492861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5" name="Shape 63"/>
          <p:cNvSpPr/>
          <p:nvPr/>
        </p:nvSpPr>
        <p:spPr>
          <a:xfrm>
            <a:off x="411480" y="5198364"/>
            <a:ext cx="1874520" cy="269748"/>
          </a:xfrm>
          <a:prstGeom prst="rect">
            <a:avLst/>
          </a:prstGeom>
          <a:solidFill>
            <a:srgbClr val="FBEBD9"/>
          </a:solidFill>
          <a:ln w="6350">
            <a:solidFill>
              <a:srgbClr val="D3DCE5"/>
            </a:solidFill>
            <a:prstDash val="solid"/>
          </a:ln>
        </p:spPr>
      </p:sp>
      <p:sp>
        <p:nvSpPr>
          <p:cNvPr id="66" name="Text 64"/>
          <p:cNvSpPr txBox="1"/>
          <p:nvPr/>
        </p:nvSpPr>
        <p:spPr>
          <a:xfrm>
            <a:off x="475488" y="5198364"/>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67" name="Shape 65"/>
          <p:cNvSpPr/>
          <p:nvPr/>
        </p:nvSpPr>
        <p:spPr>
          <a:xfrm>
            <a:off x="2286000" y="5198364"/>
            <a:ext cx="2971800" cy="269748"/>
          </a:xfrm>
          <a:prstGeom prst="rect">
            <a:avLst/>
          </a:prstGeom>
          <a:solidFill>
            <a:srgbClr val="FBEBD9"/>
          </a:solidFill>
          <a:ln w="6350">
            <a:solidFill>
              <a:srgbClr val="D3DCE5"/>
            </a:solidFill>
            <a:prstDash val="solid"/>
          </a:ln>
        </p:spPr>
      </p:sp>
      <p:sp>
        <p:nvSpPr>
          <p:cNvPr id="68" name="Text 66"/>
          <p:cNvSpPr txBox="1"/>
          <p:nvPr/>
        </p:nvSpPr>
        <p:spPr>
          <a:xfrm>
            <a:off x="2350008" y="519836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69" name="Shape 67"/>
          <p:cNvSpPr/>
          <p:nvPr/>
        </p:nvSpPr>
        <p:spPr>
          <a:xfrm>
            <a:off x="5257800" y="5198364"/>
            <a:ext cx="1005840" cy="269748"/>
          </a:xfrm>
          <a:prstGeom prst="rect">
            <a:avLst/>
          </a:prstGeom>
          <a:solidFill>
            <a:srgbClr val="FBEBD9"/>
          </a:solidFill>
          <a:ln w="6350">
            <a:solidFill>
              <a:srgbClr val="D3DCE5"/>
            </a:solidFill>
            <a:prstDash val="solid"/>
          </a:ln>
        </p:spPr>
      </p:sp>
      <p:sp>
        <p:nvSpPr>
          <p:cNvPr id="70" name="Text 68"/>
          <p:cNvSpPr txBox="1"/>
          <p:nvPr/>
        </p:nvSpPr>
        <p:spPr>
          <a:xfrm>
            <a:off x="5321808" y="519836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1" name="Shape 69"/>
          <p:cNvSpPr/>
          <p:nvPr/>
        </p:nvSpPr>
        <p:spPr>
          <a:xfrm>
            <a:off x="6263640" y="5198364"/>
            <a:ext cx="5522976" cy="269748"/>
          </a:xfrm>
          <a:prstGeom prst="rect">
            <a:avLst/>
          </a:prstGeom>
          <a:solidFill>
            <a:srgbClr val="FBEBD9"/>
          </a:solidFill>
          <a:ln w="6350">
            <a:solidFill>
              <a:srgbClr val="D3DCE5"/>
            </a:solidFill>
            <a:prstDash val="solid"/>
          </a:ln>
        </p:spPr>
      </p:sp>
      <p:sp>
        <p:nvSpPr>
          <p:cNvPr id="72" name="Text 70"/>
          <p:cNvSpPr txBox="1"/>
          <p:nvPr/>
        </p:nvSpPr>
        <p:spPr>
          <a:xfrm>
            <a:off x="6327648" y="519836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3" name="Shape 71"/>
          <p:cNvSpPr/>
          <p:nvPr/>
        </p:nvSpPr>
        <p:spPr>
          <a:xfrm>
            <a:off x="411480" y="5468112"/>
            <a:ext cx="1874520" cy="269748"/>
          </a:xfrm>
          <a:prstGeom prst="rect">
            <a:avLst/>
          </a:prstGeom>
          <a:solidFill>
            <a:srgbClr val="FBEBD9"/>
          </a:solidFill>
          <a:ln w="6350">
            <a:solidFill>
              <a:srgbClr val="D3DCE5"/>
            </a:solidFill>
            <a:prstDash val="solid"/>
          </a:ln>
        </p:spPr>
      </p:sp>
      <p:sp>
        <p:nvSpPr>
          <p:cNvPr id="74" name="Text 72"/>
          <p:cNvSpPr txBox="1"/>
          <p:nvPr/>
        </p:nvSpPr>
        <p:spPr>
          <a:xfrm>
            <a:off x="475488" y="5468112"/>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5" name="Shape 73"/>
          <p:cNvSpPr/>
          <p:nvPr/>
        </p:nvSpPr>
        <p:spPr>
          <a:xfrm>
            <a:off x="2286000" y="5468112"/>
            <a:ext cx="2971800" cy="269748"/>
          </a:xfrm>
          <a:prstGeom prst="rect">
            <a:avLst/>
          </a:prstGeom>
          <a:solidFill>
            <a:srgbClr val="FBEBD9"/>
          </a:solidFill>
          <a:ln w="6350">
            <a:solidFill>
              <a:srgbClr val="D3DCE5"/>
            </a:solidFill>
            <a:prstDash val="solid"/>
          </a:ln>
        </p:spPr>
      </p:sp>
      <p:sp>
        <p:nvSpPr>
          <p:cNvPr id="76" name="Text 74"/>
          <p:cNvSpPr txBox="1"/>
          <p:nvPr/>
        </p:nvSpPr>
        <p:spPr>
          <a:xfrm>
            <a:off x="2350008" y="546811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77" name="Shape 75"/>
          <p:cNvSpPr/>
          <p:nvPr/>
        </p:nvSpPr>
        <p:spPr>
          <a:xfrm>
            <a:off x="5257800" y="5468112"/>
            <a:ext cx="1005840" cy="269748"/>
          </a:xfrm>
          <a:prstGeom prst="rect">
            <a:avLst/>
          </a:prstGeom>
          <a:solidFill>
            <a:srgbClr val="FBEBD9"/>
          </a:solidFill>
          <a:ln w="6350">
            <a:solidFill>
              <a:srgbClr val="D3DCE5"/>
            </a:solidFill>
            <a:prstDash val="solid"/>
          </a:ln>
        </p:spPr>
      </p:sp>
      <p:sp>
        <p:nvSpPr>
          <p:cNvPr id="78" name="Text 76"/>
          <p:cNvSpPr txBox="1"/>
          <p:nvPr/>
        </p:nvSpPr>
        <p:spPr>
          <a:xfrm>
            <a:off x="5321808" y="546811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79" name="Shape 77"/>
          <p:cNvSpPr/>
          <p:nvPr/>
        </p:nvSpPr>
        <p:spPr>
          <a:xfrm>
            <a:off x="6263640" y="5468112"/>
            <a:ext cx="5522976" cy="269748"/>
          </a:xfrm>
          <a:prstGeom prst="rect">
            <a:avLst/>
          </a:prstGeom>
          <a:solidFill>
            <a:srgbClr val="FBEBD9"/>
          </a:solidFill>
          <a:ln w="6350">
            <a:solidFill>
              <a:srgbClr val="D3DCE5"/>
            </a:solidFill>
            <a:prstDash val="solid"/>
          </a:ln>
        </p:spPr>
      </p:sp>
      <p:sp>
        <p:nvSpPr>
          <p:cNvPr id="80" name="Text 78"/>
          <p:cNvSpPr txBox="1"/>
          <p:nvPr/>
        </p:nvSpPr>
        <p:spPr>
          <a:xfrm>
            <a:off x="6327648" y="546811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1" name="Shape 79"/>
          <p:cNvSpPr/>
          <p:nvPr/>
        </p:nvSpPr>
        <p:spPr>
          <a:xfrm>
            <a:off x="411480" y="5737860"/>
            <a:ext cx="1874520" cy="269748"/>
          </a:xfrm>
          <a:prstGeom prst="rect">
            <a:avLst/>
          </a:prstGeom>
          <a:solidFill>
            <a:srgbClr val="FBEBD9"/>
          </a:solidFill>
          <a:ln w="6350">
            <a:solidFill>
              <a:srgbClr val="D3DCE5"/>
            </a:solidFill>
            <a:prstDash val="solid"/>
          </a:ln>
        </p:spPr>
      </p:sp>
      <p:sp>
        <p:nvSpPr>
          <p:cNvPr id="82" name="Text 80"/>
          <p:cNvSpPr txBox="1"/>
          <p:nvPr/>
        </p:nvSpPr>
        <p:spPr>
          <a:xfrm>
            <a:off x="475488" y="573786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3" name="Shape 81"/>
          <p:cNvSpPr/>
          <p:nvPr/>
        </p:nvSpPr>
        <p:spPr>
          <a:xfrm>
            <a:off x="2286000" y="5737860"/>
            <a:ext cx="2971800" cy="269748"/>
          </a:xfrm>
          <a:prstGeom prst="rect">
            <a:avLst/>
          </a:prstGeom>
          <a:solidFill>
            <a:srgbClr val="FBEBD9"/>
          </a:solidFill>
          <a:ln w="6350">
            <a:solidFill>
              <a:srgbClr val="D3DCE5"/>
            </a:solidFill>
            <a:prstDash val="solid"/>
          </a:ln>
        </p:spPr>
      </p:sp>
      <p:sp>
        <p:nvSpPr>
          <p:cNvPr id="84" name="Text 82"/>
          <p:cNvSpPr txBox="1"/>
          <p:nvPr/>
        </p:nvSpPr>
        <p:spPr>
          <a:xfrm>
            <a:off x="2350008" y="573786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5" name="Shape 83"/>
          <p:cNvSpPr/>
          <p:nvPr/>
        </p:nvSpPr>
        <p:spPr>
          <a:xfrm>
            <a:off x="5257800" y="5737860"/>
            <a:ext cx="1005840" cy="269748"/>
          </a:xfrm>
          <a:prstGeom prst="rect">
            <a:avLst/>
          </a:prstGeom>
          <a:solidFill>
            <a:srgbClr val="FBEBD9"/>
          </a:solidFill>
          <a:ln w="6350">
            <a:solidFill>
              <a:srgbClr val="D3DCE5"/>
            </a:solidFill>
            <a:prstDash val="solid"/>
          </a:ln>
        </p:spPr>
      </p:sp>
      <p:sp>
        <p:nvSpPr>
          <p:cNvPr id="86" name="Text 84"/>
          <p:cNvSpPr txBox="1"/>
          <p:nvPr/>
        </p:nvSpPr>
        <p:spPr>
          <a:xfrm>
            <a:off x="5321808" y="573786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87" name="Shape 85"/>
          <p:cNvSpPr/>
          <p:nvPr/>
        </p:nvSpPr>
        <p:spPr>
          <a:xfrm>
            <a:off x="6263640" y="5737860"/>
            <a:ext cx="5522976" cy="269748"/>
          </a:xfrm>
          <a:prstGeom prst="rect">
            <a:avLst/>
          </a:prstGeom>
          <a:solidFill>
            <a:srgbClr val="FBEBD9"/>
          </a:solidFill>
          <a:ln w="6350">
            <a:solidFill>
              <a:srgbClr val="D3DCE5"/>
            </a:solidFill>
            <a:prstDash val="solid"/>
          </a:ln>
        </p:spPr>
      </p:sp>
      <p:sp>
        <p:nvSpPr>
          <p:cNvPr id="88" name="Text 86"/>
          <p:cNvSpPr txBox="1"/>
          <p:nvPr/>
        </p:nvSpPr>
        <p:spPr>
          <a:xfrm>
            <a:off x="6327648" y="573786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Valuation, risk and recommendation</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A finite orebody gets an annuity, not a perpetuity</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That single choice is worth A$9.0bn of terminal value. It is the difference between valuing a mine and valuing a company that never runs out of rock.</a:t>
            </a:r>
            <a:endParaRPr lang="en-US" sz="1200" dirty="0"/>
          </a:p>
        </p:txBody>
      </p:sp>
      <p:sp>
        <p:nvSpPr>
          <p:cNvPr id="13" name="Shape 11"/>
          <p:cNvSpPr/>
          <p:nvPr/>
        </p:nvSpPr>
        <p:spPr>
          <a:xfrm>
            <a:off x="411480" y="1627632"/>
            <a:ext cx="2377440" cy="292608"/>
          </a:xfrm>
          <a:prstGeom prst="rect">
            <a:avLst/>
          </a:prstGeom>
          <a:solidFill>
            <a:srgbClr val="10233A"/>
          </a:solidFill>
          <a:ln/>
        </p:spPr>
      </p:sp>
      <p:sp>
        <p:nvSpPr>
          <p:cNvPr id="14" name="Text 12"/>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5" name="Shape 13"/>
          <p:cNvSpPr/>
          <p:nvPr/>
        </p:nvSpPr>
        <p:spPr>
          <a:xfrm>
            <a:off x="2788920" y="1627632"/>
            <a:ext cx="960120" cy="292608"/>
          </a:xfrm>
          <a:prstGeom prst="rect">
            <a:avLst/>
          </a:prstGeom>
          <a:solidFill>
            <a:srgbClr val="10233A"/>
          </a:solidFill>
          <a:ln/>
        </p:spPr>
      </p:sp>
      <p:sp>
        <p:nvSpPr>
          <p:cNvPr id="16" name="Text 14"/>
          <p:cNvSpPr txBox="1"/>
          <p:nvPr/>
        </p:nvSpPr>
        <p:spPr>
          <a:xfrm>
            <a:off x="2852928" y="1627632"/>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7" name="Shape 15"/>
          <p:cNvSpPr/>
          <p:nvPr/>
        </p:nvSpPr>
        <p:spPr>
          <a:xfrm>
            <a:off x="3749040" y="1627632"/>
            <a:ext cx="3017520" cy="292608"/>
          </a:xfrm>
          <a:prstGeom prst="rect">
            <a:avLst/>
          </a:prstGeom>
          <a:solidFill>
            <a:srgbClr val="10233A"/>
          </a:solidFill>
          <a:ln/>
        </p:spPr>
      </p:sp>
      <p:sp>
        <p:nvSpPr>
          <p:cNvPr id="18" name="Text 16"/>
          <p:cNvSpPr txBox="1"/>
          <p:nvPr/>
        </p:nvSpPr>
        <p:spPr>
          <a:xfrm>
            <a:off x="381304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19" name="Shape 17"/>
          <p:cNvSpPr/>
          <p:nvPr/>
        </p:nvSpPr>
        <p:spPr>
          <a:xfrm>
            <a:off x="6766560" y="1627632"/>
            <a:ext cx="777240" cy="292608"/>
          </a:xfrm>
          <a:prstGeom prst="rect">
            <a:avLst/>
          </a:prstGeom>
          <a:solidFill>
            <a:srgbClr val="10233A"/>
          </a:solidFill>
          <a:ln/>
        </p:spPr>
      </p:sp>
      <p:sp>
        <p:nvSpPr>
          <p:cNvPr id="20" name="Text 18"/>
          <p:cNvSpPr txBox="1"/>
          <p:nvPr/>
        </p:nvSpPr>
        <p:spPr>
          <a:xfrm>
            <a:off x="6830568" y="1627632"/>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411480" y="1920240"/>
            <a:ext cx="2377440" cy="256032"/>
          </a:xfrm>
          <a:prstGeom prst="rect">
            <a:avLst/>
          </a:prstGeom>
          <a:solidFill>
            <a:srgbClr val="FFFFFF"/>
          </a:solidFill>
          <a:ln w="6350">
            <a:solidFill>
              <a:srgbClr val="D3DCE5"/>
            </a:solidFill>
            <a:prstDash val="solid"/>
          </a:ln>
        </p:spPr>
      </p:sp>
      <p:sp>
        <p:nvSpPr>
          <p:cNvPr id="22" name="Text 20"/>
          <p:cNvSpPr txBox="1"/>
          <p:nvPr/>
        </p:nvSpPr>
        <p:spPr>
          <a:xfrm>
            <a:off x="475488" y="192024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3" name="Shape 21"/>
          <p:cNvSpPr/>
          <p:nvPr/>
        </p:nvSpPr>
        <p:spPr>
          <a:xfrm>
            <a:off x="2788920" y="1920240"/>
            <a:ext cx="960120" cy="256032"/>
          </a:xfrm>
          <a:prstGeom prst="rect">
            <a:avLst/>
          </a:prstGeom>
          <a:solidFill>
            <a:srgbClr val="FFFFFF"/>
          </a:solidFill>
          <a:ln w="6350">
            <a:solidFill>
              <a:srgbClr val="D3DCE5"/>
            </a:solidFill>
            <a:prstDash val="solid"/>
          </a:ln>
        </p:spPr>
      </p:sp>
      <p:sp>
        <p:nvSpPr>
          <p:cNvPr id="24" name="Text 22"/>
          <p:cNvSpPr txBox="1"/>
          <p:nvPr/>
        </p:nvSpPr>
        <p:spPr>
          <a:xfrm>
            <a:off x="2852928" y="192024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5" name="Shape 23"/>
          <p:cNvSpPr/>
          <p:nvPr/>
        </p:nvSpPr>
        <p:spPr>
          <a:xfrm>
            <a:off x="3749040" y="1920240"/>
            <a:ext cx="3017520" cy="256032"/>
          </a:xfrm>
          <a:prstGeom prst="rect">
            <a:avLst/>
          </a:prstGeom>
          <a:solidFill>
            <a:srgbClr val="FFFFFF"/>
          </a:solidFill>
          <a:ln w="6350">
            <a:solidFill>
              <a:srgbClr val="D3DCE5"/>
            </a:solidFill>
            <a:prstDash val="solid"/>
          </a:ln>
        </p:spPr>
      </p:sp>
      <p:sp>
        <p:nvSpPr>
          <p:cNvPr id="26" name="Text 24"/>
          <p:cNvSpPr txBox="1"/>
          <p:nvPr/>
        </p:nvSpPr>
        <p:spPr>
          <a:xfrm>
            <a:off x="3813048" y="192024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27" name="Shape 25"/>
          <p:cNvSpPr/>
          <p:nvPr/>
        </p:nvSpPr>
        <p:spPr>
          <a:xfrm>
            <a:off x="6766560" y="1920240"/>
            <a:ext cx="777240" cy="256032"/>
          </a:xfrm>
          <a:prstGeom prst="rect">
            <a:avLst/>
          </a:prstGeom>
          <a:solidFill>
            <a:srgbClr val="FFFFFF"/>
          </a:solidFill>
          <a:ln w="6350">
            <a:solidFill>
              <a:srgbClr val="D3DCE5"/>
            </a:solidFill>
            <a:prstDash val="solid"/>
          </a:ln>
        </p:spPr>
      </p:sp>
      <p:sp>
        <p:nvSpPr>
          <p:cNvPr id="28" name="Text 26"/>
          <p:cNvSpPr txBox="1"/>
          <p:nvPr/>
        </p:nvSpPr>
        <p:spPr>
          <a:xfrm>
            <a:off x="6830568" y="192024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29" name="Shape 27"/>
          <p:cNvSpPr/>
          <p:nvPr/>
        </p:nvSpPr>
        <p:spPr>
          <a:xfrm>
            <a:off x="411480" y="2176272"/>
            <a:ext cx="2377440" cy="256032"/>
          </a:xfrm>
          <a:prstGeom prst="rect">
            <a:avLst/>
          </a:prstGeom>
          <a:solidFill>
            <a:srgbClr val="F7F9FB"/>
          </a:solidFill>
          <a:ln w="6350">
            <a:solidFill>
              <a:srgbClr val="D3DCE5"/>
            </a:solidFill>
            <a:prstDash val="solid"/>
          </a:ln>
        </p:spPr>
      </p:sp>
      <p:sp>
        <p:nvSpPr>
          <p:cNvPr id="30" name="Text 28"/>
          <p:cNvSpPr txBox="1"/>
          <p:nvPr/>
        </p:nvSpPr>
        <p:spPr>
          <a:xfrm>
            <a:off x="475488" y="217627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1" name="Shape 29"/>
          <p:cNvSpPr/>
          <p:nvPr/>
        </p:nvSpPr>
        <p:spPr>
          <a:xfrm>
            <a:off x="2788920" y="2176272"/>
            <a:ext cx="960120" cy="256032"/>
          </a:xfrm>
          <a:prstGeom prst="rect">
            <a:avLst/>
          </a:prstGeom>
          <a:solidFill>
            <a:srgbClr val="F7F9FB"/>
          </a:solidFill>
          <a:ln w="6350">
            <a:solidFill>
              <a:srgbClr val="D3DCE5"/>
            </a:solidFill>
            <a:prstDash val="solid"/>
          </a:ln>
        </p:spPr>
      </p:sp>
      <p:sp>
        <p:nvSpPr>
          <p:cNvPr id="32" name="Text 30"/>
          <p:cNvSpPr txBox="1"/>
          <p:nvPr/>
        </p:nvSpPr>
        <p:spPr>
          <a:xfrm>
            <a:off x="2852928" y="217627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3" name="Shape 31"/>
          <p:cNvSpPr/>
          <p:nvPr/>
        </p:nvSpPr>
        <p:spPr>
          <a:xfrm>
            <a:off x="3749040" y="2176272"/>
            <a:ext cx="3017520" cy="256032"/>
          </a:xfrm>
          <a:prstGeom prst="rect">
            <a:avLst/>
          </a:prstGeom>
          <a:solidFill>
            <a:srgbClr val="F7F9FB"/>
          </a:solidFill>
          <a:ln w="6350">
            <a:solidFill>
              <a:srgbClr val="D3DCE5"/>
            </a:solidFill>
            <a:prstDash val="solid"/>
          </a:ln>
        </p:spPr>
      </p:sp>
      <p:sp>
        <p:nvSpPr>
          <p:cNvPr id="34" name="Text 32"/>
          <p:cNvSpPr txBox="1"/>
          <p:nvPr/>
        </p:nvSpPr>
        <p:spPr>
          <a:xfrm>
            <a:off x="3813048" y="217627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5" name="Shape 33"/>
          <p:cNvSpPr/>
          <p:nvPr/>
        </p:nvSpPr>
        <p:spPr>
          <a:xfrm>
            <a:off x="6766560" y="2176272"/>
            <a:ext cx="777240" cy="256032"/>
          </a:xfrm>
          <a:prstGeom prst="rect">
            <a:avLst/>
          </a:prstGeom>
          <a:solidFill>
            <a:srgbClr val="F7F9FB"/>
          </a:solidFill>
          <a:ln w="6350">
            <a:solidFill>
              <a:srgbClr val="D3DCE5"/>
            </a:solidFill>
            <a:prstDash val="solid"/>
          </a:ln>
        </p:spPr>
      </p:sp>
      <p:sp>
        <p:nvSpPr>
          <p:cNvPr id="36" name="Text 34"/>
          <p:cNvSpPr txBox="1"/>
          <p:nvPr/>
        </p:nvSpPr>
        <p:spPr>
          <a:xfrm>
            <a:off x="6830568" y="2176272"/>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7" name="Shape 35"/>
          <p:cNvSpPr/>
          <p:nvPr/>
        </p:nvSpPr>
        <p:spPr>
          <a:xfrm>
            <a:off x="411480" y="2432304"/>
            <a:ext cx="2377440" cy="256032"/>
          </a:xfrm>
          <a:prstGeom prst="rect">
            <a:avLst/>
          </a:prstGeom>
          <a:solidFill>
            <a:srgbClr val="FFFFFF"/>
          </a:solidFill>
          <a:ln w="6350">
            <a:solidFill>
              <a:srgbClr val="D3DCE5"/>
            </a:solidFill>
            <a:prstDash val="solid"/>
          </a:ln>
        </p:spPr>
      </p:sp>
      <p:sp>
        <p:nvSpPr>
          <p:cNvPr id="38" name="Text 36"/>
          <p:cNvSpPr txBox="1"/>
          <p:nvPr/>
        </p:nvSpPr>
        <p:spPr>
          <a:xfrm>
            <a:off x="475488" y="243230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39" name="Shape 37"/>
          <p:cNvSpPr/>
          <p:nvPr/>
        </p:nvSpPr>
        <p:spPr>
          <a:xfrm>
            <a:off x="2788920" y="2432304"/>
            <a:ext cx="960120" cy="256032"/>
          </a:xfrm>
          <a:prstGeom prst="rect">
            <a:avLst/>
          </a:prstGeom>
          <a:solidFill>
            <a:srgbClr val="FFFFFF"/>
          </a:solidFill>
          <a:ln w="6350">
            <a:solidFill>
              <a:srgbClr val="D3DCE5"/>
            </a:solidFill>
            <a:prstDash val="solid"/>
          </a:ln>
        </p:spPr>
      </p:sp>
      <p:sp>
        <p:nvSpPr>
          <p:cNvPr id="40" name="Text 38"/>
          <p:cNvSpPr txBox="1"/>
          <p:nvPr/>
        </p:nvSpPr>
        <p:spPr>
          <a:xfrm>
            <a:off x="2852928" y="243230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1" name="Shape 39"/>
          <p:cNvSpPr/>
          <p:nvPr/>
        </p:nvSpPr>
        <p:spPr>
          <a:xfrm>
            <a:off x="3749040" y="2432304"/>
            <a:ext cx="3017520" cy="256032"/>
          </a:xfrm>
          <a:prstGeom prst="rect">
            <a:avLst/>
          </a:prstGeom>
          <a:solidFill>
            <a:srgbClr val="FFFFFF"/>
          </a:solidFill>
          <a:ln w="6350">
            <a:solidFill>
              <a:srgbClr val="D3DCE5"/>
            </a:solidFill>
            <a:prstDash val="solid"/>
          </a:ln>
        </p:spPr>
      </p:sp>
      <p:sp>
        <p:nvSpPr>
          <p:cNvPr id="42" name="Text 40"/>
          <p:cNvSpPr txBox="1"/>
          <p:nvPr/>
        </p:nvSpPr>
        <p:spPr>
          <a:xfrm>
            <a:off x="3813048" y="243230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3" name="Shape 41"/>
          <p:cNvSpPr/>
          <p:nvPr/>
        </p:nvSpPr>
        <p:spPr>
          <a:xfrm>
            <a:off x="6766560" y="2432304"/>
            <a:ext cx="777240" cy="256032"/>
          </a:xfrm>
          <a:prstGeom prst="rect">
            <a:avLst/>
          </a:prstGeom>
          <a:solidFill>
            <a:srgbClr val="FFFFFF"/>
          </a:solidFill>
          <a:ln w="6350">
            <a:solidFill>
              <a:srgbClr val="D3DCE5"/>
            </a:solidFill>
            <a:prstDash val="solid"/>
          </a:ln>
        </p:spPr>
      </p:sp>
      <p:sp>
        <p:nvSpPr>
          <p:cNvPr id="44" name="Text 42"/>
          <p:cNvSpPr txBox="1"/>
          <p:nvPr/>
        </p:nvSpPr>
        <p:spPr>
          <a:xfrm>
            <a:off x="6830568" y="2432304"/>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5" name="Shape 43"/>
          <p:cNvSpPr/>
          <p:nvPr/>
        </p:nvSpPr>
        <p:spPr>
          <a:xfrm>
            <a:off x="411480" y="2688336"/>
            <a:ext cx="2377440" cy="256032"/>
          </a:xfrm>
          <a:prstGeom prst="rect">
            <a:avLst/>
          </a:prstGeom>
          <a:solidFill>
            <a:srgbClr val="F7F9FB"/>
          </a:solidFill>
          <a:ln w="6350">
            <a:solidFill>
              <a:srgbClr val="D3DCE5"/>
            </a:solidFill>
            <a:prstDash val="solid"/>
          </a:ln>
        </p:spPr>
      </p:sp>
      <p:sp>
        <p:nvSpPr>
          <p:cNvPr id="46" name="Text 44"/>
          <p:cNvSpPr txBox="1"/>
          <p:nvPr/>
        </p:nvSpPr>
        <p:spPr>
          <a:xfrm>
            <a:off x="475488" y="268833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47" name="Shape 45"/>
          <p:cNvSpPr/>
          <p:nvPr/>
        </p:nvSpPr>
        <p:spPr>
          <a:xfrm>
            <a:off x="2788920" y="2688336"/>
            <a:ext cx="960120" cy="256032"/>
          </a:xfrm>
          <a:prstGeom prst="rect">
            <a:avLst/>
          </a:prstGeom>
          <a:solidFill>
            <a:srgbClr val="F7F9FB"/>
          </a:solidFill>
          <a:ln w="6350">
            <a:solidFill>
              <a:srgbClr val="D3DCE5"/>
            </a:solidFill>
            <a:prstDash val="solid"/>
          </a:ln>
        </p:spPr>
      </p:sp>
      <p:sp>
        <p:nvSpPr>
          <p:cNvPr id="48" name="Text 46"/>
          <p:cNvSpPr txBox="1"/>
          <p:nvPr/>
        </p:nvSpPr>
        <p:spPr>
          <a:xfrm>
            <a:off x="2852928" y="268833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49" name="Shape 47"/>
          <p:cNvSpPr/>
          <p:nvPr/>
        </p:nvSpPr>
        <p:spPr>
          <a:xfrm>
            <a:off x="3749040" y="2688336"/>
            <a:ext cx="3017520" cy="256032"/>
          </a:xfrm>
          <a:prstGeom prst="rect">
            <a:avLst/>
          </a:prstGeom>
          <a:solidFill>
            <a:srgbClr val="F7F9FB"/>
          </a:solidFill>
          <a:ln w="6350">
            <a:solidFill>
              <a:srgbClr val="D3DCE5"/>
            </a:solidFill>
            <a:prstDash val="solid"/>
          </a:ln>
        </p:spPr>
      </p:sp>
      <p:sp>
        <p:nvSpPr>
          <p:cNvPr id="50" name="Text 48"/>
          <p:cNvSpPr txBox="1"/>
          <p:nvPr/>
        </p:nvSpPr>
        <p:spPr>
          <a:xfrm>
            <a:off x="3813048" y="268833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1" name="Shape 49"/>
          <p:cNvSpPr/>
          <p:nvPr/>
        </p:nvSpPr>
        <p:spPr>
          <a:xfrm>
            <a:off x="6766560" y="2688336"/>
            <a:ext cx="777240" cy="256032"/>
          </a:xfrm>
          <a:prstGeom prst="rect">
            <a:avLst/>
          </a:prstGeom>
          <a:solidFill>
            <a:srgbClr val="F7F9FB"/>
          </a:solidFill>
          <a:ln w="6350">
            <a:solidFill>
              <a:srgbClr val="D3DCE5"/>
            </a:solidFill>
            <a:prstDash val="solid"/>
          </a:ln>
        </p:spPr>
      </p:sp>
      <p:sp>
        <p:nvSpPr>
          <p:cNvPr id="52" name="Text 50"/>
          <p:cNvSpPr txBox="1"/>
          <p:nvPr/>
        </p:nvSpPr>
        <p:spPr>
          <a:xfrm>
            <a:off x="6830568" y="2688336"/>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3" name="Shape 51"/>
          <p:cNvSpPr/>
          <p:nvPr/>
        </p:nvSpPr>
        <p:spPr>
          <a:xfrm>
            <a:off x="411480" y="2944368"/>
            <a:ext cx="2377440" cy="256032"/>
          </a:xfrm>
          <a:prstGeom prst="rect">
            <a:avLst/>
          </a:prstGeom>
          <a:solidFill>
            <a:srgbClr val="FFFFFF"/>
          </a:solidFill>
          <a:ln w="6350">
            <a:solidFill>
              <a:srgbClr val="D3DCE5"/>
            </a:solidFill>
            <a:prstDash val="solid"/>
          </a:ln>
        </p:spPr>
      </p:sp>
      <p:sp>
        <p:nvSpPr>
          <p:cNvPr id="54" name="Text 52"/>
          <p:cNvSpPr txBox="1"/>
          <p:nvPr/>
        </p:nvSpPr>
        <p:spPr>
          <a:xfrm>
            <a:off x="475488" y="294436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5" name="Shape 53"/>
          <p:cNvSpPr/>
          <p:nvPr/>
        </p:nvSpPr>
        <p:spPr>
          <a:xfrm>
            <a:off x="2788920" y="2944368"/>
            <a:ext cx="960120" cy="256032"/>
          </a:xfrm>
          <a:prstGeom prst="rect">
            <a:avLst/>
          </a:prstGeom>
          <a:solidFill>
            <a:srgbClr val="FFFFFF"/>
          </a:solidFill>
          <a:ln w="6350">
            <a:solidFill>
              <a:srgbClr val="D3DCE5"/>
            </a:solidFill>
            <a:prstDash val="solid"/>
          </a:ln>
        </p:spPr>
      </p:sp>
      <p:sp>
        <p:nvSpPr>
          <p:cNvPr id="56" name="Text 54"/>
          <p:cNvSpPr txBox="1"/>
          <p:nvPr/>
        </p:nvSpPr>
        <p:spPr>
          <a:xfrm>
            <a:off x="2852928" y="294436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57" name="Shape 55"/>
          <p:cNvSpPr/>
          <p:nvPr/>
        </p:nvSpPr>
        <p:spPr>
          <a:xfrm>
            <a:off x="3749040" y="2944368"/>
            <a:ext cx="3017520" cy="256032"/>
          </a:xfrm>
          <a:prstGeom prst="rect">
            <a:avLst/>
          </a:prstGeom>
          <a:solidFill>
            <a:srgbClr val="FFFFFF"/>
          </a:solidFill>
          <a:ln w="6350">
            <a:solidFill>
              <a:srgbClr val="D3DCE5"/>
            </a:solidFill>
            <a:prstDash val="solid"/>
          </a:ln>
        </p:spPr>
      </p:sp>
      <p:sp>
        <p:nvSpPr>
          <p:cNvPr id="58" name="Text 56"/>
          <p:cNvSpPr txBox="1"/>
          <p:nvPr/>
        </p:nvSpPr>
        <p:spPr>
          <a:xfrm>
            <a:off x="3813048" y="294436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59" name="Shape 57"/>
          <p:cNvSpPr/>
          <p:nvPr/>
        </p:nvSpPr>
        <p:spPr>
          <a:xfrm>
            <a:off x="6766560" y="2944368"/>
            <a:ext cx="777240" cy="256032"/>
          </a:xfrm>
          <a:prstGeom prst="rect">
            <a:avLst/>
          </a:prstGeom>
          <a:solidFill>
            <a:srgbClr val="FFFFFF"/>
          </a:solidFill>
          <a:ln w="6350">
            <a:solidFill>
              <a:srgbClr val="D3DCE5"/>
            </a:solidFill>
            <a:prstDash val="solid"/>
          </a:ln>
        </p:spPr>
      </p:sp>
      <p:sp>
        <p:nvSpPr>
          <p:cNvPr id="60" name="Text 58"/>
          <p:cNvSpPr txBox="1"/>
          <p:nvPr/>
        </p:nvSpPr>
        <p:spPr>
          <a:xfrm>
            <a:off x="6830568" y="2944368"/>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1" name="Shape 59"/>
          <p:cNvSpPr/>
          <p:nvPr/>
        </p:nvSpPr>
        <p:spPr>
          <a:xfrm>
            <a:off x="411480" y="3200400"/>
            <a:ext cx="2377440" cy="256032"/>
          </a:xfrm>
          <a:prstGeom prst="rect">
            <a:avLst/>
          </a:prstGeom>
          <a:solidFill>
            <a:srgbClr val="F7F9FB"/>
          </a:solidFill>
          <a:ln w="6350">
            <a:solidFill>
              <a:srgbClr val="D3DCE5"/>
            </a:solidFill>
            <a:prstDash val="solid"/>
          </a:ln>
        </p:spPr>
      </p:sp>
      <p:sp>
        <p:nvSpPr>
          <p:cNvPr id="62" name="Text 60"/>
          <p:cNvSpPr txBox="1"/>
          <p:nvPr/>
        </p:nvSpPr>
        <p:spPr>
          <a:xfrm>
            <a:off x="475488" y="320040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3" name="Shape 61"/>
          <p:cNvSpPr/>
          <p:nvPr/>
        </p:nvSpPr>
        <p:spPr>
          <a:xfrm>
            <a:off x="2788920" y="3200400"/>
            <a:ext cx="960120" cy="256032"/>
          </a:xfrm>
          <a:prstGeom prst="rect">
            <a:avLst/>
          </a:prstGeom>
          <a:solidFill>
            <a:srgbClr val="F7F9FB"/>
          </a:solidFill>
          <a:ln w="6350">
            <a:solidFill>
              <a:srgbClr val="D3DCE5"/>
            </a:solidFill>
            <a:prstDash val="solid"/>
          </a:ln>
        </p:spPr>
      </p:sp>
      <p:sp>
        <p:nvSpPr>
          <p:cNvPr id="64" name="Text 62"/>
          <p:cNvSpPr txBox="1"/>
          <p:nvPr/>
        </p:nvSpPr>
        <p:spPr>
          <a:xfrm>
            <a:off x="2852928" y="320040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5" name="Shape 63"/>
          <p:cNvSpPr/>
          <p:nvPr/>
        </p:nvSpPr>
        <p:spPr>
          <a:xfrm>
            <a:off x="3749040" y="3200400"/>
            <a:ext cx="3017520" cy="256032"/>
          </a:xfrm>
          <a:prstGeom prst="rect">
            <a:avLst/>
          </a:prstGeom>
          <a:solidFill>
            <a:srgbClr val="F7F9FB"/>
          </a:solidFill>
          <a:ln w="6350">
            <a:solidFill>
              <a:srgbClr val="D3DCE5"/>
            </a:solidFill>
            <a:prstDash val="solid"/>
          </a:ln>
        </p:spPr>
      </p:sp>
      <p:sp>
        <p:nvSpPr>
          <p:cNvPr id="66" name="Text 64"/>
          <p:cNvSpPr txBox="1"/>
          <p:nvPr/>
        </p:nvSpPr>
        <p:spPr>
          <a:xfrm>
            <a:off x="3813048" y="320040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A$1.46bn</a:t>
            </a:r>
            <a:endParaRPr lang="en-US" sz="880" dirty="0"/>
          </a:p>
        </p:txBody>
      </p:sp>
      <p:sp>
        <p:nvSpPr>
          <p:cNvPr id="67" name="Shape 65"/>
          <p:cNvSpPr/>
          <p:nvPr/>
        </p:nvSpPr>
        <p:spPr>
          <a:xfrm>
            <a:off x="6766560" y="3200400"/>
            <a:ext cx="777240" cy="256032"/>
          </a:xfrm>
          <a:prstGeom prst="rect">
            <a:avLst/>
          </a:prstGeom>
          <a:solidFill>
            <a:srgbClr val="F7F9FB"/>
          </a:solidFill>
          <a:ln w="6350">
            <a:solidFill>
              <a:srgbClr val="D3DCE5"/>
            </a:solidFill>
            <a:prstDash val="solid"/>
          </a:ln>
        </p:spPr>
      </p:sp>
      <p:sp>
        <p:nvSpPr>
          <p:cNvPr id="68" name="Text 66"/>
          <p:cNvSpPr txBox="1"/>
          <p:nvPr/>
        </p:nvSpPr>
        <p:spPr>
          <a:xfrm>
            <a:off x="6830568" y="3200400"/>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9" name="Shape 67"/>
          <p:cNvSpPr/>
          <p:nvPr/>
        </p:nvSpPr>
        <p:spPr>
          <a:xfrm>
            <a:off x="411480" y="3456432"/>
            <a:ext cx="2377440" cy="256032"/>
          </a:xfrm>
          <a:prstGeom prst="rect">
            <a:avLst/>
          </a:prstGeom>
          <a:solidFill>
            <a:srgbClr val="D6EBE7"/>
          </a:solidFill>
          <a:ln w="6350">
            <a:solidFill>
              <a:srgbClr val="D3DCE5"/>
            </a:solidFill>
            <a:prstDash val="solid"/>
          </a:ln>
        </p:spPr>
      </p:sp>
      <p:sp>
        <p:nvSpPr>
          <p:cNvPr id="70" name="Text 68"/>
          <p:cNvSpPr txBox="1"/>
          <p:nvPr/>
        </p:nvSpPr>
        <p:spPr>
          <a:xfrm>
            <a:off x="475488" y="345643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1" name="Shape 69"/>
          <p:cNvSpPr/>
          <p:nvPr/>
        </p:nvSpPr>
        <p:spPr>
          <a:xfrm>
            <a:off x="2788920" y="3456432"/>
            <a:ext cx="960120" cy="256032"/>
          </a:xfrm>
          <a:prstGeom prst="rect">
            <a:avLst/>
          </a:prstGeom>
          <a:solidFill>
            <a:srgbClr val="D6EBE7"/>
          </a:solidFill>
          <a:ln w="6350">
            <a:solidFill>
              <a:srgbClr val="D3DCE5"/>
            </a:solidFill>
            <a:prstDash val="solid"/>
          </a:ln>
        </p:spPr>
      </p:sp>
      <p:sp>
        <p:nvSpPr>
          <p:cNvPr id="72" name="Text 70"/>
          <p:cNvSpPr txBox="1"/>
          <p:nvPr/>
        </p:nvSpPr>
        <p:spPr>
          <a:xfrm>
            <a:off x="2852928" y="3456432"/>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3" name="Shape 71"/>
          <p:cNvSpPr/>
          <p:nvPr/>
        </p:nvSpPr>
        <p:spPr>
          <a:xfrm>
            <a:off x="3749040" y="3456432"/>
            <a:ext cx="3017520" cy="256032"/>
          </a:xfrm>
          <a:prstGeom prst="rect">
            <a:avLst/>
          </a:prstGeom>
          <a:solidFill>
            <a:srgbClr val="D6EBE7"/>
          </a:solidFill>
          <a:ln w="6350">
            <a:solidFill>
              <a:srgbClr val="D3DCE5"/>
            </a:solidFill>
            <a:prstDash val="solid"/>
          </a:ln>
        </p:spPr>
      </p:sp>
      <p:sp>
        <p:nvSpPr>
          <p:cNvPr id="74" name="Text 72"/>
          <p:cNvSpPr txBox="1"/>
          <p:nvPr/>
        </p:nvSpPr>
        <p:spPr>
          <a:xfrm>
            <a:off x="3813048" y="345643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5" name="Shape 73"/>
          <p:cNvSpPr/>
          <p:nvPr/>
        </p:nvSpPr>
        <p:spPr>
          <a:xfrm>
            <a:off x="6766560" y="3456432"/>
            <a:ext cx="777240" cy="256032"/>
          </a:xfrm>
          <a:prstGeom prst="rect">
            <a:avLst/>
          </a:prstGeom>
          <a:solidFill>
            <a:srgbClr val="D6EBE7"/>
          </a:solidFill>
          <a:ln w="6350">
            <a:solidFill>
              <a:srgbClr val="D3DCE5"/>
            </a:solidFill>
            <a:prstDash val="solid"/>
          </a:ln>
        </p:spPr>
      </p:sp>
      <p:sp>
        <p:nvSpPr>
          <p:cNvPr id="76" name="Text 74"/>
          <p:cNvSpPr txBox="1"/>
          <p:nvPr/>
        </p:nvSpPr>
        <p:spPr>
          <a:xfrm>
            <a:off x="6830568" y="345643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77" name="Shape 75"/>
          <p:cNvSpPr/>
          <p:nvPr/>
        </p:nvSpPr>
        <p:spPr>
          <a:xfrm>
            <a:off x="411480" y="3822192"/>
            <a:ext cx="3200400" cy="292608"/>
          </a:xfrm>
          <a:prstGeom prst="rect">
            <a:avLst/>
          </a:prstGeom>
          <a:solidFill>
            <a:srgbClr val="10233A"/>
          </a:solidFill>
          <a:ln/>
        </p:spPr>
      </p:sp>
      <p:sp>
        <p:nvSpPr>
          <p:cNvPr id="78" name="Text 76"/>
          <p:cNvSpPr txBox="1"/>
          <p:nvPr/>
        </p:nvSpPr>
        <p:spPr>
          <a:xfrm>
            <a:off x="475488" y="3822192"/>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79" name="Shape 77"/>
          <p:cNvSpPr/>
          <p:nvPr/>
        </p:nvSpPr>
        <p:spPr>
          <a:xfrm>
            <a:off x="3611880" y="3822192"/>
            <a:ext cx="1188720" cy="292608"/>
          </a:xfrm>
          <a:prstGeom prst="rect">
            <a:avLst/>
          </a:prstGeom>
          <a:solidFill>
            <a:srgbClr val="10233A"/>
          </a:solidFill>
          <a:ln/>
        </p:spPr>
      </p:sp>
      <p:sp>
        <p:nvSpPr>
          <p:cNvPr id="80" name="Text 78"/>
          <p:cNvSpPr txBox="1"/>
          <p:nvPr/>
        </p:nvSpPr>
        <p:spPr>
          <a:xfrm>
            <a:off x="3675888" y="3822192"/>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1" name="Shape 79"/>
          <p:cNvSpPr/>
          <p:nvPr/>
        </p:nvSpPr>
        <p:spPr>
          <a:xfrm>
            <a:off x="4800600" y="3822192"/>
            <a:ext cx="1874520" cy="292608"/>
          </a:xfrm>
          <a:prstGeom prst="rect">
            <a:avLst/>
          </a:prstGeom>
          <a:solidFill>
            <a:srgbClr val="10233A"/>
          </a:solidFill>
          <a:ln/>
        </p:spPr>
      </p:sp>
      <p:sp>
        <p:nvSpPr>
          <p:cNvPr id="82" name="Text 80"/>
          <p:cNvSpPr txBox="1"/>
          <p:nvPr/>
        </p:nvSpPr>
        <p:spPr>
          <a:xfrm>
            <a:off x="4864608" y="382219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3" name="Shape 81"/>
          <p:cNvSpPr/>
          <p:nvPr/>
        </p:nvSpPr>
        <p:spPr>
          <a:xfrm>
            <a:off x="6675120" y="3822192"/>
            <a:ext cx="868680" cy="292608"/>
          </a:xfrm>
          <a:prstGeom prst="rect">
            <a:avLst/>
          </a:prstGeom>
          <a:solidFill>
            <a:srgbClr val="10233A"/>
          </a:solidFill>
          <a:ln/>
        </p:spPr>
      </p:sp>
      <p:sp>
        <p:nvSpPr>
          <p:cNvPr id="84" name="Text 82"/>
          <p:cNvSpPr txBox="1"/>
          <p:nvPr/>
        </p:nvSpPr>
        <p:spPr>
          <a:xfrm>
            <a:off x="6739128" y="3822192"/>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Shape 83"/>
          <p:cNvSpPr/>
          <p:nvPr/>
        </p:nvSpPr>
        <p:spPr>
          <a:xfrm>
            <a:off x="411480" y="4114800"/>
            <a:ext cx="3200400" cy="228600"/>
          </a:xfrm>
          <a:prstGeom prst="rect">
            <a:avLst/>
          </a:prstGeom>
          <a:solidFill>
            <a:srgbClr val="FFFFFF"/>
          </a:solidFill>
          <a:ln w="6350">
            <a:solidFill>
              <a:srgbClr val="D3DCE5"/>
            </a:solidFill>
            <a:prstDash val="solid"/>
          </a:ln>
        </p:spPr>
      </p:sp>
      <p:sp>
        <p:nvSpPr>
          <p:cNvPr id="86" name="Text 84"/>
          <p:cNvSpPr txBox="1"/>
          <p:nvPr/>
        </p:nvSpPr>
        <p:spPr>
          <a:xfrm>
            <a:off x="475488" y="41148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87" name="Shape 85"/>
          <p:cNvSpPr/>
          <p:nvPr/>
        </p:nvSpPr>
        <p:spPr>
          <a:xfrm>
            <a:off x="3611880" y="4114800"/>
            <a:ext cx="1188720" cy="228600"/>
          </a:xfrm>
          <a:prstGeom prst="rect">
            <a:avLst/>
          </a:prstGeom>
          <a:solidFill>
            <a:srgbClr val="FFFFFF"/>
          </a:solidFill>
          <a:ln w="6350">
            <a:solidFill>
              <a:srgbClr val="D3DCE5"/>
            </a:solidFill>
            <a:prstDash val="solid"/>
          </a:ln>
        </p:spPr>
      </p:sp>
      <p:sp>
        <p:nvSpPr>
          <p:cNvPr id="88" name="Text 86"/>
          <p:cNvSpPr txBox="1"/>
          <p:nvPr/>
        </p:nvSpPr>
        <p:spPr>
          <a:xfrm>
            <a:off x="3675888" y="41148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9,566</a:t>
            </a:r>
            <a:endParaRPr lang="en-US" sz="880" dirty="0"/>
          </a:p>
        </p:txBody>
      </p:sp>
      <p:sp>
        <p:nvSpPr>
          <p:cNvPr id="89" name="Shape 87"/>
          <p:cNvSpPr/>
          <p:nvPr/>
        </p:nvSpPr>
        <p:spPr>
          <a:xfrm>
            <a:off x="4800600" y="4114800"/>
            <a:ext cx="1874520" cy="228600"/>
          </a:xfrm>
          <a:prstGeom prst="rect">
            <a:avLst/>
          </a:prstGeom>
          <a:solidFill>
            <a:srgbClr val="FFFFFF"/>
          </a:solidFill>
          <a:ln w="6350">
            <a:solidFill>
              <a:srgbClr val="D3DCE5"/>
            </a:solidFill>
            <a:prstDash val="solid"/>
          </a:ln>
        </p:spPr>
      </p:sp>
      <p:sp>
        <p:nvSpPr>
          <p:cNvPr id="90" name="Text 88"/>
          <p:cNvSpPr txBox="1"/>
          <p:nvPr/>
        </p:nvSpPr>
        <p:spPr>
          <a:xfrm>
            <a:off x="4864608" y="41148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1" name="Shape 89"/>
          <p:cNvSpPr/>
          <p:nvPr/>
        </p:nvSpPr>
        <p:spPr>
          <a:xfrm>
            <a:off x="6675120" y="4114800"/>
            <a:ext cx="868680" cy="228600"/>
          </a:xfrm>
          <a:prstGeom prst="rect">
            <a:avLst/>
          </a:prstGeom>
          <a:solidFill>
            <a:srgbClr val="FFFFFF"/>
          </a:solidFill>
          <a:ln w="6350">
            <a:solidFill>
              <a:srgbClr val="D3DCE5"/>
            </a:solidFill>
            <a:prstDash val="solid"/>
          </a:ln>
        </p:spPr>
      </p:sp>
      <p:sp>
        <p:nvSpPr>
          <p:cNvPr id="92" name="Text 90"/>
          <p:cNvSpPr txBox="1"/>
          <p:nvPr/>
        </p:nvSpPr>
        <p:spPr>
          <a:xfrm>
            <a:off x="6739128" y="41148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3" name="Shape 91"/>
          <p:cNvSpPr/>
          <p:nvPr/>
        </p:nvSpPr>
        <p:spPr>
          <a:xfrm>
            <a:off x="411480" y="4343400"/>
            <a:ext cx="3200400" cy="228600"/>
          </a:xfrm>
          <a:prstGeom prst="rect">
            <a:avLst/>
          </a:prstGeom>
          <a:solidFill>
            <a:srgbClr val="F7F9FB"/>
          </a:solidFill>
          <a:ln w="6350">
            <a:solidFill>
              <a:srgbClr val="D3DCE5"/>
            </a:solidFill>
            <a:prstDash val="solid"/>
          </a:ln>
        </p:spPr>
      </p:sp>
      <p:sp>
        <p:nvSpPr>
          <p:cNvPr id="94" name="Text 92"/>
          <p:cNvSpPr txBox="1"/>
          <p:nvPr/>
        </p:nvSpPr>
        <p:spPr>
          <a:xfrm>
            <a:off x="475488" y="43434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5" name="Shape 93"/>
          <p:cNvSpPr/>
          <p:nvPr/>
        </p:nvSpPr>
        <p:spPr>
          <a:xfrm>
            <a:off x="3611880" y="4343400"/>
            <a:ext cx="1188720" cy="228600"/>
          </a:xfrm>
          <a:prstGeom prst="rect">
            <a:avLst/>
          </a:prstGeom>
          <a:solidFill>
            <a:srgbClr val="F7F9FB"/>
          </a:solidFill>
          <a:ln w="6350">
            <a:solidFill>
              <a:srgbClr val="D3DCE5"/>
            </a:solidFill>
            <a:prstDash val="solid"/>
          </a:ln>
        </p:spPr>
      </p:sp>
      <p:sp>
        <p:nvSpPr>
          <p:cNvPr id="96" name="Text 94"/>
          <p:cNvSpPr txBox="1"/>
          <p:nvPr/>
        </p:nvSpPr>
        <p:spPr>
          <a:xfrm>
            <a:off x="3675888" y="43434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97" name="Shape 95"/>
          <p:cNvSpPr/>
          <p:nvPr/>
        </p:nvSpPr>
        <p:spPr>
          <a:xfrm>
            <a:off x="4800600" y="4343400"/>
            <a:ext cx="1874520" cy="228600"/>
          </a:xfrm>
          <a:prstGeom prst="rect">
            <a:avLst/>
          </a:prstGeom>
          <a:solidFill>
            <a:srgbClr val="F7F9FB"/>
          </a:solidFill>
          <a:ln w="6350">
            <a:solidFill>
              <a:srgbClr val="D3DCE5"/>
            </a:solidFill>
            <a:prstDash val="solid"/>
          </a:ln>
        </p:spPr>
      </p:sp>
      <p:sp>
        <p:nvSpPr>
          <p:cNvPr id="98" name="Text 96"/>
          <p:cNvSpPr txBox="1"/>
          <p:nvPr/>
        </p:nvSpPr>
        <p:spPr>
          <a:xfrm>
            <a:off x="4864608" y="43434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99" name="Shape 97"/>
          <p:cNvSpPr/>
          <p:nvPr/>
        </p:nvSpPr>
        <p:spPr>
          <a:xfrm>
            <a:off x="6675120" y="4343400"/>
            <a:ext cx="868680" cy="228600"/>
          </a:xfrm>
          <a:prstGeom prst="rect">
            <a:avLst/>
          </a:prstGeom>
          <a:solidFill>
            <a:srgbClr val="F7F9FB"/>
          </a:solidFill>
          <a:ln w="6350">
            <a:solidFill>
              <a:srgbClr val="D3DCE5"/>
            </a:solidFill>
            <a:prstDash val="solid"/>
          </a:ln>
        </p:spPr>
      </p:sp>
      <p:sp>
        <p:nvSpPr>
          <p:cNvPr id="100" name="Text 98"/>
          <p:cNvSpPr txBox="1"/>
          <p:nvPr/>
        </p:nvSpPr>
        <p:spPr>
          <a:xfrm>
            <a:off x="6739128" y="43434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1" name="Shape 99"/>
          <p:cNvSpPr/>
          <p:nvPr/>
        </p:nvSpPr>
        <p:spPr>
          <a:xfrm>
            <a:off x="411480" y="4572000"/>
            <a:ext cx="3200400" cy="228600"/>
          </a:xfrm>
          <a:prstGeom prst="rect">
            <a:avLst/>
          </a:prstGeom>
          <a:solidFill>
            <a:srgbClr val="FFFFFF"/>
          </a:solidFill>
          <a:ln w="6350">
            <a:solidFill>
              <a:srgbClr val="D3DCE5"/>
            </a:solidFill>
            <a:prstDash val="solid"/>
          </a:ln>
        </p:spPr>
      </p:sp>
      <p:sp>
        <p:nvSpPr>
          <p:cNvPr id="102" name="Text 100"/>
          <p:cNvSpPr txBox="1"/>
          <p:nvPr/>
        </p:nvSpPr>
        <p:spPr>
          <a:xfrm>
            <a:off x="475488" y="45720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3" name="Shape 101"/>
          <p:cNvSpPr/>
          <p:nvPr/>
        </p:nvSpPr>
        <p:spPr>
          <a:xfrm>
            <a:off x="3611880" y="4572000"/>
            <a:ext cx="1188720" cy="228600"/>
          </a:xfrm>
          <a:prstGeom prst="rect">
            <a:avLst/>
          </a:prstGeom>
          <a:solidFill>
            <a:srgbClr val="FFFFFF"/>
          </a:solidFill>
          <a:ln w="6350">
            <a:solidFill>
              <a:srgbClr val="D3DCE5"/>
            </a:solidFill>
            <a:prstDash val="solid"/>
          </a:ln>
        </p:spPr>
      </p:sp>
      <p:sp>
        <p:nvSpPr>
          <p:cNvPr id="104" name="Text 102"/>
          <p:cNvSpPr txBox="1"/>
          <p:nvPr/>
        </p:nvSpPr>
        <p:spPr>
          <a:xfrm>
            <a:off x="3675888" y="4572000"/>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19,460</a:t>
            </a:r>
            <a:endParaRPr lang="en-US" sz="880" dirty="0"/>
          </a:p>
        </p:txBody>
      </p:sp>
      <p:sp>
        <p:nvSpPr>
          <p:cNvPr id="105" name="Shape 103"/>
          <p:cNvSpPr/>
          <p:nvPr/>
        </p:nvSpPr>
        <p:spPr>
          <a:xfrm>
            <a:off x="4800600" y="4572000"/>
            <a:ext cx="1874520" cy="228600"/>
          </a:xfrm>
          <a:prstGeom prst="rect">
            <a:avLst/>
          </a:prstGeom>
          <a:solidFill>
            <a:srgbClr val="FFFFFF"/>
          </a:solidFill>
          <a:ln w="6350">
            <a:solidFill>
              <a:srgbClr val="D3DCE5"/>
            </a:solidFill>
            <a:prstDash val="solid"/>
          </a:ln>
        </p:spPr>
      </p:sp>
      <p:sp>
        <p:nvSpPr>
          <p:cNvPr id="106" name="Text 104"/>
          <p:cNvSpPr txBox="1"/>
          <p:nvPr/>
        </p:nvSpPr>
        <p:spPr>
          <a:xfrm>
            <a:off x="4864608" y="45720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07" name="Shape 105"/>
          <p:cNvSpPr/>
          <p:nvPr/>
        </p:nvSpPr>
        <p:spPr>
          <a:xfrm>
            <a:off x="6675120" y="4572000"/>
            <a:ext cx="868680" cy="228600"/>
          </a:xfrm>
          <a:prstGeom prst="rect">
            <a:avLst/>
          </a:prstGeom>
          <a:solidFill>
            <a:srgbClr val="FFFFFF"/>
          </a:solidFill>
          <a:ln w="6350">
            <a:solidFill>
              <a:srgbClr val="D3DCE5"/>
            </a:solidFill>
            <a:prstDash val="solid"/>
          </a:ln>
        </p:spPr>
      </p:sp>
      <p:sp>
        <p:nvSpPr>
          <p:cNvPr id="108" name="Text 106"/>
          <p:cNvSpPr txBox="1"/>
          <p:nvPr/>
        </p:nvSpPr>
        <p:spPr>
          <a:xfrm>
            <a:off x="6739128" y="45720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+18.6%</a:t>
            </a:r>
            <a:endParaRPr lang="en-US" sz="880" dirty="0"/>
          </a:p>
        </p:txBody>
      </p:sp>
      <p:sp>
        <p:nvSpPr>
          <p:cNvPr id="109" name="Shape 107"/>
          <p:cNvSpPr/>
          <p:nvPr/>
        </p:nvSpPr>
        <p:spPr>
          <a:xfrm>
            <a:off x="411480" y="4800600"/>
            <a:ext cx="3200400" cy="228600"/>
          </a:xfrm>
          <a:prstGeom prst="rect">
            <a:avLst/>
          </a:prstGeom>
          <a:solidFill>
            <a:srgbClr val="F7F9FB"/>
          </a:solidFill>
          <a:ln w="6350">
            <a:solidFill>
              <a:srgbClr val="D3DCE5"/>
            </a:solidFill>
            <a:prstDash val="solid"/>
          </a:ln>
        </p:spPr>
      </p:sp>
      <p:sp>
        <p:nvSpPr>
          <p:cNvPr id="110" name="Text 108"/>
          <p:cNvSpPr txBox="1"/>
          <p:nvPr/>
        </p:nvSpPr>
        <p:spPr>
          <a:xfrm>
            <a:off x="475488" y="48006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1" name="Shape 109"/>
          <p:cNvSpPr/>
          <p:nvPr/>
        </p:nvSpPr>
        <p:spPr>
          <a:xfrm>
            <a:off x="3611880" y="4800600"/>
            <a:ext cx="1188720" cy="228600"/>
          </a:xfrm>
          <a:prstGeom prst="rect">
            <a:avLst/>
          </a:prstGeom>
          <a:solidFill>
            <a:srgbClr val="F7F9FB"/>
          </a:solidFill>
          <a:ln w="6350">
            <a:solidFill>
              <a:srgbClr val="D3DCE5"/>
            </a:solidFill>
            <a:prstDash val="solid"/>
          </a:ln>
        </p:spPr>
      </p:sp>
      <p:sp>
        <p:nvSpPr>
          <p:cNvPr id="112" name="Text 110"/>
          <p:cNvSpPr txBox="1"/>
          <p:nvPr/>
        </p:nvSpPr>
        <p:spPr>
          <a:xfrm>
            <a:off x="3675888" y="48006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1,462</a:t>
            </a:r>
            <a:endParaRPr lang="en-US" sz="880" dirty="0"/>
          </a:p>
        </p:txBody>
      </p:sp>
      <p:sp>
        <p:nvSpPr>
          <p:cNvPr id="113" name="Shape 111"/>
          <p:cNvSpPr/>
          <p:nvPr/>
        </p:nvSpPr>
        <p:spPr>
          <a:xfrm>
            <a:off x="4800600" y="4800600"/>
            <a:ext cx="1874520" cy="228600"/>
          </a:xfrm>
          <a:prstGeom prst="rect">
            <a:avLst/>
          </a:prstGeom>
          <a:solidFill>
            <a:srgbClr val="F7F9FB"/>
          </a:solidFill>
          <a:ln w="6350">
            <a:solidFill>
              <a:srgbClr val="D3DCE5"/>
            </a:solidFill>
            <a:prstDash val="solid"/>
          </a:ln>
        </p:spPr>
      </p:sp>
      <p:sp>
        <p:nvSpPr>
          <p:cNvPr id="114" name="Text 112"/>
          <p:cNvSpPr txBox="1"/>
          <p:nvPr/>
        </p:nvSpPr>
        <p:spPr>
          <a:xfrm>
            <a:off x="4864608" y="48006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5" name="Shape 113"/>
          <p:cNvSpPr/>
          <p:nvPr/>
        </p:nvSpPr>
        <p:spPr>
          <a:xfrm>
            <a:off x="6675120" y="4800600"/>
            <a:ext cx="868680" cy="228600"/>
          </a:xfrm>
          <a:prstGeom prst="rect">
            <a:avLst/>
          </a:prstGeom>
          <a:solidFill>
            <a:srgbClr val="F7F9FB"/>
          </a:solidFill>
          <a:ln w="6350">
            <a:solidFill>
              <a:srgbClr val="D3DCE5"/>
            </a:solidFill>
            <a:prstDash val="solid"/>
          </a:ln>
        </p:spPr>
      </p:sp>
      <p:sp>
        <p:nvSpPr>
          <p:cNvPr id="116" name="Text 114"/>
          <p:cNvSpPr txBox="1"/>
          <p:nvPr/>
        </p:nvSpPr>
        <p:spPr>
          <a:xfrm>
            <a:off x="6739128" y="48006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50.8%</a:t>
            </a:r>
            <a:endParaRPr lang="en-US" sz="880" dirty="0"/>
          </a:p>
        </p:txBody>
      </p:sp>
      <p:sp>
        <p:nvSpPr>
          <p:cNvPr id="117" name="Shape 115"/>
          <p:cNvSpPr/>
          <p:nvPr/>
        </p:nvSpPr>
        <p:spPr>
          <a:xfrm>
            <a:off x="411480" y="5102352"/>
            <a:ext cx="7132320" cy="1261872"/>
          </a:xfrm>
          <a:prstGeom prst="rect">
            <a:avLst/>
          </a:prstGeom>
          <a:solidFill>
            <a:srgbClr val="F7F9FB"/>
          </a:solidFill>
          <a:ln w="9525">
            <a:solidFill>
              <a:srgbClr val="D3DCE5"/>
            </a:solidFill>
            <a:prstDash val="solid"/>
          </a:ln>
        </p:spPr>
      </p:sp>
      <p:sp>
        <p:nvSpPr>
          <p:cNvPr id="118" name="Text 116"/>
          <p:cNvSpPr txBox="1"/>
          <p:nvPr/>
        </p:nvSpPr>
        <p:spPr>
          <a:xfrm>
            <a:off x="576072" y="5230368"/>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19" name="Text 117"/>
          <p:cNvSpPr txBox="1"/>
          <p:nvPr/>
        </p:nvSpPr>
        <p:spPr>
          <a:xfrm>
            <a:off x="576072" y="5559552"/>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0" name="Shape 118"/>
          <p:cNvSpPr/>
          <p:nvPr/>
        </p:nvSpPr>
        <p:spPr>
          <a:xfrm>
            <a:off x="7744968" y="1627632"/>
            <a:ext cx="4041648" cy="4736592"/>
          </a:xfrm>
          <a:prstGeom prst="rect">
            <a:avLst/>
          </a:prstGeom>
          <a:solidFill>
            <a:srgbClr val="FBEBD9"/>
          </a:solidFill>
          <a:ln w="9525">
            <a:solidFill>
              <a:srgbClr val="E8C9A3"/>
            </a:solidFill>
            <a:prstDash val="solid"/>
          </a:ln>
        </p:spPr>
      </p:sp>
      <p:sp>
        <p:nvSpPr>
          <p:cNvPr id="121" name="Text 119"/>
          <p:cNvSpPr txBox="1"/>
          <p:nvPr/>
        </p:nvSpPr>
        <p:spPr>
          <a:xfrm>
            <a:off x="7927848" y="1773936"/>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2" name="Text 120"/>
          <p:cNvSpPr txBox="1"/>
          <p:nvPr/>
        </p:nvSpPr>
        <p:spPr>
          <a:xfrm>
            <a:off x="7927848" y="2194560"/>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A$18.9bn</a:t>
            </a:r>
            <a:endParaRPr lang="en-US" sz="3000" dirty="0"/>
          </a:p>
        </p:txBody>
      </p:sp>
      <p:sp>
        <p:nvSpPr>
          <p:cNvPr id="123" name="Text 121"/>
          <p:cNvSpPr txBox="1"/>
          <p:nvPr/>
        </p:nvSpPr>
        <p:spPr>
          <a:xfrm>
            <a:off x="7927848" y="2761488"/>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4" name="Text 122"/>
          <p:cNvSpPr txBox="1"/>
          <p:nvPr/>
        </p:nvSpPr>
        <p:spPr>
          <a:xfrm>
            <a:off x="7927848" y="3328416"/>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5" name="Text 123"/>
          <p:cNvSpPr txBox="1"/>
          <p:nvPr/>
        </p:nvSpPr>
        <p:spPr>
          <a:xfrm>
            <a:off x="7927848" y="3895344"/>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26" name="Shape 124"/>
          <p:cNvSpPr/>
          <p:nvPr/>
        </p:nvSpPr>
        <p:spPr>
          <a:xfrm>
            <a:off x="7927848" y="4443984"/>
            <a:ext cx="3657600" cy="10973"/>
          </a:xfrm>
          <a:prstGeom prst="rect">
            <a:avLst/>
          </a:prstGeom>
          <a:solidFill>
            <a:srgbClr val="E0BC94"/>
          </a:solidFill>
          <a:ln/>
        </p:spPr>
      </p:sp>
      <p:sp>
        <p:nvSpPr>
          <p:cNvPr id="127" name="Text 125"/>
          <p:cNvSpPr txBox="1"/>
          <p:nvPr/>
        </p:nvSpPr>
        <p:spPr>
          <a:xfrm>
            <a:off x="7927848" y="4590288"/>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28" name="Text 126"/>
          <p:cNvSpPr txBox="1"/>
          <p:nvPr/>
        </p:nvSpPr>
        <p:spPr>
          <a:xfrm>
            <a:off x="7927848" y="4901184"/>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50.8% of enterprise value on our approach. On a perpetuity it would have been about 68%, with most of the answer resting on an assumption no orebody can honour.</a:t>
            </a:r>
            <a:endParaRPr lang="en-US" sz="900" dirty="0"/>
          </a:p>
        </p:txBody>
      </p:sp>
      <p:sp>
        <p:nvSpPr>
          <p:cNvPr id="129" name="Text 1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50" dirty="0"/>
          </a:p>
        </p:txBody>
      </p:sp>
      <p:sp>
        <p:nvSpPr>
          <p:cNvPr id="130" name="Text 1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range, and what has to be true</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Base A$6.50, bear A$2.26, bull A$8.93. The bear sits 19% above the price the market actually paid at the bottom of the last cycle.</a:t>
            </a:r>
            <a:endParaRPr lang="en-US" sz="1200" dirty="0"/>
          </a:p>
        </p:txBody>
      </p:sp>
      <p:sp>
        <p:nvSpPr>
          <p:cNvPr id="13" name="Shape 11"/>
          <p:cNvSpPr/>
          <p:nvPr/>
        </p:nvSpPr>
        <p:spPr>
          <a:xfrm>
            <a:off x="411480" y="1682496"/>
            <a:ext cx="6766560" cy="2468880"/>
          </a:xfrm>
          <a:prstGeom prst="rect">
            <a:avLst/>
          </a:prstGeom>
          <a:solidFill>
            <a:srgbClr val="F7F9FB"/>
          </a:solidFill>
          <a:ln w="9525">
            <a:solidFill>
              <a:srgbClr val="D3DCE5"/>
            </a:solidFill>
            <a:prstDash val="solid"/>
          </a:ln>
        </p:spPr>
      </p:sp>
      <p:sp>
        <p:nvSpPr>
          <p:cNvPr id="14" name="Text 12"/>
          <p:cNvSpPr txBox="1"/>
          <p:nvPr/>
        </p:nvSpPr>
        <p:spPr>
          <a:xfrm>
            <a:off x="576072" y="1773936"/>
            <a:ext cx="5029200" cy="256032"/>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Valuation range by method (A$ per share)</a:t>
            </a:r>
            <a:endParaRPr lang="en-US" sz="1100" dirty="0"/>
          </a:p>
        </p:txBody>
      </p:sp>
      <p:sp>
        <p:nvSpPr>
          <p:cNvPr id="15" name="Text 13"/>
          <p:cNvSpPr txBox="1"/>
          <p:nvPr/>
        </p:nvSpPr>
        <p:spPr>
          <a:xfrm>
            <a:off x="576072" y="215798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base case</a:t>
            </a:r>
            <a:endParaRPr lang="en-US" sz="860" dirty="0"/>
          </a:p>
        </p:txBody>
      </p:sp>
      <p:sp>
        <p:nvSpPr>
          <p:cNvPr id="16" name="Shape 14"/>
          <p:cNvSpPr/>
          <p:nvPr/>
        </p:nvSpPr>
        <p:spPr>
          <a:xfrm>
            <a:off x="5337810" y="2212848"/>
            <a:ext cx="82296" cy="173736"/>
          </a:xfrm>
          <a:prstGeom prst="rect">
            <a:avLst/>
          </a:prstGeom>
          <a:solidFill>
            <a:srgbClr val="0E7C6B"/>
          </a:solidFill>
          <a:ln/>
        </p:spPr>
      </p:sp>
      <p:sp>
        <p:nvSpPr>
          <p:cNvPr id="17" name="Text 15"/>
          <p:cNvSpPr txBox="1"/>
          <p:nvPr/>
        </p:nvSpPr>
        <p:spPr>
          <a:xfrm>
            <a:off x="5525262" y="215798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6.50</a:t>
            </a:r>
            <a:endParaRPr lang="en-US" sz="800" dirty="0"/>
          </a:p>
        </p:txBody>
      </p:sp>
      <p:sp>
        <p:nvSpPr>
          <p:cNvPr id="18" name="Text 16"/>
          <p:cNvSpPr txBox="1"/>
          <p:nvPr/>
        </p:nvSpPr>
        <p:spPr>
          <a:xfrm>
            <a:off x="6702552" y="215798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60%</a:t>
            </a:r>
            <a:endParaRPr lang="en-US" sz="800" dirty="0"/>
          </a:p>
        </p:txBody>
      </p:sp>
      <p:sp>
        <p:nvSpPr>
          <p:cNvPr id="19" name="Text 17"/>
          <p:cNvSpPr txBox="1"/>
          <p:nvPr/>
        </p:nvSpPr>
        <p:spPr>
          <a:xfrm>
            <a:off x="576072" y="252374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bear to bull</a:t>
            </a:r>
            <a:endParaRPr lang="en-US" sz="860" dirty="0"/>
          </a:p>
        </p:txBody>
      </p:sp>
      <p:sp>
        <p:nvSpPr>
          <p:cNvPr id="20" name="Shape 18"/>
          <p:cNvSpPr/>
          <p:nvPr/>
        </p:nvSpPr>
        <p:spPr>
          <a:xfrm>
            <a:off x="3198114" y="2578608"/>
            <a:ext cx="3430715" cy="173736"/>
          </a:xfrm>
          <a:prstGeom prst="rect">
            <a:avLst/>
          </a:prstGeom>
          <a:solidFill>
            <a:srgbClr val="1C3A5E"/>
          </a:solidFill>
          <a:ln/>
        </p:spPr>
      </p:sp>
      <p:sp>
        <p:nvSpPr>
          <p:cNvPr id="21" name="Text 19"/>
          <p:cNvSpPr txBox="1"/>
          <p:nvPr/>
        </p:nvSpPr>
        <p:spPr>
          <a:xfrm>
            <a:off x="6683693" y="252374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2.26 - 8.93</a:t>
            </a:r>
            <a:endParaRPr lang="en-US" sz="800" dirty="0"/>
          </a:p>
        </p:txBody>
      </p:sp>
      <p:sp>
        <p:nvSpPr>
          <p:cNvPr id="22" name="Text 20"/>
          <p:cNvSpPr txBox="1"/>
          <p:nvPr/>
        </p:nvSpPr>
        <p:spPr>
          <a:xfrm>
            <a:off x="6702552" y="252374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23" name="Text 21"/>
          <p:cNvSpPr txBox="1"/>
          <p:nvPr/>
        </p:nvSpPr>
        <p:spPr>
          <a:xfrm>
            <a:off x="576072" y="288950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Trading comparables</a:t>
            </a:r>
            <a:endParaRPr lang="en-US" sz="860" dirty="0"/>
          </a:p>
        </p:txBody>
      </p:sp>
      <p:sp>
        <p:nvSpPr>
          <p:cNvPr id="24" name="Shape 22"/>
          <p:cNvSpPr/>
          <p:nvPr/>
        </p:nvSpPr>
        <p:spPr>
          <a:xfrm>
            <a:off x="4483989" y="2944368"/>
            <a:ext cx="828103" cy="173736"/>
          </a:xfrm>
          <a:prstGeom prst="rect">
            <a:avLst/>
          </a:prstGeom>
          <a:solidFill>
            <a:srgbClr val="1C3A5E"/>
          </a:solidFill>
          <a:ln/>
        </p:spPr>
      </p:sp>
      <p:sp>
        <p:nvSpPr>
          <p:cNvPr id="25" name="Text 23"/>
          <p:cNvSpPr txBox="1"/>
          <p:nvPr/>
        </p:nvSpPr>
        <p:spPr>
          <a:xfrm>
            <a:off x="5366957" y="288950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4.76 - 6.37</a:t>
            </a:r>
            <a:endParaRPr lang="en-US" sz="800" dirty="0"/>
          </a:p>
        </p:txBody>
      </p:sp>
      <p:sp>
        <p:nvSpPr>
          <p:cNvPr id="26" name="Text 24"/>
          <p:cNvSpPr txBox="1"/>
          <p:nvPr/>
        </p:nvSpPr>
        <p:spPr>
          <a:xfrm>
            <a:off x="6702552" y="288950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40%</a:t>
            </a:r>
            <a:endParaRPr lang="en-US" sz="800" dirty="0"/>
          </a:p>
        </p:txBody>
      </p:sp>
      <p:sp>
        <p:nvSpPr>
          <p:cNvPr id="27" name="Text 25"/>
          <p:cNvSpPr txBox="1"/>
          <p:nvPr/>
        </p:nvSpPr>
        <p:spPr>
          <a:xfrm>
            <a:off x="576072" y="325526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Broker targets</a:t>
            </a:r>
            <a:endParaRPr lang="en-US" sz="860" dirty="0"/>
          </a:p>
        </p:txBody>
      </p:sp>
      <p:sp>
        <p:nvSpPr>
          <p:cNvPr id="28" name="Shape 26"/>
          <p:cNvSpPr/>
          <p:nvPr/>
        </p:nvSpPr>
        <p:spPr>
          <a:xfrm>
            <a:off x="3321558" y="3310128"/>
            <a:ext cx="2227136" cy="173736"/>
          </a:xfrm>
          <a:prstGeom prst="rect">
            <a:avLst/>
          </a:prstGeom>
          <a:solidFill>
            <a:srgbClr val="8C9BA9"/>
          </a:solidFill>
          <a:ln/>
        </p:spPr>
      </p:sp>
      <p:sp>
        <p:nvSpPr>
          <p:cNvPr id="29" name="Text 27"/>
          <p:cNvSpPr txBox="1"/>
          <p:nvPr/>
        </p:nvSpPr>
        <p:spPr>
          <a:xfrm>
            <a:off x="5603558" y="325526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2.50 - 6.83</a:t>
            </a:r>
            <a:endParaRPr lang="en-US" sz="800" dirty="0"/>
          </a:p>
        </p:txBody>
      </p:sp>
      <p:sp>
        <p:nvSpPr>
          <p:cNvPr id="30" name="Text 28"/>
          <p:cNvSpPr txBox="1"/>
          <p:nvPr/>
        </p:nvSpPr>
        <p:spPr>
          <a:xfrm>
            <a:off x="6702552" y="325526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1" name="Text 29"/>
          <p:cNvSpPr txBox="1"/>
          <p:nvPr/>
        </p:nvSpPr>
        <p:spPr>
          <a:xfrm>
            <a:off x="576072" y="362102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52-week traded range</a:t>
            </a:r>
            <a:endParaRPr lang="en-US" sz="860" dirty="0"/>
          </a:p>
        </p:txBody>
      </p:sp>
      <p:sp>
        <p:nvSpPr>
          <p:cNvPr id="32" name="Shape 30"/>
          <p:cNvSpPr/>
          <p:nvPr/>
        </p:nvSpPr>
        <p:spPr>
          <a:xfrm>
            <a:off x="3018092" y="3675888"/>
            <a:ext cx="2520315" cy="173736"/>
          </a:xfrm>
          <a:prstGeom prst="rect">
            <a:avLst/>
          </a:prstGeom>
          <a:solidFill>
            <a:srgbClr val="8C9BA9"/>
          </a:solidFill>
          <a:ln/>
        </p:spPr>
      </p:sp>
      <p:sp>
        <p:nvSpPr>
          <p:cNvPr id="33" name="Text 31"/>
          <p:cNvSpPr txBox="1"/>
          <p:nvPr/>
        </p:nvSpPr>
        <p:spPr>
          <a:xfrm>
            <a:off x="5593270" y="362102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1.91 - 6.81</a:t>
            </a:r>
            <a:endParaRPr lang="en-US" sz="800" dirty="0"/>
          </a:p>
        </p:txBody>
      </p:sp>
      <p:sp>
        <p:nvSpPr>
          <p:cNvPr id="34" name="Text 32"/>
          <p:cNvSpPr txBox="1"/>
          <p:nvPr/>
        </p:nvSpPr>
        <p:spPr>
          <a:xfrm>
            <a:off x="6702552" y="362102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5" name="Shape 33"/>
          <p:cNvSpPr/>
          <p:nvPr/>
        </p:nvSpPr>
        <p:spPr>
          <a:xfrm>
            <a:off x="4845177" y="2121408"/>
            <a:ext cx="20117" cy="1847088"/>
          </a:xfrm>
          <a:prstGeom prst="rect">
            <a:avLst/>
          </a:prstGeom>
          <a:solidFill>
            <a:srgbClr val="A3282C"/>
          </a:solidFill>
          <a:ln/>
        </p:spPr>
      </p:sp>
      <p:sp>
        <p:nvSpPr>
          <p:cNvPr id="36" name="Text 34"/>
          <p:cNvSpPr txBox="1"/>
          <p:nvPr/>
        </p:nvSpPr>
        <p:spPr>
          <a:xfrm>
            <a:off x="4195953" y="3913632"/>
            <a:ext cx="1316736" cy="201168"/>
          </a:xfrm>
          <a:prstGeom prst="rect">
            <a:avLst/>
          </a:prstGeom>
          <a:noFill/>
          <a:ln/>
        </p:spPr>
        <p:txBody>
          <a:bodyPr wrap="square" lIns="0" tIns="0" rIns="0" bIns="0" rtlCol="0" anchor="ctr"/>
          <a:lstStyle/>
          <a:p>
            <a:pPr algn="ctr" indent="0" marL="0">
              <a:buNone/>
            </a:pPr>
            <a:r>
              <a:rPr lang="en-US" sz="800" b="1" dirty="0">
                <a:solidFill>
                  <a:srgbClr val="A3282C"/>
                </a:solidFill>
                <a:latin typeface="Calibri" pitchFamily="34" charset="0"/>
                <a:ea typeface="Calibri" pitchFamily="34" charset="-122"/>
                <a:cs typeface="Calibri" pitchFamily="34" charset="-120"/>
              </a:rPr>
              <a:t>Last close  5.48</a:t>
            </a:r>
            <a:endParaRPr lang="en-US" sz="800" dirty="0"/>
          </a:p>
        </p:txBody>
      </p:sp>
      <p:sp>
        <p:nvSpPr>
          <p:cNvPr id="37" name="Shape 35"/>
          <p:cNvSpPr/>
          <p:nvPr/>
        </p:nvSpPr>
        <p:spPr>
          <a:xfrm>
            <a:off x="5174361" y="2121408"/>
            <a:ext cx="20117" cy="1847088"/>
          </a:xfrm>
          <a:prstGeom prst="rect">
            <a:avLst/>
          </a:prstGeom>
          <a:solidFill>
            <a:srgbClr val="10233A"/>
          </a:solidFill>
          <a:ln/>
        </p:spPr>
      </p:sp>
      <p:sp>
        <p:nvSpPr>
          <p:cNvPr id="38" name="Text 36"/>
          <p:cNvSpPr txBox="1"/>
          <p:nvPr/>
        </p:nvSpPr>
        <p:spPr>
          <a:xfrm>
            <a:off x="5841873" y="3913632"/>
            <a:ext cx="1316736" cy="201168"/>
          </a:xfrm>
          <a:prstGeom prst="rect">
            <a:avLst/>
          </a:prstGeom>
          <a:noFill/>
          <a:ln/>
        </p:spPr>
        <p:txBody>
          <a:bodyPr wrap="square" lIns="0" tIns="0" rIns="0" bIns="0" rtlCol="0" anchor="ctr"/>
          <a:lstStyle/>
          <a:p>
            <a:pPr algn="ctr" indent="0" marL="0">
              <a:buNone/>
            </a:pPr>
            <a:r>
              <a:rPr lang="en-US" sz="800" b="1" dirty="0">
                <a:solidFill>
                  <a:srgbClr val="10233A"/>
                </a:solidFill>
                <a:latin typeface="Calibri" pitchFamily="34" charset="0"/>
                <a:ea typeface="Calibri" pitchFamily="34" charset="-122"/>
                <a:cs typeface="Calibri" pitchFamily="34" charset="-120"/>
              </a:rPr>
              <a:t>Target  6.12</a:t>
            </a:r>
            <a:endParaRPr lang="en-US" sz="800" dirty="0"/>
          </a:p>
        </p:txBody>
      </p:sp>
      <p:sp>
        <p:nvSpPr>
          <p:cNvPr id="39" name="Shape 37"/>
          <p:cNvSpPr/>
          <p:nvPr/>
        </p:nvSpPr>
        <p:spPr>
          <a:xfrm>
            <a:off x="7379208" y="1682496"/>
            <a:ext cx="4407408" cy="1389888"/>
          </a:xfrm>
          <a:prstGeom prst="rect">
            <a:avLst/>
          </a:prstGeom>
          <a:solidFill>
            <a:srgbClr val="FBEBD9"/>
          </a:solidFill>
          <a:ln w="9525">
            <a:solidFill>
              <a:srgbClr val="E8C9A3"/>
            </a:solidFill>
            <a:prstDash val="solid"/>
          </a:ln>
        </p:spPr>
      </p:sp>
      <p:sp>
        <p:nvSpPr>
          <p:cNvPr id="40" name="Text 38"/>
          <p:cNvSpPr txBox="1"/>
          <p:nvPr/>
        </p:nvSpPr>
        <p:spPr>
          <a:xfrm>
            <a:off x="7543800" y="1810512"/>
            <a:ext cx="4096512"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bear case actually assumes</a:t>
            </a:r>
            <a:endParaRPr lang="en-US" sz="1150" dirty="0"/>
          </a:p>
        </p:txBody>
      </p:sp>
      <p:sp>
        <p:nvSpPr>
          <p:cNvPr id="41" name="Text 39"/>
          <p:cNvSpPr txBox="1"/>
          <p:nvPr/>
        </p:nvSpPr>
        <p:spPr>
          <a:xfrm>
            <a:off x="7562088" y="2249424"/>
            <a:ext cx="4041648" cy="71323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Prices revert to marginal cost, P2000 is never sanctioned, Colina never proceeds and volumes stay flat for a decade - all at once.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Even then A$2.26 is 19% above the A$1.91 printed in the last trough, when PLS held A$974m of cash and was loss-making rather than A$2.29bn and earning A$526m.</a:t>
            </a:r>
            <a:endParaRPr lang="en-US" sz="880" dirty="0"/>
          </a:p>
        </p:txBody>
      </p:sp>
      <p:sp>
        <p:nvSpPr>
          <p:cNvPr id="42" name="Shape 40"/>
          <p:cNvSpPr/>
          <p:nvPr/>
        </p:nvSpPr>
        <p:spPr>
          <a:xfrm>
            <a:off x="7379208" y="3145536"/>
            <a:ext cx="4407408" cy="1005840"/>
          </a:xfrm>
          <a:prstGeom prst="rect">
            <a:avLst/>
          </a:prstGeom>
          <a:solidFill>
            <a:srgbClr val="F7F9FB"/>
          </a:solidFill>
          <a:ln w="9525">
            <a:solidFill>
              <a:srgbClr val="D3DCE5"/>
            </a:solidFill>
            <a:prstDash val="solid"/>
          </a:ln>
        </p:spPr>
      </p:sp>
      <p:sp>
        <p:nvSpPr>
          <p:cNvPr id="43" name="Text 41"/>
          <p:cNvSpPr txBox="1"/>
          <p:nvPr/>
        </p:nvSpPr>
        <p:spPr>
          <a:xfrm>
            <a:off x="7543800" y="3273552"/>
            <a:ext cx="4096512"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the honest weakness</a:t>
            </a:r>
            <a:endParaRPr lang="en-US" sz="1150" dirty="0"/>
          </a:p>
        </p:txBody>
      </p:sp>
      <p:sp>
        <p:nvSpPr>
          <p:cNvPr id="44" name="Text 42"/>
          <p:cNvSpPr txBox="1"/>
          <p:nvPr/>
        </p:nvSpPr>
        <p:spPr>
          <a:xfrm>
            <a:off x="7562088" y="3712464"/>
            <a:ext cx="4041648" cy="3291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Reward to risk is 1.07x: +63% to bull against -59% to bear. Not a lopsided bet, and we will not present it as one.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What justifies the position is the expected return against the mandate, not the shape of the distribution.</a:t>
            </a:r>
            <a:endParaRPr lang="en-US" sz="880" dirty="0"/>
          </a:p>
        </p:txBody>
      </p:sp>
      <p:sp>
        <p:nvSpPr>
          <p:cNvPr id="45" name="Text 43"/>
          <p:cNvSpPr txBox="1"/>
          <p:nvPr/>
        </p:nvSpPr>
        <p:spPr>
          <a:xfrm>
            <a:off x="411480" y="4297680"/>
            <a:ext cx="64008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46" name="Shape 44"/>
          <p:cNvSpPr/>
          <p:nvPr/>
        </p:nvSpPr>
        <p:spPr>
          <a:xfrm>
            <a:off x="1463040" y="4572000"/>
            <a:ext cx="841248" cy="246888"/>
          </a:xfrm>
          <a:prstGeom prst="rect">
            <a:avLst/>
          </a:prstGeom>
          <a:solidFill>
            <a:srgbClr val="10233A"/>
          </a:solidFill>
          <a:ln/>
        </p:spPr>
      </p:sp>
      <p:sp>
        <p:nvSpPr>
          <p:cNvPr id="47" name="Text 45"/>
          <p:cNvSpPr txBox="1"/>
          <p:nvPr/>
        </p:nvSpPr>
        <p:spPr>
          <a:xfrm>
            <a:off x="1463040"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48" name="Shape 46"/>
          <p:cNvSpPr/>
          <p:nvPr/>
        </p:nvSpPr>
        <p:spPr>
          <a:xfrm>
            <a:off x="2304288" y="4572000"/>
            <a:ext cx="841248" cy="246888"/>
          </a:xfrm>
          <a:prstGeom prst="rect">
            <a:avLst/>
          </a:prstGeom>
          <a:solidFill>
            <a:srgbClr val="10233A"/>
          </a:solidFill>
          <a:ln/>
        </p:spPr>
      </p:sp>
      <p:sp>
        <p:nvSpPr>
          <p:cNvPr id="49" name="Text 47"/>
          <p:cNvSpPr txBox="1"/>
          <p:nvPr/>
        </p:nvSpPr>
        <p:spPr>
          <a:xfrm>
            <a:off x="2304288"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0" name="Shape 48"/>
          <p:cNvSpPr/>
          <p:nvPr/>
        </p:nvSpPr>
        <p:spPr>
          <a:xfrm>
            <a:off x="3145536" y="4572000"/>
            <a:ext cx="841248" cy="246888"/>
          </a:xfrm>
          <a:prstGeom prst="rect">
            <a:avLst/>
          </a:prstGeom>
          <a:solidFill>
            <a:srgbClr val="10233A"/>
          </a:solidFill>
          <a:ln/>
        </p:spPr>
      </p:sp>
      <p:sp>
        <p:nvSpPr>
          <p:cNvPr id="51" name="Text 49"/>
          <p:cNvSpPr txBox="1"/>
          <p:nvPr/>
        </p:nvSpPr>
        <p:spPr>
          <a:xfrm>
            <a:off x="3145536"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52" name="Shape 50"/>
          <p:cNvSpPr/>
          <p:nvPr/>
        </p:nvSpPr>
        <p:spPr>
          <a:xfrm>
            <a:off x="3986784" y="4572000"/>
            <a:ext cx="841248" cy="246888"/>
          </a:xfrm>
          <a:prstGeom prst="rect">
            <a:avLst/>
          </a:prstGeom>
          <a:solidFill>
            <a:srgbClr val="10233A"/>
          </a:solidFill>
          <a:ln/>
        </p:spPr>
      </p:sp>
      <p:sp>
        <p:nvSpPr>
          <p:cNvPr id="53" name="Text 51"/>
          <p:cNvSpPr txBox="1"/>
          <p:nvPr/>
        </p:nvSpPr>
        <p:spPr>
          <a:xfrm>
            <a:off x="3986784"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4" name="Shape 52"/>
          <p:cNvSpPr/>
          <p:nvPr/>
        </p:nvSpPr>
        <p:spPr>
          <a:xfrm>
            <a:off x="4828032" y="4572000"/>
            <a:ext cx="841248" cy="246888"/>
          </a:xfrm>
          <a:prstGeom prst="rect">
            <a:avLst/>
          </a:prstGeom>
          <a:solidFill>
            <a:srgbClr val="10233A"/>
          </a:solidFill>
          <a:ln/>
        </p:spPr>
      </p:sp>
      <p:sp>
        <p:nvSpPr>
          <p:cNvPr id="55" name="Text 53"/>
          <p:cNvSpPr txBox="1"/>
          <p:nvPr/>
        </p:nvSpPr>
        <p:spPr>
          <a:xfrm>
            <a:off x="4828032"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56" name="Text 54"/>
          <p:cNvSpPr txBox="1"/>
          <p:nvPr/>
        </p:nvSpPr>
        <p:spPr>
          <a:xfrm>
            <a:off x="411480" y="4572000"/>
            <a:ext cx="1033272" cy="246888"/>
          </a:xfrm>
          <a:prstGeom prst="rect">
            <a:avLst/>
          </a:prstGeom>
          <a:noFill/>
          <a:ln/>
        </p:spPr>
        <p:txBody>
          <a:bodyPr wrap="square" lIns="0" tIns="0" rIns="0" bIns="0" rtlCol="0" anchor="ctr"/>
          <a:lstStyle/>
          <a:p>
            <a:pPr algn="r" indent="0" marL="0">
              <a:buNone/>
            </a:pPr>
            <a:r>
              <a:rPr lang="en-US" sz="750" b="1" dirty="0">
                <a:solidFill>
                  <a:srgbClr val="5F7183"/>
                </a:solidFill>
                <a:latin typeface="Calibri" pitchFamily="34" charset="0"/>
                <a:ea typeface="Calibri" pitchFamily="34" charset="-122"/>
                <a:cs typeface="Calibri" pitchFamily="34" charset="-120"/>
              </a:rPr>
              <a:t>Unit cost</a:t>
            </a:r>
            <a:endParaRPr lang="en-US" sz="750" dirty="0"/>
          </a:p>
        </p:txBody>
      </p:sp>
      <p:sp>
        <p:nvSpPr>
          <p:cNvPr id="57" name="Shape 55"/>
          <p:cNvSpPr/>
          <p:nvPr/>
        </p:nvSpPr>
        <p:spPr>
          <a:xfrm>
            <a:off x="411480" y="4818888"/>
            <a:ext cx="1033272" cy="246888"/>
          </a:xfrm>
          <a:prstGeom prst="rect">
            <a:avLst/>
          </a:prstGeom>
          <a:solidFill>
            <a:srgbClr val="10233A"/>
          </a:solidFill>
          <a:ln/>
        </p:spPr>
      </p:sp>
      <p:sp>
        <p:nvSpPr>
          <p:cNvPr id="58" name="Text 56"/>
          <p:cNvSpPr txBox="1"/>
          <p:nvPr/>
        </p:nvSpPr>
        <p:spPr>
          <a:xfrm>
            <a:off x="411480" y="4818888"/>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9" name="Shape 57"/>
          <p:cNvSpPr/>
          <p:nvPr/>
        </p:nvSpPr>
        <p:spPr>
          <a:xfrm>
            <a:off x="1463040" y="4818888"/>
            <a:ext cx="841248" cy="246888"/>
          </a:xfrm>
          <a:prstGeom prst="rect">
            <a:avLst/>
          </a:prstGeom>
          <a:solidFill>
            <a:srgbClr val="F7E2E2"/>
          </a:solidFill>
          <a:ln w="6350">
            <a:solidFill>
              <a:srgbClr val="D3DCE5"/>
            </a:solidFill>
            <a:prstDash val="solid"/>
          </a:ln>
        </p:spPr>
      </p:sp>
      <p:sp>
        <p:nvSpPr>
          <p:cNvPr id="60" name="Text 58"/>
          <p:cNvSpPr txBox="1"/>
          <p:nvPr/>
        </p:nvSpPr>
        <p:spPr>
          <a:xfrm>
            <a:off x="1463040"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3.98</a:t>
            </a:r>
            <a:endParaRPr lang="en-US" sz="820" dirty="0"/>
          </a:p>
        </p:txBody>
      </p:sp>
      <p:sp>
        <p:nvSpPr>
          <p:cNvPr id="61" name="Shape 59"/>
          <p:cNvSpPr/>
          <p:nvPr/>
        </p:nvSpPr>
        <p:spPr>
          <a:xfrm>
            <a:off x="2304288" y="4818888"/>
            <a:ext cx="841248" cy="246888"/>
          </a:xfrm>
          <a:prstGeom prst="rect">
            <a:avLst/>
          </a:prstGeom>
          <a:solidFill>
            <a:srgbClr val="F7E2E2"/>
          </a:solidFill>
          <a:ln w="6350">
            <a:solidFill>
              <a:srgbClr val="D3DCE5"/>
            </a:solidFill>
            <a:prstDash val="solid"/>
          </a:ln>
        </p:spPr>
      </p:sp>
      <p:sp>
        <p:nvSpPr>
          <p:cNvPr id="62" name="Text 60"/>
          <p:cNvSpPr txBox="1"/>
          <p:nvPr/>
        </p:nvSpPr>
        <p:spPr>
          <a:xfrm>
            <a:off x="2304288"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5.42</a:t>
            </a:r>
            <a:endParaRPr lang="en-US" sz="820" dirty="0"/>
          </a:p>
        </p:txBody>
      </p:sp>
      <p:sp>
        <p:nvSpPr>
          <p:cNvPr id="63" name="Shape 61"/>
          <p:cNvSpPr/>
          <p:nvPr/>
        </p:nvSpPr>
        <p:spPr>
          <a:xfrm>
            <a:off x="3145536" y="4818888"/>
            <a:ext cx="841248" cy="246888"/>
          </a:xfrm>
          <a:prstGeom prst="rect">
            <a:avLst/>
          </a:prstGeom>
          <a:solidFill>
            <a:srgbClr val="F7F9FB"/>
          </a:solidFill>
          <a:ln w="6350">
            <a:solidFill>
              <a:srgbClr val="D3DCE5"/>
            </a:solidFill>
            <a:prstDash val="solid"/>
          </a:ln>
        </p:spPr>
      </p:sp>
      <p:sp>
        <p:nvSpPr>
          <p:cNvPr id="64" name="Text 62"/>
          <p:cNvSpPr txBox="1"/>
          <p:nvPr/>
        </p:nvSpPr>
        <p:spPr>
          <a:xfrm>
            <a:off x="3145536"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6.86</a:t>
            </a:r>
            <a:endParaRPr lang="en-US" sz="820" dirty="0"/>
          </a:p>
        </p:txBody>
      </p:sp>
      <p:sp>
        <p:nvSpPr>
          <p:cNvPr id="65" name="Shape 63"/>
          <p:cNvSpPr/>
          <p:nvPr/>
        </p:nvSpPr>
        <p:spPr>
          <a:xfrm>
            <a:off x="3986784" y="4818888"/>
            <a:ext cx="841248" cy="246888"/>
          </a:xfrm>
          <a:prstGeom prst="rect">
            <a:avLst/>
          </a:prstGeom>
          <a:solidFill>
            <a:srgbClr val="F7F9FB"/>
          </a:solidFill>
          <a:ln w="6350">
            <a:solidFill>
              <a:srgbClr val="D3DCE5"/>
            </a:solidFill>
            <a:prstDash val="solid"/>
          </a:ln>
        </p:spPr>
      </p:sp>
      <p:sp>
        <p:nvSpPr>
          <p:cNvPr id="66" name="Text 64"/>
          <p:cNvSpPr txBox="1"/>
          <p:nvPr/>
        </p:nvSpPr>
        <p:spPr>
          <a:xfrm>
            <a:off x="3986784"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8.30</a:t>
            </a:r>
            <a:endParaRPr lang="en-US" sz="820" dirty="0"/>
          </a:p>
        </p:txBody>
      </p:sp>
      <p:sp>
        <p:nvSpPr>
          <p:cNvPr id="67" name="Shape 65"/>
          <p:cNvSpPr/>
          <p:nvPr/>
        </p:nvSpPr>
        <p:spPr>
          <a:xfrm>
            <a:off x="4828032" y="4818888"/>
            <a:ext cx="841248" cy="246888"/>
          </a:xfrm>
          <a:prstGeom prst="rect">
            <a:avLst/>
          </a:prstGeom>
          <a:solidFill>
            <a:srgbClr val="F7F9FB"/>
          </a:solidFill>
          <a:ln w="6350">
            <a:solidFill>
              <a:srgbClr val="D3DCE5"/>
            </a:solidFill>
            <a:prstDash val="solid"/>
          </a:ln>
        </p:spPr>
      </p:sp>
      <p:sp>
        <p:nvSpPr>
          <p:cNvPr id="68" name="Text 66"/>
          <p:cNvSpPr txBox="1"/>
          <p:nvPr/>
        </p:nvSpPr>
        <p:spPr>
          <a:xfrm>
            <a:off x="4828032"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9.73</a:t>
            </a:r>
            <a:endParaRPr lang="en-US" sz="820" dirty="0"/>
          </a:p>
        </p:txBody>
      </p:sp>
      <p:sp>
        <p:nvSpPr>
          <p:cNvPr id="69" name="Shape 67"/>
          <p:cNvSpPr/>
          <p:nvPr/>
        </p:nvSpPr>
        <p:spPr>
          <a:xfrm>
            <a:off x="411480" y="5065776"/>
            <a:ext cx="1033272" cy="246888"/>
          </a:xfrm>
          <a:prstGeom prst="rect">
            <a:avLst/>
          </a:prstGeom>
          <a:solidFill>
            <a:srgbClr val="10233A"/>
          </a:solidFill>
          <a:ln/>
        </p:spPr>
      </p:sp>
      <p:sp>
        <p:nvSpPr>
          <p:cNvPr id="70" name="Text 68"/>
          <p:cNvSpPr txBox="1"/>
          <p:nvPr/>
        </p:nvSpPr>
        <p:spPr>
          <a:xfrm>
            <a:off x="411480" y="5065776"/>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71" name="Shape 69"/>
          <p:cNvSpPr/>
          <p:nvPr/>
        </p:nvSpPr>
        <p:spPr>
          <a:xfrm>
            <a:off x="1463040" y="5065776"/>
            <a:ext cx="841248" cy="246888"/>
          </a:xfrm>
          <a:prstGeom prst="rect">
            <a:avLst/>
          </a:prstGeom>
          <a:solidFill>
            <a:srgbClr val="F7E2E2"/>
          </a:solidFill>
          <a:ln w="6350">
            <a:solidFill>
              <a:srgbClr val="D3DCE5"/>
            </a:solidFill>
            <a:prstDash val="solid"/>
          </a:ln>
        </p:spPr>
      </p:sp>
      <p:sp>
        <p:nvSpPr>
          <p:cNvPr id="72" name="Text 70"/>
          <p:cNvSpPr txBox="1"/>
          <p:nvPr/>
        </p:nvSpPr>
        <p:spPr>
          <a:xfrm>
            <a:off x="1463040"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3.80</a:t>
            </a:r>
            <a:endParaRPr lang="en-US" sz="820" dirty="0"/>
          </a:p>
        </p:txBody>
      </p:sp>
      <p:sp>
        <p:nvSpPr>
          <p:cNvPr id="73" name="Shape 71"/>
          <p:cNvSpPr/>
          <p:nvPr/>
        </p:nvSpPr>
        <p:spPr>
          <a:xfrm>
            <a:off x="2304288" y="5065776"/>
            <a:ext cx="841248" cy="246888"/>
          </a:xfrm>
          <a:prstGeom prst="rect">
            <a:avLst/>
          </a:prstGeom>
          <a:solidFill>
            <a:srgbClr val="F7E2E2"/>
          </a:solidFill>
          <a:ln w="6350">
            <a:solidFill>
              <a:srgbClr val="D3DCE5"/>
            </a:solidFill>
            <a:prstDash val="solid"/>
          </a:ln>
        </p:spPr>
      </p:sp>
      <p:sp>
        <p:nvSpPr>
          <p:cNvPr id="74" name="Text 72"/>
          <p:cNvSpPr txBox="1"/>
          <p:nvPr/>
        </p:nvSpPr>
        <p:spPr>
          <a:xfrm>
            <a:off x="2304288"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5.24</a:t>
            </a:r>
            <a:endParaRPr lang="en-US" sz="820" dirty="0"/>
          </a:p>
        </p:txBody>
      </p:sp>
      <p:sp>
        <p:nvSpPr>
          <p:cNvPr id="75" name="Shape 73"/>
          <p:cNvSpPr/>
          <p:nvPr/>
        </p:nvSpPr>
        <p:spPr>
          <a:xfrm>
            <a:off x="3145536" y="5065776"/>
            <a:ext cx="841248" cy="246888"/>
          </a:xfrm>
          <a:prstGeom prst="rect">
            <a:avLst/>
          </a:prstGeom>
          <a:solidFill>
            <a:srgbClr val="F7F9FB"/>
          </a:solidFill>
          <a:ln w="6350">
            <a:solidFill>
              <a:srgbClr val="D3DCE5"/>
            </a:solidFill>
            <a:prstDash val="solid"/>
          </a:ln>
        </p:spPr>
      </p:sp>
      <p:sp>
        <p:nvSpPr>
          <p:cNvPr id="76" name="Text 74"/>
          <p:cNvSpPr txBox="1"/>
          <p:nvPr/>
        </p:nvSpPr>
        <p:spPr>
          <a:xfrm>
            <a:off x="3145536"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6.68</a:t>
            </a:r>
            <a:endParaRPr lang="en-US" sz="820" dirty="0"/>
          </a:p>
        </p:txBody>
      </p:sp>
      <p:sp>
        <p:nvSpPr>
          <p:cNvPr id="77" name="Shape 75"/>
          <p:cNvSpPr/>
          <p:nvPr/>
        </p:nvSpPr>
        <p:spPr>
          <a:xfrm>
            <a:off x="3986784" y="5065776"/>
            <a:ext cx="841248" cy="246888"/>
          </a:xfrm>
          <a:prstGeom prst="rect">
            <a:avLst/>
          </a:prstGeom>
          <a:solidFill>
            <a:srgbClr val="F7F9FB"/>
          </a:solidFill>
          <a:ln w="6350">
            <a:solidFill>
              <a:srgbClr val="D3DCE5"/>
            </a:solidFill>
            <a:prstDash val="solid"/>
          </a:ln>
        </p:spPr>
      </p:sp>
      <p:sp>
        <p:nvSpPr>
          <p:cNvPr id="78" name="Text 76"/>
          <p:cNvSpPr txBox="1"/>
          <p:nvPr/>
        </p:nvSpPr>
        <p:spPr>
          <a:xfrm>
            <a:off x="3986784"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8.12</a:t>
            </a:r>
            <a:endParaRPr lang="en-US" sz="820" dirty="0"/>
          </a:p>
        </p:txBody>
      </p:sp>
      <p:sp>
        <p:nvSpPr>
          <p:cNvPr id="79" name="Shape 77"/>
          <p:cNvSpPr/>
          <p:nvPr/>
        </p:nvSpPr>
        <p:spPr>
          <a:xfrm>
            <a:off x="4828032" y="5065776"/>
            <a:ext cx="841248" cy="246888"/>
          </a:xfrm>
          <a:prstGeom prst="rect">
            <a:avLst/>
          </a:prstGeom>
          <a:solidFill>
            <a:srgbClr val="F7F9FB"/>
          </a:solidFill>
          <a:ln w="6350">
            <a:solidFill>
              <a:srgbClr val="D3DCE5"/>
            </a:solidFill>
            <a:prstDash val="solid"/>
          </a:ln>
        </p:spPr>
      </p:sp>
      <p:sp>
        <p:nvSpPr>
          <p:cNvPr id="80" name="Text 78"/>
          <p:cNvSpPr txBox="1"/>
          <p:nvPr/>
        </p:nvSpPr>
        <p:spPr>
          <a:xfrm>
            <a:off x="4828032"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9.55</a:t>
            </a:r>
            <a:endParaRPr lang="en-US" sz="820" dirty="0"/>
          </a:p>
        </p:txBody>
      </p:sp>
      <p:sp>
        <p:nvSpPr>
          <p:cNvPr id="81" name="Shape 79"/>
          <p:cNvSpPr/>
          <p:nvPr/>
        </p:nvSpPr>
        <p:spPr>
          <a:xfrm>
            <a:off x="411480" y="5312664"/>
            <a:ext cx="1033272" cy="246888"/>
          </a:xfrm>
          <a:prstGeom prst="rect">
            <a:avLst/>
          </a:prstGeom>
          <a:solidFill>
            <a:srgbClr val="10233A"/>
          </a:solidFill>
          <a:ln/>
        </p:spPr>
      </p:sp>
      <p:sp>
        <p:nvSpPr>
          <p:cNvPr id="82" name="Text 80"/>
          <p:cNvSpPr txBox="1"/>
          <p:nvPr/>
        </p:nvSpPr>
        <p:spPr>
          <a:xfrm>
            <a:off x="411480" y="5312664"/>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83" name="Shape 81"/>
          <p:cNvSpPr/>
          <p:nvPr/>
        </p:nvSpPr>
        <p:spPr>
          <a:xfrm>
            <a:off x="1463040" y="5312664"/>
            <a:ext cx="841248" cy="246888"/>
          </a:xfrm>
          <a:prstGeom prst="rect">
            <a:avLst/>
          </a:prstGeom>
          <a:solidFill>
            <a:srgbClr val="F7E2E2"/>
          </a:solidFill>
          <a:ln w="6350">
            <a:solidFill>
              <a:srgbClr val="D3DCE5"/>
            </a:solidFill>
            <a:prstDash val="solid"/>
          </a:ln>
        </p:spPr>
      </p:sp>
      <p:sp>
        <p:nvSpPr>
          <p:cNvPr id="84" name="Text 82"/>
          <p:cNvSpPr txBox="1"/>
          <p:nvPr/>
        </p:nvSpPr>
        <p:spPr>
          <a:xfrm>
            <a:off x="1463040"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3.62</a:t>
            </a:r>
            <a:endParaRPr lang="en-US" sz="820" dirty="0"/>
          </a:p>
        </p:txBody>
      </p:sp>
      <p:sp>
        <p:nvSpPr>
          <p:cNvPr id="85" name="Shape 83"/>
          <p:cNvSpPr/>
          <p:nvPr/>
        </p:nvSpPr>
        <p:spPr>
          <a:xfrm>
            <a:off x="2304288" y="5312664"/>
            <a:ext cx="841248" cy="246888"/>
          </a:xfrm>
          <a:prstGeom prst="rect">
            <a:avLst/>
          </a:prstGeom>
          <a:solidFill>
            <a:srgbClr val="F7E2E2"/>
          </a:solidFill>
          <a:ln w="6350">
            <a:solidFill>
              <a:srgbClr val="D3DCE5"/>
            </a:solidFill>
            <a:prstDash val="solid"/>
          </a:ln>
        </p:spPr>
      </p:sp>
      <p:sp>
        <p:nvSpPr>
          <p:cNvPr id="86" name="Text 84"/>
          <p:cNvSpPr txBox="1"/>
          <p:nvPr/>
        </p:nvSpPr>
        <p:spPr>
          <a:xfrm>
            <a:off x="2304288"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5.06</a:t>
            </a:r>
            <a:endParaRPr lang="en-US" sz="820" dirty="0"/>
          </a:p>
        </p:txBody>
      </p:sp>
      <p:sp>
        <p:nvSpPr>
          <p:cNvPr id="87" name="Shape 85"/>
          <p:cNvSpPr/>
          <p:nvPr/>
        </p:nvSpPr>
        <p:spPr>
          <a:xfrm>
            <a:off x="3145536" y="5312664"/>
            <a:ext cx="841248" cy="246888"/>
          </a:xfrm>
          <a:prstGeom prst="rect">
            <a:avLst/>
          </a:prstGeom>
          <a:solidFill>
            <a:srgbClr val="D6EBE7"/>
          </a:solidFill>
          <a:ln w="6350">
            <a:solidFill>
              <a:srgbClr val="D3DCE5"/>
            </a:solidFill>
            <a:prstDash val="solid"/>
          </a:ln>
        </p:spPr>
      </p:sp>
      <p:sp>
        <p:nvSpPr>
          <p:cNvPr id="88" name="Text 86"/>
          <p:cNvSpPr txBox="1"/>
          <p:nvPr/>
        </p:nvSpPr>
        <p:spPr>
          <a:xfrm>
            <a:off x="3145536" y="5312664"/>
            <a:ext cx="841248" cy="246888"/>
          </a:xfrm>
          <a:prstGeom prst="rect">
            <a:avLst/>
          </a:prstGeom>
          <a:noFill/>
          <a:ln/>
        </p:spPr>
        <p:txBody>
          <a:bodyPr wrap="square" lIns="0" tIns="0" rIns="0" bIns="0" rtlCol="0" anchor="ctr"/>
          <a:lstStyle/>
          <a:p>
            <a:pPr algn="ctr" indent="0" marL="0">
              <a:buNone/>
            </a:pPr>
            <a:r>
              <a:rPr lang="en-US" sz="820" b="1" dirty="0">
                <a:solidFill>
                  <a:srgbClr val="0E7C6B"/>
                </a:solidFill>
                <a:latin typeface="Calibri" pitchFamily="34" charset="0"/>
                <a:ea typeface="Calibri" pitchFamily="34" charset="-122"/>
                <a:cs typeface="Calibri" pitchFamily="34" charset="-120"/>
              </a:rPr>
              <a:t>6.50</a:t>
            </a:r>
            <a:endParaRPr lang="en-US" sz="820" dirty="0"/>
          </a:p>
        </p:txBody>
      </p:sp>
      <p:sp>
        <p:nvSpPr>
          <p:cNvPr id="89" name="Shape 87"/>
          <p:cNvSpPr/>
          <p:nvPr/>
        </p:nvSpPr>
        <p:spPr>
          <a:xfrm>
            <a:off x="3986784" y="5312664"/>
            <a:ext cx="841248" cy="246888"/>
          </a:xfrm>
          <a:prstGeom prst="rect">
            <a:avLst/>
          </a:prstGeom>
          <a:solidFill>
            <a:srgbClr val="F7F9FB"/>
          </a:solidFill>
          <a:ln w="6350">
            <a:solidFill>
              <a:srgbClr val="D3DCE5"/>
            </a:solidFill>
            <a:prstDash val="solid"/>
          </a:ln>
        </p:spPr>
      </p:sp>
      <p:sp>
        <p:nvSpPr>
          <p:cNvPr id="90" name="Text 88"/>
          <p:cNvSpPr txBox="1"/>
          <p:nvPr/>
        </p:nvSpPr>
        <p:spPr>
          <a:xfrm>
            <a:off x="3986784"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7.94</a:t>
            </a:r>
            <a:endParaRPr lang="en-US" sz="820" dirty="0"/>
          </a:p>
        </p:txBody>
      </p:sp>
      <p:sp>
        <p:nvSpPr>
          <p:cNvPr id="91" name="Shape 89"/>
          <p:cNvSpPr/>
          <p:nvPr/>
        </p:nvSpPr>
        <p:spPr>
          <a:xfrm>
            <a:off x="4828032" y="5312664"/>
            <a:ext cx="841248" cy="246888"/>
          </a:xfrm>
          <a:prstGeom prst="rect">
            <a:avLst/>
          </a:prstGeom>
          <a:solidFill>
            <a:srgbClr val="F7F9FB"/>
          </a:solidFill>
          <a:ln w="6350">
            <a:solidFill>
              <a:srgbClr val="D3DCE5"/>
            </a:solidFill>
            <a:prstDash val="solid"/>
          </a:ln>
        </p:spPr>
      </p:sp>
      <p:sp>
        <p:nvSpPr>
          <p:cNvPr id="92" name="Text 90"/>
          <p:cNvSpPr txBox="1"/>
          <p:nvPr/>
        </p:nvSpPr>
        <p:spPr>
          <a:xfrm>
            <a:off x="4828032"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9.37</a:t>
            </a:r>
            <a:endParaRPr lang="en-US" sz="820" dirty="0"/>
          </a:p>
        </p:txBody>
      </p:sp>
      <p:sp>
        <p:nvSpPr>
          <p:cNvPr id="93" name="Shape 91"/>
          <p:cNvSpPr/>
          <p:nvPr/>
        </p:nvSpPr>
        <p:spPr>
          <a:xfrm>
            <a:off x="411480" y="5559552"/>
            <a:ext cx="1033272" cy="246888"/>
          </a:xfrm>
          <a:prstGeom prst="rect">
            <a:avLst/>
          </a:prstGeom>
          <a:solidFill>
            <a:srgbClr val="10233A"/>
          </a:solidFill>
          <a:ln/>
        </p:spPr>
      </p:sp>
      <p:sp>
        <p:nvSpPr>
          <p:cNvPr id="94" name="Text 92"/>
          <p:cNvSpPr txBox="1"/>
          <p:nvPr/>
        </p:nvSpPr>
        <p:spPr>
          <a:xfrm>
            <a:off x="411480" y="5559552"/>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95" name="Shape 93"/>
          <p:cNvSpPr/>
          <p:nvPr/>
        </p:nvSpPr>
        <p:spPr>
          <a:xfrm>
            <a:off x="1463040" y="5559552"/>
            <a:ext cx="841248" cy="246888"/>
          </a:xfrm>
          <a:prstGeom prst="rect">
            <a:avLst/>
          </a:prstGeom>
          <a:solidFill>
            <a:srgbClr val="F7E2E2"/>
          </a:solidFill>
          <a:ln w="6350">
            <a:solidFill>
              <a:srgbClr val="D3DCE5"/>
            </a:solidFill>
            <a:prstDash val="solid"/>
          </a:ln>
        </p:spPr>
      </p:sp>
      <p:sp>
        <p:nvSpPr>
          <p:cNvPr id="96" name="Text 94"/>
          <p:cNvSpPr txBox="1"/>
          <p:nvPr/>
        </p:nvSpPr>
        <p:spPr>
          <a:xfrm>
            <a:off x="1463040"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3.44</a:t>
            </a:r>
            <a:endParaRPr lang="en-US" sz="820" dirty="0"/>
          </a:p>
        </p:txBody>
      </p:sp>
      <p:sp>
        <p:nvSpPr>
          <p:cNvPr id="97" name="Shape 95"/>
          <p:cNvSpPr/>
          <p:nvPr/>
        </p:nvSpPr>
        <p:spPr>
          <a:xfrm>
            <a:off x="2304288" y="5559552"/>
            <a:ext cx="841248" cy="246888"/>
          </a:xfrm>
          <a:prstGeom prst="rect">
            <a:avLst/>
          </a:prstGeom>
          <a:solidFill>
            <a:srgbClr val="F7E2E2"/>
          </a:solidFill>
          <a:ln w="6350">
            <a:solidFill>
              <a:srgbClr val="D3DCE5"/>
            </a:solidFill>
            <a:prstDash val="solid"/>
          </a:ln>
        </p:spPr>
      </p:sp>
      <p:sp>
        <p:nvSpPr>
          <p:cNvPr id="98" name="Text 96"/>
          <p:cNvSpPr txBox="1"/>
          <p:nvPr/>
        </p:nvSpPr>
        <p:spPr>
          <a:xfrm>
            <a:off x="2304288"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4.88</a:t>
            </a:r>
            <a:endParaRPr lang="en-US" sz="820" dirty="0"/>
          </a:p>
        </p:txBody>
      </p:sp>
      <p:sp>
        <p:nvSpPr>
          <p:cNvPr id="99" name="Shape 97"/>
          <p:cNvSpPr/>
          <p:nvPr/>
        </p:nvSpPr>
        <p:spPr>
          <a:xfrm>
            <a:off x="3145536" y="5559552"/>
            <a:ext cx="841248" cy="246888"/>
          </a:xfrm>
          <a:prstGeom prst="rect">
            <a:avLst/>
          </a:prstGeom>
          <a:solidFill>
            <a:srgbClr val="F7F9FB"/>
          </a:solidFill>
          <a:ln w="6350">
            <a:solidFill>
              <a:srgbClr val="D3DCE5"/>
            </a:solidFill>
            <a:prstDash val="solid"/>
          </a:ln>
        </p:spPr>
      </p:sp>
      <p:sp>
        <p:nvSpPr>
          <p:cNvPr id="100" name="Text 98"/>
          <p:cNvSpPr txBox="1"/>
          <p:nvPr/>
        </p:nvSpPr>
        <p:spPr>
          <a:xfrm>
            <a:off x="3145536"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6.32</a:t>
            </a:r>
            <a:endParaRPr lang="en-US" sz="820" dirty="0"/>
          </a:p>
        </p:txBody>
      </p:sp>
      <p:sp>
        <p:nvSpPr>
          <p:cNvPr id="101" name="Shape 99"/>
          <p:cNvSpPr/>
          <p:nvPr/>
        </p:nvSpPr>
        <p:spPr>
          <a:xfrm>
            <a:off x="3986784" y="5559552"/>
            <a:ext cx="841248" cy="246888"/>
          </a:xfrm>
          <a:prstGeom prst="rect">
            <a:avLst/>
          </a:prstGeom>
          <a:solidFill>
            <a:srgbClr val="F7F9FB"/>
          </a:solidFill>
          <a:ln w="6350">
            <a:solidFill>
              <a:srgbClr val="D3DCE5"/>
            </a:solidFill>
            <a:prstDash val="solid"/>
          </a:ln>
        </p:spPr>
      </p:sp>
      <p:sp>
        <p:nvSpPr>
          <p:cNvPr id="102" name="Text 100"/>
          <p:cNvSpPr txBox="1"/>
          <p:nvPr/>
        </p:nvSpPr>
        <p:spPr>
          <a:xfrm>
            <a:off x="3986784"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7.76</a:t>
            </a:r>
            <a:endParaRPr lang="en-US" sz="820" dirty="0"/>
          </a:p>
        </p:txBody>
      </p:sp>
      <p:sp>
        <p:nvSpPr>
          <p:cNvPr id="103" name="Shape 101"/>
          <p:cNvSpPr/>
          <p:nvPr/>
        </p:nvSpPr>
        <p:spPr>
          <a:xfrm>
            <a:off x="4828032" y="5559552"/>
            <a:ext cx="841248" cy="246888"/>
          </a:xfrm>
          <a:prstGeom prst="rect">
            <a:avLst/>
          </a:prstGeom>
          <a:solidFill>
            <a:srgbClr val="F7F9FB"/>
          </a:solidFill>
          <a:ln w="6350">
            <a:solidFill>
              <a:srgbClr val="D3DCE5"/>
            </a:solidFill>
            <a:prstDash val="solid"/>
          </a:ln>
        </p:spPr>
      </p:sp>
      <p:sp>
        <p:nvSpPr>
          <p:cNvPr id="104" name="Text 102"/>
          <p:cNvSpPr txBox="1"/>
          <p:nvPr/>
        </p:nvSpPr>
        <p:spPr>
          <a:xfrm>
            <a:off x="4828032"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9.19</a:t>
            </a:r>
            <a:endParaRPr lang="en-US" sz="820" dirty="0"/>
          </a:p>
        </p:txBody>
      </p:sp>
      <p:sp>
        <p:nvSpPr>
          <p:cNvPr id="105" name="Shape 103"/>
          <p:cNvSpPr/>
          <p:nvPr/>
        </p:nvSpPr>
        <p:spPr>
          <a:xfrm>
            <a:off x="411480" y="5806440"/>
            <a:ext cx="1033272" cy="246888"/>
          </a:xfrm>
          <a:prstGeom prst="rect">
            <a:avLst/>
          </a:prstGeom>
          <a:solidFill>
            <a:srgbClr val="10233A"/>
          </a:solidFill>
          <a:ln/>
        </p:spPr>
      </p:sp>
      <p:sp>
        <p:nvSpPr>
          <p:cNvPr id="106" name="Text 104"/>
          <p:cNvSpPr txBox="1"/>
          <p:nvPr/>
        </p:nvSpPr>
        <p:spPr>
          <a:xfrm>
            <a:off x="411480" y="5806440"/>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107" name="Shape 105"/>
          <p:cNvSpPr/>
          <p:nvPr/>
        </p:nvSpPr>
        <p:spPr>
          <a:xfrm>
            <a:off x="1463040" y="5806440"/>
            <a:ext cx="841248" cy="246888"/>
          </a:xfrm>
          <a:prstGeom prst="rect">
            <a:avLst/>
          </a:prstGeom>
          <a:solidFill>
            <a:srgbClr val="F7E2E2"/>
          </a:solidFill>
          <a:ln w="6350">
            <a:solidFill>
              <a:srgbClr val="D3DCE5"/>
            </a:solidFill>
            <a:prstDash val="solid"/>
          </a:ln>
        </p:spPr>
      </p:sp>
      <p:sp>
        <p:nvSpPr>
          <p:cNvPr id="108" name="Text 106"/>
          <p:cNvSpPr txBox="1"/>
          <p:nvPr/>
        </p:nvSpPr>
        <p:spPr>
          <a:xfrm>
            <a:off x="1463040"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3.26</a:t>
            </a:r>
            <a:endParaRPr lang="en-US" sz="820" dirty="0"/>
          </a:p>
        </p:txBody>
      </p:sp>
      <p:sp>
        <p:nvSpPr>
          <p:cNvPr id="109" name="Shape 107"/>
          <p:cNvSpPr/>
          <p:nvPr/>
        </p:nvSpPr>
        <p:spPr>
          <a:xfrm>
            <a:off x="2304288" y="5806440"/>
            <a:ext cx="841248" cy="246888"/>
          </a:xfrm>
          <a:prstGeom prst="rect">
            <a:avLst/>
          </a:prstGeom>
          <a:solidFill>
            <a:srgbClr val="F7E2E2"/>
          </a:solidFill>
          <a:ln w="6350">
            <a:solidFill>
              <a:srgbClr val="D3DCE5"/>
            </a:solidFill>
            <a:prstDash val="solid"/>
          </a:ln>
        </p:spPr>
      </p:sp>
      <p:sp>
        <p:nvSpPr>
          <p:cNvPr id="110" name="Text 108"/>
          <p:cNvSpPr txBox="1"/>
          <p:nvPr/>
        </p:nvSpPr>
        <p:spPr>
          <a:xfrm>
            <a:off x="2304288"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4.70</a:t>
            </a:r>
            <a:endParaRPr lang="en-US" sz="820" dirty="0"/>
          </a:p>
        </p:txBody>
      </p:sp>
      <p:sp>
        <p:nvSpPr>
          <p:cNvPr id="111" name="Shape 109"/>
          <p:cNvSpPr/>
          <p:nvPr/>
        </p:nvSpPr>
        <p:spPr>
          <a:xfrm>
            <a:off x="3145536" y="5806440"/>
            <a:ext cx="841248" cy="246888"/>
          </a:xfrm>
          <a:prstGeom prst="rect">
            <a:avLst/>
          </a:prstGeom>
          <a:solidFill>
            <a:srgbClr val="F7F9FB"/>
          </a:solidFill>
          <a:ln w="6350">
            <a:solidFill>
              <a:srgbClr val="D3DCE5"/>
            </a:solidFill>
            <a:prstDash val="solid"/>
          </a:ln>
        </p:spPr>
      </p:sp>
      <p:sp>
        <p:nvSpPr>
          <p:cNvPr id="112" name="Text 110"/>
          <p:cNvSpPr txBox="1"/>
          <p:nvPr/>
        </p:nvSpPr>
        <p:spPr>
          <a:xfrm>
            <a:off x="3145536"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6.14</a:t>
            </a:r>
            <a:endParaRPr lang="en-US" sz="820" dirty="0"/>
          </a:p>
        </p:txBody>
      </p:sp>
      <p:sp>
        <p:nvSpPr>
          <p:cNvPr id="113" name="Shape 111"/>
          <p:cNvSpPr/>
          <p:nvPr/>
        </p:nvSpPr>
        <p:spPr>
          <a:xfrm>
            <a:off x="3986784" y="5806440"/>
            <a:ext cx="841248" cy="246888"/>
          </a:xfrm>
          <a:prstGeom prst="rect">
            <a:avLst/>
          </a:prstGeom>
          <a:solidFill>
            <a:srgbClr val="F7F9FB"/>
          </a:solidFill>
          <a:ln w="6350">
            <a:solidFill>
              <a:srgbClr val="D3DCE5"/>
            </a:solidFill>
            <a:prstDash val="solid"/>
          </a:ln>
        </p:spPr>
      </p:sp>
      <p:sp>
        <p:nvSpPr>
          <p:cNvPr id="114" name="Text 112"/>
          <p:cNvSpPr txBox="1"/>
          <p:nvPr/>
        </p:nvSpPr>
        <p:spPr>
          <a:xfrm>
            <a:off x="3986784"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7.57</a:t>
            </a:r>
            <a:endParaRPr lang="en-US" sz="820" dirty="0"/>
          </a:p>
        </p:txBody>
      </p:sp>
      <p:sp>
        <p:nvSpPr>
          <p:cNvPr id="115" name="Shape 113"/>
          <p:cNvSpPr/>
          <p:nvPr/>
        </p:nvSpPr>
        <p:spPr>
          <a:xfrm>
            <a:off x="4828032" y="5806440"/>
            <a:ext cx="841248" cy="246888"/>
          </a:xfrm>
          <a:prstGeom prst="rect">
            <a:avLst/>
          </a:prstGeom>
          <a:solidFill>
            <a:srgbClr val="F7F9FB"/>
          </a:solidFill>
          <a:ln w="6350">
            <a:solidFill>
              <a:srgbClr val="D3DCE5"/>
            </a:solidFill>
            <a:prstDash val="solid"/>
          </a:ln>
        </p:spPr>
      </p:sp>
      <p:sp>
        <p:nvSpPr>
          <p:cNvPr id="116" name="Text 114"/>
          <p:cNvSpPr txBox="1"/>
          <p:nvPr/>
        </p:nvSpPr>
        <p:spPr>
          <a:xfrm>
            <a:off x="4828032"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9.01</a:t>
            </a:r>
            <a:endParaRPr lang="en-US" sz="820" dirty="0"/>
          </a:p>
        </p:txBody>
      </p:sp>
      <p:sp>
        <p:nvSpPr>
          <p:cNvPr id="117" name="Shape 115"/>
          <p:cNvSpPr/>
          <p:nvPr/>
        </p:nvSpPr>
        <p:spPr>
          <a:xfrm>
            <a:off x="6080760" y="4572000"/>
            <a:ext cx="5705856" cy="1481328"/>
          </a:xfrm>
          <a:prstGeom prst="rect">
            <a:avLst/>
          </a:prstGeom>
          <a:solidFill>
            <a:srgbClr val="EEF2F6"/>
          </a:solidFill>
          <a:ln w="9525">
            <a:solidFill>
              <a:srgbClr val="D3DCE5"/>
            </a:solidFill>
            <a:prstDash val="solid"/>
          </a:ln>
        </p:spPr>
      </p:sp>
      <p:sp>
        <p:nvSpPr>
          <p:cNvPr id="118" name="Text 116"/>
          <p:cNvSpPr txBox="1"/>
          <p:nvPr/>
        </p:nvSpPr>
        <p:spPr>
          <a:xfrm>
            <a:off x="6245352" y="4700016"/>
            <a:ext cx="537667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a:t>
            </a:r>
            <a:endParaRPr lang="en-US" sz="1150" dirty="0"/>
          </a:p>
        </p:txBody>
      </p:sp>
      <p:sp>
        <p:nvSpPr>
          <p:cNvPr id="119" name="Text 117"/>
          <p:cNvSpPr txBox="1"/>
          <p:nvPr/>
        </p:nvSpPr>
        <p:spPr>
          <a:xfrm>
            <a:off x="6245352" y="5029200"/>
            <a:ext cx="5376672"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Read across the top for the commodity call and down the side for operational delivery. Shaded cells are below the current price.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needs realised prices no worse than about 8% below our base case to justify today's price. Our base case is already 11% below spot-implied realisation and 19% below the June-2026 quarter. The pitch does not need the price to rise. It needs the price not to fall by a fifth.</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Football Field and Sensitivity sheets. Broker target range is the full individual analyst spread across 17-20 analysts; vendor averages cluster A$4.50-5.70. Our A$6.12 sits inside the individual range and below the most bullish.</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0"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would break this, and what would tell us first</a:t>
            </a:r>
            <a:endParaRPr lang="en-US" sz="2500" dirty="0"/>
          </a:p>
        </p:txBody>
      </p:sp>
      <p:sp>
        <p:nvSpPr>
          <p:cNvPr id="11" name="Shape 9"/>
          <p:cNvSpPr/>
          <p:nvPr/>
        </p:nvSpPr>
        <p:spPr>
          <a:xfrm>
            <a:off x="411480" y="969264"/>
            <a:ext cx="11375136" cy="512064"/>
          </a:xfrm>
          <a:prstGeom prst="rect">
            <a:avLst/>
          </a:prstGeom>
          <a:solidFill>
            <a:srgbClr val="EEF2F6"/>
          </a:solidFill>
          <a:ln/>
        </p:spPr>
      </p:sp>
      <p:sp>
        <p:nvSpPr>
          <p:cNvPr id="12"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Every risk below has a named early-warning indicator, because a risk you cannot observe is not one you can manage.</a:t>
            </a:r>
            <a:endParaRPr lang="en-US" sz="1200" dirty="0"/>
          </a:p>
        </p:txBody>
      </p:sp>
      <p:sp>
        <p:nvSpPr>
          <p:cNvPr id="13" name="Shape 11"/>
          <p:cNvSpPr/>
          <p:nvPr/>
        </p:nvSpPr>
        <p:spPr>
          <a:xfrm>
            <a:off x="411480" y="1627632"/>
            <a:ext cx="2514600" cy="292608"/>
          </a:xfrm>
          <a:prstGeom prst="rect">
            <a:avLst/>
          </a:prstGeom>
          <a:solidFill>
            <a:srgbClr val="10233A"/>
          </a:solidFill>
          <a:ln/>
        </p:spPr>
      </p:sp>
      <p:sp>
        <p:nvSpPr>
          <p:cNvPr id="14" name="Text 12"/>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5" name="Shape 13"/>
          <p:cNvSpPr/>
          <p:nvPr/>
        </p:nvSpPr>
        <p:spPr>
          <a:xfrm>
            <a:off x="2926080" y="1627632"/>
            <a:ext cx="3520440" cy="292608"/>
          </a:xfrm>
          <a:prstGeom prst="rect">
            <a:avLst/>
          </a:prstGeom>
          <a:solidFill>
            <a:srgbClr val="10233A"/>
          </a:solidFill>
          <a:ln/>
        </p:spPr>
      </p:sp>
      <p:sp>
        <p:nvSpPr>
          <p:cNvPr id="16" name="Text 14"/>
          <p:cNvSpPr txBox="1"/>
          <p:nvPr/>
        </p:nvSpPr>
        <p:spPr>
          <a:xfrm>
            <a:off x="2990088" y="1627632"/>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17" name="Shape 15"/>
          <p:cNvSpPr/>
          <p:nvPr/>
        </p:nvSpPr>
        <p:spPr>
          <a:xfrm>
            <a:off x="6446520" y="1627632"/>
            <a:ext cx="2834640" cy="292608"/>
          </a:xfrm>
          <a:prstGeom prst="rect">
            <a:avLst/>
          </a:prstGeom>
          <a:solidFill>
            <a:srgbClr val="10233A"/>
          </a:solidFill>
          <a:ln/>
        </p:spPr>
      </p:sp>
      <p:sp>
        <p:nvSpPr>
          <p:cNvPr id="18" name="Text 16"/>
          <p:cNvSpPr txBox="1"/>
          <p:nvPr/>
        </p:nvSpPr>
        <p:spPr>
          <a:xfrm>
            <a:off x="651052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9" name="Shape 17"/>
          <p:cNvSpPr/>
          <p:nvPr/>
        </p:nvSpPr>
        <p:spPr>
          <a:xfrm>
            <a:off x="9281160" y="1627632"/>
            <a:ext cx="2505456" cy="292608"/>
          </a:xfrm>
          <a:prstGeom prst="rect">
            <a:avLst/>
          </a:prstGeom>
          <a:solidFill>
            <a:srgbClr val="10233A"/>
          </a:solidFill>
          <a:ln/>
        </p:spPr>
      </p:sp>
      <p:sp>
        <p:nvSpPr>
          <p:cNvPr id="20" name="Text 18"/>
          <p:cNvSpPr txBox="1"/>
          <p:nvPr/>
        </p:nvSpPr>
        <p:spPr>
          <a:xfrm>
            <a:off x="9345168" y="1627632"/>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1" name="Shape 19"/>
          <p:cNvSpPr/>
          <p:nvPr/>
        </p:nvSpPr>
        <p:spPr>
          <a:xfrm>
            <a:off x="411480" y="1920240"/>
            <a:ext cx="2514600" cy="557784"/>
          </a:xfrm>
          <a:prstGeom prst="rect">
            <a:avLst/>
          </a:prstGeom>
          <a:solidFill>
            <a:srgbClr val="FFFFFF"/>
          </a:solidFill>
          <a:ln w="6350">
            <a:solidFill>
              <a:srgbClr val="D3DCE5"/>
            </a:solidFill>
            <a:prstDash val="solid"/>
          </a:ln>
        </p:spPr>
      </p:sp>
      <p:sp>
        <p:nvSpPr>
          <p:cNvPr id="22" name="Text 20"/>
          <p:cNvSpPr txBox="1"/>
          <p:nvPr/>
        </p:nvSpPr>
        <p:spPr>
          <a:xfrm>
            <a:off x="475488" y="19202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3" name="Shape 21"/>
          <p:cNvSpPr/>
          <p:nvPr/>
        </p:nvSpPr>
        <p:spPr>
          <a:xfrm>
            <a:off x="2926080" y="1920240"/>
            <a:ext cx="3520440" cy="557784"/>
          </a:xfrm>
          <a:prstGeom prst="rect">
            <a:avLst/>
          </a:prstGeom>
          <a:solidFill>
            <a:srgbClr val="FFFFFF"/>
          </a:solidFill>
          <a:ln w="6350">
            <a:solidFill>
              <a:srgbClr val="D3DCE5"/>
            </a:solidFill>
            <a:prstDash val="solid"/>
          </a:ln>
        </p:spPr>
      </p:sp>
      <p:sp>
        <p:nvSpPr>
          <p:cNvPr id="24" name="Text 22"/>
          <p:cNvSpPr txBox="1"/>
          <p:nvPr/>
        </p:nvSpPr>
        <p:spPr>
          <a:xfrm>
            <a:off x="2990088" y="19202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5" name="Shape 23"/>
          <p:cNvSpPr/>
          <p:nvPr/>
        </p:nvSpPr>
        <p:spPr>
          <a:xfrm>
            <a:off x="6446520" y="1920240"/>
            <a:ext cx="2834640" cy="557784"/>
          </a:xfrm>
          <a:prstGeom prst="rect">
            <a:avLst/>
          </a:prstGeom>
          <a:solidFill>
            <a:srgbClr val="FFFFFF"/>
          </a:solidFill>
          <a:ln w="6350">
            <a:solidFill>
              <a:srgbClr val="D3DCE5"/>
            </a:solidFill>
            <a:prstDash val="solid"/>
          </a:ln>
        </p:spPr>
      </p:sp>
      <p:sp>
        <p:nvSpPr>
          <p:cNvPr id="26" name="Text 24"/>
          <p:cNvSpPr txBox="1"/>
          <p:nvPr/>
        </p:nvSpPr>
        <p:spPr>
          <a:xfrm>
            <a:off x="6510528" y="19202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27" name="Shape 25"/>
          <p:cNvSpPr/>
          <p:nvPr/>
        </p:nvSpPr>
        <p:spPr>
          <a:xfrm>
            <a:off x="9281160" y="1920240"/>
            <a:ext cx="2505456" cy="557784"/>
          </a:xfrm>
          <a:prstGeom prst="rect">
            <a:avLst/>
          </a:prstGeom>
          <a:solidFill>
            <a:srgbClr val="FFFFFF"/>
          </a:solidFill>
          <a:ln w="6350">
            <a:solidFill>
              <a:srgbClr val="D3DCE5"/>
            </a:solidFill>
            <a:prstDash val="solid"/>
          </a:ln>
        </p:spPr>
      </p:sp>
      <p:sp>
        <p:nvSpPr>
          <p:cNvPr id="28" name="Text 26"/>
          <p:cNvSpPr txBox="1"/>
          <p:nvPr/>
        </p:nvSpPr>
        <p:spPr>
          <a:xfrm>
            <a:off x="9345168" y="19202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29" name="Shape 27"/>
          <p:cNvSpPr/>
          <p:nvPr/>
        </p:nvSpPr>
        <p:spPr>
          <a:xfrm>
            <a:off x="411480" y="2478024"/>
            <a:ext cx="2514600" cy="557784"/>
          </a:xfrm>
          <a:prstGeom prst="rect">
            <a:avLst/>
          </a:prstGeom>
          <a:solidFill>
            <a:srgbClr val="F7F9FB"/>
          </a:solidFill>
          <a:ln w="6350">
            <a:solidFill>
              <a:srgbClr val="D3DCE5"/>
            </a:solidFill>
            <a:prstDash val="solid"/>
          </a:ln>
        </p:spPr>
      </p:sp>
      <p:sp>
        <p:nvSpPr>
          <p:cNvPr id="30" name="Text 28"/>
          <p:cNvSpPr txBox="1"/>
          <p:nvPr/>
        </p:nvSpPr>
        <p:spPr>
          <a:xfrm>
            <a:off x="475488" y="24780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1" name="Shape 29"/>
          <p:cNvSpPr/>
          <p:nvPr/>
        </p:nvSpPr>
        <p:spPr>
          <a:xfrm>
            <a:off x="2926080" y="2478024"/>
            <a:ext cx="3520440" cy="557784"/>
          </a:xfrm>
          <a:prstGeom prst="rect">
            <a:avLst/>
          </a:prstGeom>
          <a:solidFill>
            <a:srgbClr val="F7F9FB"/>
          </a:solidFill>
          <a:ln w="6350">
            <a:solidFill>
              <a:srgbClr val="D3DCE5"/>
            </a:solidFill>
            <a:prstDash val="solid"/>
          </a:ln>
        </p:spPr>
      </p:sp>
      <p:sp>
        <p:nvSpPr>
          <p:cNvPr id="32" name="Text 30"/>
          <p:cNvSpPr txBox="1"/>
          <p:nvPr/>
        </p:nvSpPr>
        <p:spPr>
          <a:xfrm>
            <a:off x="2990088" y="24780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3" name="Shape 31"/>
          <p:cNvSpPr/>
          <p:nvPr/>
        </p:nvSpPr>
        <p:spPr>
          <a:xfrm>
            <a:off x="6446520" y="2478024"/>
            <a:ext cx="2834640" cy="557784"/>
          </a:xfrm>
          <a:prstGeom prst="rect">
            <a:avLst/>
          </a:prstGeom>
          <a:solidFill>
            <a:srgbClr val="F7F9FB"/>
          </a:solidFill>
          <a:ln w="6350">
            <a:solidFill>
              <a:srgbClr val="D3DCE5"/>
            </a:solidFill>
            <a:prstDash val="solid"/>
          </a:ln>
        </p:spPr>
      </p:sp>
      <p:sp>
        <p:nvSpPr>
          <p:cNvPr id="34" name="Text 32"/>
          <p:cNvSpPr txBox="1"/>
          <p:nvPr/>
        </p:nvSpPr>
        <p:spPr>
          <a:xfrm>
            <a:off x="6510528" y="24780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5" name="Shape 33"/>
          <p:cNvSpPr/>
          <p:nvPr/>
        </p:nvSpPr>
        <p:spPr>
          <a:xfrm>
            <a:off x="9281160" y="2478024"/>
            <a:ext cx="2505456" cy="557784"/>
          </a:xfrm>
          <a:prstGeom prst="rect">
            <a:avLst/>
          </a:prstGeom>
          <a:solidFill>
            <a:srgbClr val="F7F9FB"/>
          </a:solidFill>
          <a:ln w="6350">
            <a:solidFill>
              <a:srgbClr val="D3DCE5"/>
            </a:solidFill>
            <a:prstDash val="solid"/>
          </a:ln>
        </p:spPr>
      </p:sp>
      <p:sp>
        <p:nvSpPr>
          <p:cNvPr id="36" name="Text 34"/>
          <p:cNvSpPr txBox="1"/>
          <p:nvPr/>
        </p:nvSpPr>
        <p:spPr>
          <a:xfrm>
            <a:off x="9345168" y="24780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37" name="Shape 35"/>
          <p:cNvSpPr/>
          <p:nvPr/>
        </p:nvSpPr>
        <p:spPr>
          <a:xfrm>
            <a:off x="411480" y="3035808"/>
            <a:ext cx="2514600" cy="557784"/>
          </a:xfrm>
          <a:prstGeom prst="rect">
            <a:avLst/>
          </a:prstGeom>
          <a:solidFill>
            <a:srgbClr val="FFFFFF"/>
          </a:solidFill>
          <a:ln w="6350">
            <a:solidFill>
              <a:srgbClr val="D3DCE5"/>
            </a:solidFill>
            <a:prstDash val="solid"/>
          </a:ln>
        </p:spPr>
      </p:sp>
      <p:sp>
        <p:nvSpPr>
          <p:cNvPr id="38" name="Text 36"/>
          <p:cNvSpPr txBox="1"/>
          <p:nvPr/>
        </p:nvSpPr>
        <p:spPr>
          <a:xfrm>
            <a:off x="475488" y="30358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39" name="Shape 37"/>
          <p:cNvSpPr/>
          <p:nvPr/>
        </p:nvSpPr>
        <p:spPr>
          <a:xfrm>
            <a:off x="2926080" y="3035808"/>
            <a:ext cx="3520440" cy="557784"/>
          </a:xfrm>
          <a:prstGeom prst="rect">
            <a:avLst/>
          </a:prstGeom>
          <a:solidFill>
            <a:srgbClr val="FFFFFF"/>
          </a:solidFill>
          <a:ln w="6350">
            <a:solidFill>
              <a:srgbClr val="D3DCE5"/>
            </a:solidFill>
            <a:prstDash val="solid"/>
          </a:ln>
        </p:spPr>
      </p:sp>
      <p:sp>
        <p:nvSpPr>
          <p:cNvPr id="40" name="Text 38"/>
          <p:cNvSpPr txBox="1"/>
          <p:nvPr/>
        </p:nvSpPr>
        <p:spPr>
          <a:xfrm>
            <a:off x="2990088" y="30358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1" name="Shape 39"/>
          <p:cNvSpPr/>
          <p:nvPr/>
        </p:nvSpPr>
        <p:spPr>
          <a:xfrm>
            <a:off x="6446520" y="3035808"/>
            <a:ext cx="2834640" cy="557784"/>
          </a:xfrm>
          <a:prstGeom prst="rect">
            <a:avLst/>
          </a:prstGeom>
          <a:solidFill>
            <a:srgbClr val="FFFFFF"/>
          </a:solidFill>
          <a:ln w="6350">
            <a:solidFill>
              <a:srgbClr val="D3DCE5"/>
            </a:solidFill>
            <a:prstDash val="solid"/>
          </a:ln>
        </p:spPr>
      </p:sp>
      <p:sp>
        <p:nvSpPr>
          <p:cNvPr id="42" name="Text 40"/>
          <p:cNvSpPr txBox="1"/>
          <p:nvPr/>
        </p:nvSpPr>
        <p:spPr>
          <a:xfrm>
            <a:off x="6510528" y="30358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3" name="Shape 41"/>
          <p:cNvSpPr/>
          <p:nvPr/>
        </p:nvSpPr>
        <p:spPr>
          <a:xfrm>
            <a:off x="9281160" y="3035808"/>
            <a:ext cx="2505456" cy="557784"/>
          </a:xfrm>
          <a:prstGeom prst="rect">
            <a:avLst/>
          </a:prstGeom>
          <a:solidFill>
            <a:srgbClr val="FFFFFF"/>
          </a:solidFill>
          <a:ln w="6350">
            <a:solidFill>
              <a:srgbClr val="D3DCE5"/>
            </a:solidFill>
            <a:prstDash val="solid"/>
          </a:ln>
        </p:spPr>
      </p:sp>
      <p:sp>
        <p:nvSpPr>
          <p:cNvPr id="44" name="Text 42"/>
          <p:cNvSpPr txBox="1"/>
          <p:nvPr/>
        </p:nvSpPr>
        <p:spPr>
          <a:xfrm>
            <a:off x="9345168" y="30358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5" name="Shape 43"/>
          <p:cNvSpPr/>
          <p:nvPr/>
        </p:nvSpPr>
        <p:spPr>
          <a:xfrm>
            <a:off x="411480" y="3593592"/>
            <a:ext cx="2514600" cy="557784"/>
          </a:xfrm>
          <a:prstGeom prst="rect">
            <a:avLst/>
          </a:prstGeom>
          <a:solidFill>
            <a:srgbClr val="F7F9FB"/>
          </a:solidFill>
          <a:ln w="6350">
            <a:solidFill>
              <a:srgbClr val="D3DCE5"/>
            </a:solidFill>
            <a:prstDash val="solid"/>
          </a:ln>
        </p:spPr>
      </p:sp>
      <p:sp>
        <p:nvSpPr>
          <p:cNvPr id="46" name="Text 44"/>
          <p:cNvSpPr txBox="1"/>
          <p:nvPr/>
        </p:nvSpPr>
        <p:spPr>
          <a:xfrm>
            <a:off x="475488" y="35935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47" name="Shape 45"/>
          <p:cNvSpPr/>
          <p:nvPr/>
        </p:nvSpPr>
        <p:spPr>
          <a:xfrm>
            <a:off x="2926080" y="3593592"/>
            <a:ext cx="3520440" cy="557784"/>
          </a:xfrm>
          <a:prstGeom prst="rect">
            <a:avLst/>
          </a:prstGeom>
          <a:solidFill>
            <a:srgbClr val="F7F9FB"/>
          </a:solidFill>
          <a:ln w="6350">
            <a:solidFill>
              <a:srgbClr val="D3DCE5"/>
            </a:solidFill>
            <a:prstDash val="solid"/>
          </a:ln>
        </p:spPr>
      </p:sp>
      <p:sp>
        <p:nvSpPr>
          <p:cNvPr id="48" name="Text 46"/>
          <p:cNvSpPr txBox="1"/>
          <p:nvPr/>
        </p:nvSpPr>
        <p:spPr>
          <a:xfrm>
            <a:off x="2990088" y="35935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49" name="Shape 47"/>
          <p:cNvSpPr/>
          <p:nvPr/>
        </p:nvSpPr>
        <p:spPr>
          <a:xfrm>
            <a:off x="6446520" y="3593592"/>
            <a:ext cx="2834640" cy="557784"/>
          </a:xfrm>
          <a:prstGeom prst="rect">
            <a:avLst/>
          </a:prstGeom>
          <a:solidFill>
            <a:srgbClr val="F7F9FB"/>
          </a:solidFill>
          <a:ln w="6350">
            <a:solidFill>
              <a:srgbClr val="D3DCE5"/>
            </a:solidFill>
            <a:prstDash val="solid"/>
          </a:ln>
        </p:spPr>
      </p:sp>
      <p:sp>
        <p:nvSpPr>
          <p:cNvPr id="50" name="Text 48"/>
          <p:cNvSpPr txBox="1"/>
          <p:nvPr/>
        </p:nvSpPr>
        <p:spPr>
          <a:xfrm>
            <a:off x="6510528" y="35935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1" name="Shape 49"/>
          <p:cNvSpPr/>
          <p:nvPr/>
        </p:nvSpPr>
        <p:spPr>
          <a:xfrm>
            <a:off x="9281160" y="3593592"/>
            <a:ext cx="2505456" cy="557784"/>
          </a:xfrm>
          <a:prstGeom prst="rect">
            <a:avLst/>
          </a:prstGeom>
          <a:solidFill>
            <a:srgbClr val="F7F9FB"/>
          </a:solidFill>
          <a:ln w="6350">
            <a:solidFill>
              <a:srgbClr val="D3DCE5"/>
            </a:solidFill>
            <a:prstDash val="solid"/>
          </a:ln>
        </p:spPr>
      </p:sp>
      <p:sp>
        <p:nvSpPr>
          <p:cNvPr id="52" name="Text 50"/>
          <p:cNvSpPr txBox="1"/>
          <p:nvPr/>
        </p:nvSpPr>
        <p:spPr>
          <a:xfrm>
            <a:off x="9345168" y="35935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3" name="Shape 51"/>
          <p:cNvSpPr/>
          <p:nvPr/>
        </p:nvSpPr>
        <p:spPr>
          <a:xfrm>
            <a:off x="411480" y="4151376"/>
            <a:ext cx="2514600" cy="557784"/>
          </a:xfrm>
          <a:prstGeom prst="rect">
            <a:avLst/>
          </a:prstGeom>
          <a:solidFill>
            <a:srgbClr val="FFFFFF"/>
          </a:solidFill>
          <a:ln w="6350">
            <a:solidFill>
              <a:srgbClr val="D3DCE5"/>
            </a:solidFill>
            <a:prstDash val="solid"/>
          </a:ln>
        </p:spPr>
      </p:sp>
      <p:sp>
        <p:nvSpPr>
          <p:cNvPr id="54" name="Text 52"/>
          <p:cNvSpPr txBox="1"/>
          <p:nvPr/>
        </p:nvSpPr>
        <p:spPr>
          <a:xfrm>
            <a:off x="475488" y="41513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5" name="Shape 53"/>
          <p:cNvSpPr/>
          <p:nvPr/>
        </p:nvSpPr>
        <p:spPr>
          <a:xfrm>
            <a:off x="2926080" y="4151376"/>
            <a:ext cx="3520440" cy="557784"/>
          </a:xfrm>
          <a:prstGeom prst="rect">
            <a:avLst/>
          </a:prstGeom>
          <a:solidFill>
            <a:srgbClr val="FFFFFF"/>
          </a:solidFill>
          <a:ln w="6350">
            <a:solidFill>
              <a:srgbClr val="D3DCE5"/>
            </a:solidFill>
            <a:prstDash val="solid"/>
          </a:ln>
        </p:spPr>
      </p:sp>
      <p:sp>
        <p:nvSpPr>
          <p:cNvPr id="56" name="Text 54"/>
          <p:cNvSpPr txBox="1"/>
          <p:nvPr/>
        </p:nvSpPr>
        <p:spPr>
          <a:xfrm>
            <a:off x="2990088" y="41513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57" name="Shape 55"/>
          <p:cNvSpPr/>
          <p:nvPr/>
        </p:nvSpPr>
        <p:spPr>
          <a:xfrm>
            <a:off x="6446520" y="4151376"/>
            <a:ext cx="2834640" cy="557784"/>
          </a:xfrm>
          <a:prstGeom prst="rect">
            <a:avLst/>
          </a:prstGeom>
          <a:solidFill>
            <a:srgbClr val="FFFFFF"/>
          </a:solidFill>
          <a:ln w="6350">
            <a:solidFill>
              <a:srgbClr val="D3DCE5"/>
            </a:solidFill>
            <a:prstDash val="solid"/>
          </a:ln>
        </p:spPr>
      </p:sp>
      <p:sp>
        <p:nvSpPr>
          <p:cNvPr id="58" name="Text 56"/>
          <p:cNvSpPr txBox="1"/>
          <p:nvPr/>
        </p:nvSpPr>
        <p:spPr>
          <a:xfrm>
            <a:off x="6510528" y="41513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59" name="Shape 57"/>
          <p:cNvSpPr/>
          <p:nvPr/>
        </p:nvSpPr>
        <p:spPr>
          <a:xfrm>
            <a:off x="9281160" y="4151376"/>
            <a:ext cx="2505456" cy="557784"/>
          </a:xfrm>
          <a:prstGeom prst="rect">
            <a:avLst/>
          </a:prstGeom>
          <a:solidFill>
            <a:srgbClr val="FFFFFF"/>
          </a:solidFill>
          <a:ln w="6350">
            <a:solidFill>
              <a:srgbClr val="D3DCE5"/>
            </a:solidFill>
            <a:prstDash val="solid"/>
          </a:ln>
        </p:spPr>
      </p:sp>
      <p:sp>
        <p:nvSpPr>
          <p:cNvPr id="60" name="Text 58"/>
          <p:cNvSpPr txBox="1"/>
          <p:nvPr/>
        </p:nvSpPr>
        <p:spPr>
          <a:xfrm>
            <a:off x="9345168" y="41513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1" name="Shape 59"/>
          <p:cNvSpPr/>
          <p:nvPr/>
        </p:nvSpPr>
        <p:spPr>
          <a:xfrm>
            <a:off x="411480" y="4709160"/>
            <a:ext cx="2514600" cy="557784"/>
          </a:xfrm>
          <a:prstGeom prst="rect">
            <a:avLst/>
          </a:prstGeom>
          <a:solidFill>
            <a:srgbClr val="F7F9FB"/>
          </a:solidFill>
          <a:ln w="6350">
            <a:solidFill>
              <a:srgbClr val="D3DCE5"/>
            </a:solidFill>
            <a:prstDash val="solid"/>
          </a:ln>
        </p:spPr>
      </p:sp>
      <p:sp>
        <p:nvSpPr>
          <p:cNvPr id="62" name="Text 60"/>
          <p:cNvSpPr txBox="1"/>
          <p:nvPr/>
        </p:nvSpPr>
        <p:spPr>
          <a:xfrm>
            <a:off x="475488" y="470916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3" name="Shape 61"/>
          <p:cNvSpPr/>
          <p:nvPr/>
        </p:nvSpPr>
        <p:spPr>
          <a:xfrm>
            <a:off x="2926080" y="4709160"/>
            <a:ext cx="3520440" cy="557784"/>
          </a:xfrm>
          <a:prstGeom prst="rect">
            <a:avLst/>
          </a:prstGeom>
          <a:solidFill>
            <a:srgbClr val="F7F9FB"/>
          </a:solidFill>
          <a:ln w="6350">
            <a:solidFill>
              <a:srgbClr val="D3DCE5"/>
            </a:solidFill>
            <a:prstDash val="solid"/>
          </a:ln>
        </p:spPr>
      </p:sp>
      <p:sp>
        <p:nvSpPr>
          <p:cNvPr id="64" name="Text 62"/>
          <p:cNvSpPr txBox="1"/>
          <p:nvPr/>
        </p:nvSpPr>
        <p:spPr>
          <a:xfrm>
            <a:off x="2990088" y="470916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5" name="Shape 63"/>
          <p:cNvSpPr/>
          <p:nvPr/>
        </p:nvSpPr>
        <p:spPr>
          <a:xfrm>
            <a:off x="6446520" y="4709160"/>
            <a:ext cx="2834640" cy="557784"/>
          </a:xfrm>
          <a:prstGeom prst="rect">
            <a:avLst/>
          </a:prstGeom>
          <a:solidFill>
            <a:srgbClr val="F7F9FB"/>
          </a:solidFill>
          <a:ln w="6350">
            <a:solidFill>
              <a:srgbClr val="D3DCE5"/>
            </a:solidFill>
            <a:prstDash val="solid"/>
          </a:ln>
        </p:spPr>
      </p:sp>
      <p:sp>
        <p:nvSpPr>
          <p:cNvPr id="66" name="Text 64"/>
          <p:cNvSpPr txBox="1"/>
          <p:nvPr/>
        </p:nvSpPr>
        <p:spPr>
          <a:xfrm>
            <a:off x="6510528" y="470916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67" name="Shape 65"/>
          <p:cNvSpPr/>
          <p:nvPr/>
        </p:nvSpPr>
        <p:spPr>
          <a:xfrm>
            <a:off x="9281160" y="4709160"/>
            <a:ext cx="2505456" cy="557784"/>
          </a:xfrm>
          <a:prstGeom prst="rect">
            <a:avLst/>
          </a:prstGeom>
          <a:solidFill>
            <a:srgbClr val="F7F9FB"/>
          </a:solidFill>
          <a:ln w="6350">
            <a:solidFill>
              <a:srgbClr val="D3DCE5"/>
            </a:solidFill>
            <a:prstDash val="solid"/>
          </a:ln>
        </p:spPr>
      </p:sp>
      <p:sp>
        <p:nvSpPr>
          <p:cNvPr id="68" name="Text 66"/>
          <p:cNvSpPr txBox="1"/>
          <p:nvPr/>
        </p:nvSpPr>
        <p:spPr>
          <a:xfrm>
            <a:off x="9345168" y="470916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69" name="Shape 67"/>
          <p:cNvSpPr/>
          <p:nvPr/>
        </p:nvSpPr>
        <p:spPr>
          <a:xfrm>
            <a:off x="411480" y="5239512"/>
            <a:ext cx="11375136" cy="676656"/>
          </a:xfrm>
          <a:prstGeom prst="rect">
            <a:avLst/>
          </a:prstGeom>
          <a:solidFill>
            <a:srgbClr val="FBEBD9"/>
          </a:solidFill>
          <a:ln w="9525">
            <a:solidFill>
              <a:srgbClr val="E8C9A3"/>
            </a:solidFill>
            <a:prstDash val="solid"/>
          </a:ln>
        </p:spPr>
      </p:sp>
      <p:sp>
        <p:nvSpPr>
          <p:cNvPr id="70" name="Text 68"/>
          <p:cNvSpPr txBox="1"/>
          <p:nvPr/>
        </p:nvSpPr>
        <p:spPr>
          <a:xfrm>
            <a:off x="576072" y="5367528"/>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A$4.98 and this recommendation is wrong.</a:t>
            </a:r>
            <a:endParaRPr lang="en-US" sz="940" dirty="0"/>
          </a:p>
        </p:txBody>
      </p:sp>
      <p:sp>
        <p:nvSpPr>
          <p:cNvPr id="71" name="Text 6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50" dirty="0"/>
          </a:p>
        </p:txBody>
      </p:sp>
      <p:sp>
        <p:nvSpPr>
          <p:cNvPr id="72" name="Text 7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3" name="Shape 1"/>
          <p:cNvSpPr/>
          <p:nvPr/>
        </p:nvSpPr>
        <p:spPr>
          <a:xfrm>
            <a:off x="411480" y="1005840"/>
            <a:ext cx="3246120" cy="2011680"/>
          </a:xfrm>
          <a:prstGeom prst="rect">
            <a:avLst/>
          </a:prstGeom>
          <a:solidFill>
            <a:srgbClr val="0E7C6B"/>
          </a:solidFill>
          <a:ln/>
        </p:spPr>
      </p:sp>
      <p:sp>
        <p:nvSpPr>
          <p:cNvPr id="4"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5"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A$6.12</a:t>
            </a:r>
            <a:endParaRPr lang="en-US" sz="2600" dirty="0"/>
          </a:p>
        </p:txBody>
      </p:sp>
      <p:sp>
        <p:nvSpPr>
          <p:cNvPr id="6"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+11.7%</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7"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8"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13.4% expected total return against a benchmark that returned 5.90%, for outperformance of 7.5%. The fund needs 2%.</a:t>
            </a:r>
            <a:endParaRPr lang="en-US" sz="950" dirty="0"/>
          </a:p>
        </p:txBody>
      </p:sp>
      <p:sp>
        <p:nvSpPr>
          <p:cNvPr id="9"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0"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A$0.64 of upside - 67% - comes from ESG-linked operating decisions the market is not paying for.</a:t>
            </a:r>
            <a:endParaRPr lang="en-US" sz="950" dirty="0"/>
          </a:p>
        </p:txBody>
      </p:sp>
      <p:sp>
        <p:nvSpPr>
          <p:cNvPr id="11"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2"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3"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4" name="Shape 12"/>
          <p:cNvSpPr/>
          <p:nvPr/>
        </p:nvSpPr>
        <p:spPr>
          <a:xfrm>
            <a:off x="411480" y="3639312"/>
            <a:ext cx="11375136" cy="365760"/>
          </a:xfrm>
          <a:prstGeom prst="rect">
            <a:avLst/>
          </a:prstGeom>
          <a:solidFill>
            <a:srgbClr val="1B3A5A"/>
          </a:solidFill>
          <a:ln/>
        </p:spPr>
      </p:sp>
      <p:sp>
        <p:nvSpPr>
          <p:cNvPr id="15"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6"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7"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8" name="Shape 16"/>
          <p:cNvSpPr/>
          <p:nvPr/>
        </p:nvSpPr>
        <p:spPr>
          <a:xfrm>
            <a:off x="411480" y="4041648"/>
            <a:ext cx="11375136" cy="365760"/>
          </a:xfrm>
          <a:prstGeom prst="rect">
            <a:avLst/>
          </a:prstGeom>
          <a:solidFill>
            <a:srgbClr val="16304C"/>
          </a:solidFill>
          <a:ln/>
        </p:spPr>
      </p:sp>
      <p:sp>
        <p:nvSpPr>
          <p:cNvPr id="19"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0"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1"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2" name="Shape 20"/>
          <p:cNvSpPr/>
          <p:nvPr/>
        </p:nvSpPr>
        <p:spPr>
          <a:xfrm>
            <a:off x="411480" y="4443984"/>
            <a:ext cx="11375136" cy="365760"/>
          </a:xfrm>
          <a:prstGeom prst="rect">
            <a:avLst/>
          </a:prstGeom>
          <a:solidFill>
            <a:srgbClr val="1B3A5A"/>
          </a:solidFill>
          <a:ln/>
        </p:spPr>
      </p:sp>
      <p:sp>
        <p:nvSpPr>
          <p:cNvPr id="23"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4"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5"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6" name="Shape 24"/>
          <p:cNvSpPr/>
          <p:nvPr/>
        </p:nvSpPr>
        <p:spPr>
          <a:xfrm>
            <a:off x="411480" y="4846320"/>
            <a:ext cx="11375136" cy="365760"/>
          </a:xfrm>
          <a:prstGeom prst="rect">
            <a:avLst/>
          </a:prstGeom>
          <a:solidFill>
            <a:srgbClr val="16304C"/>
          </a:solidFill>
          <a:ln/>
        </p:spPr>
      </p:sp>
      <p:sp>
        <p:nvSpPr>
          <p:cNvPr id="27"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8"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29"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0" name="Shape 28"/>
          <p:cNvSpPr/>
          <p:nvPr/>
        </p:nvSpPr>
        <p:spPr>
          <a:xfrm>
            <a:off x="411480" y="5248656"/>
            <a:ext cx="11375136" cy="365760"/>
          </a:xfrm>
          <a:prstGeom prst="rect">
            <a:avLst/>
          </a:prstGeom>
          <a:solidFill>
            <a:srgbClr val="1B3A5A"/>
          </a:solidFill>
          <a:ln/>
        </p:spPr>
      </p:sp>
      <p:sp>
        <p:nvSpPr>
          <p:cNvPr id="31"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2"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3"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4"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15</a:t>
            </a:r>
            <a:endParaRPr lang="en-US" sz="850" dirty="0"/>
          </a:p>
        </p:txBody>
      </p:sp>
      <p:sp>
        <p:nvSpPr>
          <p:cNvPr id="36" name="Text 3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828800"/>
            <a:ext cx="3639312" cy="2029968"/>
          </a:xfrm>
          <a:prstGeom prst="rect">
            <a:avLst/>
          </a:prstGeom>
          <a:solidFill>
            <a:srgbClr val="16304C"/>
          </a:solidFill>
          <a:ln/>
        </p:spPr>
      </p:sp>
      <p:sp>
        <p:nvSpPr>
          <p:cNvPr id="5" name="Text 3"/>
          <p:cNvSpPr txBox="1"/>
          <p:nvPr/>
        </p:nvSpPr>
        <p:spPr>
          <a:xfrm>
            <a:off x="576072"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Pilgangoora overview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reserve and mine life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P680 and ore sorting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P1000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P2000 expansion economics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Ngungaju restart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Mid-stream plant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POSCO joint venture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Colina, Brazil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Offtake portfolio</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Board and management</a:t>
            </a:r>
            <a:endParaRPr lang="en-US" sz="760" dirty="0"/>
          </a:p>
        </p:txBody>
      </p:sp>
      <p:sp>
        <p:nvSpPr>
          <p:cNvPr id="9" name="Shape 7"/>
          <p:cNvSpPr/>
          <p:nvPr/>
        </p:nvSpPr>
        <p:spPr>
          <a:xfrm>
            <a:off x="4215384" y="1828800"/>
            <a:ext cx="3639312" cy="2029968"/>
          </a:xfrm>
          <a:prstGeom prst="rect">
            <a:avLst/>
          </a:prstGeom>
          <a:solidFill>
            <a:srgbClr val="16304C"/>
          </a:solidFill>
          <a:ln/>
        </p:spPr>
      </p:sp>
      <p:sp>
        <p:nvSpPr>
          <p:cNvPr id="10" name="Text 8"/>
          <p:cNvSpPr txBox="1"/>
          <p:nvPr/>
        </p:nvSpPr>
        <p:spPr>
          <a:xfrm>
            <a:off x="4379976"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1" name="Text 9"/>
          <p:cNvSpPr txBox="1"/>
          <p:nvPr/>
        </p:nvSpPr>
        <p:spPr>
          <a:xfrm>
            <a:off x="4873752"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2" name="Text 10"/>
          <p:cNvSpPr txBox="1"/>
          <p:nvPr/>
        </p:nvSpPr>
        <p:spPr>
          <a:xfrm>
            <a:off x="7050024"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3" name="Text 11"/>
          <p:cNvSpPr txBox="1"/>
          <p:nvPr/>
        </p:nvSpPr>
        <p:spPr>
          <a:xfrm>
            <a:off x="4398264"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lithium value chain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history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Supply by country and source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Jianxiawo timeline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nationalism</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Restart supply tracker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curve detail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Electric-vehicle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Storage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Chemistry mix</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Market balance by forecaster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Substitution and recycling risk</a:t>
            </a:r>
            <a:endParaRPr lang="en-US" sz="760" dirty="0"/>
          </a:p>
        </p:txBody>
      </p:sp>
      <p:sp>
        <p:nvSpPr>
          <p:cNvPr id="14" name="Shape 12"/>
          <p:cNvSpPr/>
          <p:nvPr/>
        </p:nvSpPr>
        <p:spPr>
          <a:xfrm>
            <a:off x="8019288" y="1828800"/>
            <a:ext cx="3639312" cy="2029968"/>
          </a:xfrm>
          <a:prstGeom prst="rect">
            <a:avLst/>
          </a:prstGeom>
          <a:solidFill>
            <a:srgbClr val="16304C"/>
          </a:solidFill>
          <a:ln/>
        </p:spPr>
      </p:sp>
      <p:sp>
        <p:nvSpPr>
          <p:cNvPr id="15" name="Text 13"/>
          <p:cNvSpPr txBox="1"/>
          <p:nvPr/>
        </p:nvSpPr>
        <p:spPr>
          <a:xfrm>
            <a:off x="8183880"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6" name="Text 14"/>
          <p:cNvSpPr txBox="1"/>
          <p:nvPr/>
        </p:nvSpPr>
        <p:spPr>
          <a:xfrm>
            <a:off x="8677656"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7" name="Text 15"/>
          <p:cNvSpPr txBox="1"/>
          <p:nvPr/>
        </p:nvSpPr>
        <p:spPr>
          <a:xfrm>
            <a:off x="10853928"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18" name="Text 16"/>
          <p:cNvSpPr txBox="1"/>
          <p:nvPr/>
        </p:nvSpPr>
        <p:spPr>
          <a:xfrm>
            <a:off x="8202168"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Porter's five forces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Helmer's seven powers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Barriers to entry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SWOT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Peer positioning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Why not the other five</a:t>
            </a:r>
            <a:endParaRPr lang="en-US" sz="760" dirty="0"/>
          </a:p>
        </p:txBody>
      </p:sp>
      <p:sp>
        <p:nvSpPr>
          <p:cNvPr id="19" name="Shape 17"/>
          <p:cNvSpPr/>
          <p:nvPr/>
        </p:nvSpPr>
        <p:spPr>
          <a:xfrm>
            <a:off x="411480" y="4041648"/>
            <a:ext cx="3639312" cy="2029968"/>
          </a:xfrm>
          <a:prstGeom prst="rect">
            <a:avLst/>
          </a:prstGeom>
          <a:solidFill>
            <a:srgbClr val="16304C"/>
          </a:solidFill>
          <a:ln/>
        </p:spPr>
      </p:sp>
      <p:sp>
        <p:nvSpPr>
          <p:cNvPr id="20" name="Text 18"/>
          <p:cNvSpPr txBox="1"/>
          <p:nvPr/>
        </p:nvSpPr>
        <p:spPr>
          <a:xfrm>
            <a:off x="576072"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1" name="Text 19"/>
          <p:cNvSpPr txBox="1"/>
          <p:nvPr/>
        </p:nvSpPr>
        <p:spPr>
          <a:xfrm>
            <a:off x="1069848"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2" name="Text 20"/>
          <p:cNvSpPr txBox="1"/>
          <p:nvPr/>
        </p:nvSpPr>
        <p:spPr>
          <a:xfrm>
            <a:off x="3246120"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3" name="Text 21"/>
          <p:cNvSpPr txBox="1"/>
          <p:nvPr/>
        </p:nvSpPr>
        <p:spPr>
          <a:xfrm>
            <a:off x="594360"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Materiality now and in 2030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Emissions and targets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Power strategy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Ore sorting case study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Tailings and biodiversity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Traditional Owners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Workforce and safety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Governance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ESG in remuneration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Ratings and what we could not verify</a:t>
            </a:r>
            <a:endParaRPr lang="en-US" sz="760" dirty="0"/>
          </a:p>
        </p:txBody>
      </p:sp>
      <p:sp>
        <p:nvSpPr>
          <p:cNvPr id="24" name="Shape 22"/>
          <p:cNvSpPr/>
          <p:nvPr/>
        </p:nvSpPr>
        <p:spPr>
          <a:xfrm>
            <a:off x="4215384" y="4041648"/>
            <a:ext cx="3639312" cy="2029968"/>
          </a:xfrm>
          <a:prstGeom prst="rect">
            <a:avLst/>
          </a:prstGeom>
          <a:solidFill>
            <a:srgbClr val="16304C"/>
          </a:solidFill>
          <a:ln/>
        </p:spPr>
      </p:sp>
      <p:sp>
        <p:nvSpPr>
          <p:cNvPr id="25" name="Text 23"/>
          <p:cNvSpPr txBox="1"/>
          <p:nvPr/>
        </p:nvSpPr>
        <p:spPr>
          <a:xfrm>
            <a:off x="4379976"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26" name="Text 24"/>
          <p:cNvSpPr txBox="1"/>
          <p:nvPr/>
        </p:nvSpPr>
        <p:spPr>
          <a:xfrm>
            <a:off x="4873752"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27" name="Text 25"/>
          <p:cNvSpPr txBox="1"/>
          <p:nvPr/>
        </p:nvSpPr>
        <p:spPr>
          <a:xfrm>
            <a:off x="7050024"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E1-E15</a:t>
            </a:r>
            <a:endParaRPr lang="en-US" sz="900" dirty="0"/>
          </a:p>
        </p:txBody>
      </p:sp>
      <p:sp>
        <p:nvSpPr>
          <p:cNvPr id="28" name="Text 26"/>
          <p:cNvSpPr txBox="1"/>
          <p:nvPr/>
        </p:nvSpPr>
        <p:spPr>
          <a:xfrm>
            <a:off x="4398264"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Model architecture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WACC</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deck and convergence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Production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and capex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Income statement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Balance sheet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Cash flow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FCFF and DCF</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Bear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Bull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Mine life and terminal value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Sensitivities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Comparables and precedents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Downstream option</a:t>
            </a:r>
            <a:endParaRPr lang="en-US" sz="760" dirty="0"/>
          </a:p>
        </p:txBody>
      </p:sp>
      <p:sp>
        <p:nvSpPr>
          <p:cNvPr id="29" name="Shape 27"/>
          <p:cNvSpPr/>
          <p:nvPr/>
        </p:nvSpPr>
        <p:spPr>
          <a:xfrm>
            <a:off x="8019288" y="4041648"/>
            <a:ext cx="3639312" cy="2029968"/>
          </a:xfrm>
          <a:prstGeom prst="rect">
            <a:avLst/>
          </a:prstGeom>
          <a:solidFill>
            <a:srgbClr val="16304C"/>
          </a:solidFill>
          <a:ln/>
        </p:spPr>
      </p:sp>
      <p:sp>
        <p:nvSpPr>
          <p:cNvPr id="30" name="Text 28"/>
          <p:cNvSpPr txBox="1"/>
          <p:nvPr/>
        </p:nvSpPr>
        <p:spPr>
          <a:xfrm>
            <a:off x="8183880"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1" name="Text 29"/>
          <p:cNvSpPr txBox="1"/>
          <p:nvPr/>
        </p:nvSpPr>
        <p:spPr>
          <a:xfrm>
            <a:off x="8677656"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2" name="Text 30"/>
          <p:cNvSpPr txBox="1"/>
          <p:nvPr/>
        </p:nvSpPr>
        <p:spPr>
          <a:xfrm>
            <a:off x="10853928"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3" name="Text 31"/>
          <p:cNvSpPr txBox="1"/>
          <p:nvPr/>
        </p:nvSpPr>
        <p:spPr>
          <a:xfrm>
            <a:off x="8202168"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Full risk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Short interest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Share price catalysts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Broker views and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Gaps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Glossary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Bibliography</a:t>
            </a:r>
            <a:endParaRPr lang="en-US" sz="7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one orebody doing all the work</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single 100%-owned operation in the Pilbara with two processing plants, supplying customers in China and a joint venture in Korea.</a:t>
            </a:r>
            <a:endParaRPr lang="en-US" sz="1200" dirty="0"/>
          </a:p>
        </p:txBody>
      </p:sp>
      <p:sp>
        <p:nvSpPr>
          <p:cNvPr id="6" name="Shape 4"/>
          <p:cNvSpPr/>
          <p:nvPr/>
        </p:nvSpPr>
        <p:spPr>
          <a:xfrm>
            <a:off x="411480" y="1627632"/>
            <a:ext cx="2514600" cy="9144"/>
          </a:xfrm>
          <a:prstGeom prst="rect">
            <a:avLst/>
          </a:prstGeom>
          <a:solidFill>
            <a:srgbClr val="10233A"/>
          </a:solidFill>
          <a:ln/>
        </p:spPr>
      </p:sp>
      <p:sp>
        <p:nvSpPr>
          <p:cNvPr id="7" name="Text 5"/>
          <p:cNvSpPr txBox="1"/>
          <p:nvPr/>
        </p:nvSpPr>
        <p:spPr>
          <a:xfrm>
            <a:off x="475488" y="1627632"/>
            <a:ext cx="238658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2926080" y="1627632"/>
            <a:ext cx="8860536" cy="9144"/>
          </a:xfrm>
          <a:prstGeom prst="rect">
            <a:avLst/>
          </a:prstGeom>
          <a:solidFill>
            <a:srgbClr val="10233A"/>
          </a:solidFill>
          <a:ln/>
        </p:spPr>
      </p:sp>
      <p:sp>
        <p:nvSpPr>
          <p:cNvPr id="9" name="Text 7"/>
          <p:cNvSpPr txBox="1"/>
          <p:nvPr/>
        </p:nvSpPr>
        <p:spPr>
          <a:xfrm>
            <a:off x="2990088" y="1627632"/>
            <a:ext cx="873252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514600" cy="306324"/>
          </a:xfrm>
          <a:prstGeom prst="rect">
            <a:avLst/>
          </a:prstGeom>
          <a:solidFill>
            <a:srgbClr val="FFFFFF"/>
          </a:solidFill>
          <a:ln w="6350">
            <a:solidFill>
              <a:srgbClr val="D3DCE5"/>
            </a:solidFill>
            <a:prstDash val="solid"/>
          </a:ln>
        </p:spPr>
      </p:sp>
      <p:sp>
        <p:nvSpPr>
          <p:cNvPr id="11" name="Text 9"/>
          <p:cNvSpPr txBox="1"/>
          <p:nvPr/>
        </p:nvSpPr>
        <p:spPr>
          <a:xfrm>
            <a:off x="475488" y="163677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2" name="Shape 10"/>
          <p:cNvSpPr/>
          <p:nvPr/>
        </p:nvSpPr>
        <p:spPr>
          <a:xfrm>
            <a:off x="2926080" y="1636776"/>
            <a:ext cx="8860536" cy="306324"/>
          </a:xfrm>
          <a:prstGeom prst="rect">
            <a:avLst/>
          </a:prstGeom>
          <a:solidFill>
            <a:srgbClr val="FFFFFF"/>
          </a:solidFill>
          <a:ln w="6350">
            <a:solidFill>
              <a:srgbClr val="D3DCE5"/>
            </a:solidFill>
            <a:prstDash val="solid"/>
          </a:ln>
        </p:spPr>
      </p:sp>
      <p:sp>
        <p:nvSpPr>
          <p:cNvPr id="13" name="Text 11"/>
          <p:cNvSpPr txBox="1"/>
          <p:nvPr/>
        </p:nvSpPr>
        <p:spPr>
          <a:xfrm>
            <a:off x="2990088" y="163677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4" name="Shape 12"/>
          <p:cNvSpPr/>
          <p:nvPr/>
        </p:nvSpPr>
        <p:spPr>
          <a:xfrm>
            <a:off x="411480" y="1943100"/>
            <a:ext cx="2514600" cy="306324"/>
          </a:xfrm>
          <a:prstGeom prst="rect">
            <a:avLst/>
          </a:prstGeom>
          <a:solidFill>
            <a:srgbClr val="F7F9FB"/>
          </a:solidFill>
          <a:ln w="6350">
            <a:solidFill>
              <a:srgbClr val="D3DCE5"/>
            </a:solidFill>
            <a:prstDash val="solid"/>
          </a:ln>
        </p:spPr>
      </p:sp>
      <p:sp>
        <p:nvSpPr>
          <p:cNvPr id="15" name="Text 13"/>
          <p:cNvSpPr txBox="1"/>
          <p:nvPr/>
        </p:nvSpPr>
        <p:spPr>
          <a:xfrm>
            <a:off x="475488" y="194310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6" name="Shape 14"/>
          <p:cNvSpPr/>
          <p:nvPr/>
        </p:nvSpPr>
        <p:spPr>
          <a:xfrm>
            <a:off x="2926080" y="1943100"/>
            <a:ext cx="8860536" cy="306324"/>
          </a:xfrm>
          <a:prstGeom prst="rect">
            <a:avLst/>
          </a:prstGeom>
          <a:solidFill>
            <a:srgbClr val="F7F9FB"/>
          </a:solidFill>
          <a:ln w="6350">
            <a:solidFill>
              <a:srgbClr val="D3DCE5"/>
            </a:solidFill>
            <a:prstDash val="solid"/>
          </a:ln>
        </p:spPr>
      </p:sp>
      <p:sp>
        <p:nvSpPr>
          <p:cNvPr id="17" name="Text 15"/>
          <p:cNvSpPr txBox="1"/>
          <p:nvPr/>
        </p:nvSpPr>
        <p:spPr>
          <a:xfrm>
            <a:off x="2990088" y="194310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8" name="Shape 16"/>
          <p:cNvSpPr/>
          <p:nvPr/>
        </p:nvSpPr>
        <p:spPr>
          <a:xfrm>
            <a:off x="411480" y="2249424"/>
            <a:ext cx="2514600" cy="306324"/>
          </a:xfrm>
          <a:prstGeom prst="rect">
            <a:avLst/>
          </a:prstGeom>
          <a:solidFill>
            <a:srgbClr val="FFFFFF"/>
          </a:solidFill>
          <a:ln w="6350">
            <a:solidFill>
              <a:srgbClr val="D3DCE5"/>
            </a:solidFill>
            <a:prstDash val="solid"/>
          </a:ln>
        </p:spPr>
      </p:sp>
      <p:sp>
        <p:nvSpPr>
          <p:cNvPr id="19" name="Text 17"/>
          <p:cNvSpPr txBox="1"/>
          <p:nvPr/>
        </p:nvSpPr>
        <p:spPr>
          <a:xfrm>
            <a:off x="475488" y="224942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0" name="Shape 18"/>
          <p:cNvSpPr/>
          <p:nvPr/>
        </p:nvSpPr>
        <p:spPr>
          <a:xfrm>
            <a:off x="2926080" y="2249424"/>
            <a:ext cx="8860536" cy="306324"/>
          </a:xfrm>
          <a:prstGeom prst="rect">
            <a:avLst/>
          </a:prstGeom>
          <a:solidFill>
            <a:srgbClr val="FFFFFF"/>
          </a:solidFill>
          <a:ln w="6350">
            <a:solidFill>
              <a:srgbClr val="D3DCE5"/>
            </a:solidFill>
            <a:prstDash val="solid"/>
          </a:ln>
        </p:spPr>
      </p:sp>
      <p:sp>
        <p:nvSpPr>
          <p:cNvPr id="21" name="Text 19"/>
          <p:cNvSpPr txBox="1"/>
          <p:nvPr/>
        </p:nvSpPr>
        <p:spPr>
          <a:xfrm>
            <a:off x="2990088" y="224942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2" name="Shape 20"/>
          <p:cNvSpPr/>
          <p:nvPr/>
        </p:nvSpPr>
        <p:spPr>
          <a:xfrm>
            <a:off x="411480" y="2555748"/>
            <a:ext cx="2514600" cy="306324"/>
          </a:xfrm>
          <a:prstGeom prst="rect">
            <a:avLst/>
          </a:prstGeom>
          <a:solidFill>
            <a:srgbClr val="F7F9FB"/>
          </a:solidFill>
          <a:ln w="6350">
            <a:solidFill>
              <a:srgbClr val="D3DCE5"/>
            </a:solidFill>
            <a:prstDash val="solid"/>
          </a:ln>
        </p:spPr>
      </p:sp>
      <p:sp>
        <p:nvSpPr>
          <p:cNvPr id="23" name="Text 21"/>
          <p:cNvSpPr txBox="1"/>
          <p:nvPr/>
        </p:nvSpPr>
        <p:spPr>
          <a:xfrm>
            <a:off x="475488" y="255574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4" name="Shape 22"/>
          <p:cNvSpPr/>
          <p:nvPr/>
        </p:nvSpPr>
        <p:spPr>
          <a:xfrm>
            <a:off x="2926080" y="2555748"/>
            <a:ext cx="8860536" cy="306324"/>
          </a:xfrm>
          <a:prstGeom prst="rect">
            <a:avLst/>
          </a:prstGeom>
          <a:solidFill>
            <a:srgbClr val="F7F9FB"/>
          </a:solidFill>
          <a:ln w="6350">
            <a:solidFill>
              <a:srgbClr val="D3DCE5"/>
            </a:solidFill>
            <a:prstDash val="solid"/>
          </a:ln>
        </p:spPr>
      </p:sp>
      <p:sp>
        <p:nvSpPr>
          <p:cNvPr id="25" name="Text 23"/>
          <p:cNvSpPr txBox="1"/>
          <p:nvPr/>
        </p:nvSpPr>
        <p:spPr>
          <a:xfrm>
            <a:off x="2990088" y="255574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6" name="Shape 24"/>
          <p:cNvSpPr/>
          <p:nvPr/>
        </p:nvSpPr>
        <p:spPr>
          <a:xfrm>
            <a:off x="411480" y="2862072"/>
            <a:ext cx="2514600" cy="306324"/>
          </a:xfrm>
          <a:prstGeom prst="rect">
            <a:avLst/>
          </a:prstGeom>
          <a:solidFill>
            <a:srgbClr val="FFFFFF"/>
          </a:solidFill>
          <a:ln w="6350">
            <a:solidFill>
              <a:srgbClr val="D3DCE5"/>
            </a:solidFill>
            <a:prstDash val="solid"/>
          </a:ln>
        </p:spPr>
      </p:sp>
      <p:sp>
        <p:nvSpPr>
          <p:cNvPr id="27" name="Text 25"/>
          <p:cNvSpPr txBox="1"/>
          <p:nvPr/>
        </p:nvSpPr>
        <p:spPr>
          <a:xfrm>
            <a:off x="475488" y="286207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8" name="Shape 26"/>
          <p:cNvSpPr/>
          <p:nvPr/>
        </p:nvSpPr>
        <p:spPr>
          <a:xfrm>
            <a:off x="2926080" y="2862072"/>
            <a:ext cx="8860536" cy="306324"/>
          </a:xfrm>
          <a:prstGeom prst="rect">
            <a:avLst/>
          </a:prstGeom>
          <a:solidFill>
            <a:srgbClr val="FFFFFF"/>
          </a:solidFill>
          <a:ln w="6350">
            <a:solidFill>
              <a:srgbClr val="D3DCE5"/>
            </a:solidFill>
            <a:prstDash val="solid"/>
          </a:ln>
        </p:spPr>
      </p:sp>
      <p:sp>
        <p:nvSpPr>
          <p:cNvPr id="29" name="Text 27"/>
          <p:cNvSpPr txBox="1"/>
          <p:nvPr/>
        </p:nvSpPr>
        <p:spPr>
          <a:xfrm>
            <a:off x="2990088" y="286207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0" name="Shape 28"/>
          <p:cNvSpPr/>
          <p:nvPr/>
        </p:nvSpPr>
        <p:spPr>
          <a:xfrm>
            <a:off x="411480" y="3168396"/>
            <a:ext cx="2514600" cy="306324"/>
          </a:xfrm>
          <a:prstGeom prst="rect">
            <a:avLst/>
          </a:prstGeom>
          <a:solidFill>
            <a:srgbClr val="F7F9FB"/>
          </a:solidFill>
          <a:ln w="6350">
            <a:solidFill>
              <a:srgbClr val="D3DCE5"/>
            </a:solidFill>
            <a:prstDash val="solid"/>
          </a:ln>
        </p:spPr>
      </p:sp>
      <p:sp>
        <p:nvSpPr>
          <p:cNvPr id="31" name="Text 29"/>
          <p:cNvSpPr txBox="1"/>
          <p:nvPr/>
        </p:nvSpPr>
        <p:spPr>
          <a:xfrm>
            <a:off x="475488" y="316839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2" name="Shape 30"/>
          <p:cNvSpPr/>
          <p:nvPr/>
        </p:nvSpPr>
        <p:spPr>
          <a:xfrm>
            <a:off x="2926080" y="3168396"/>
            <a:ext cx="8860536" cy="306324"/>
          </a:xfrm>
          <a:prstGeom prst="rect">
            <a:avLst/>
          </a:prstGeom>
          <a:solidFill>
            <a:srgbClr val="F7F9FB"/>
          </a:solidFill>
          <a:ln w="6350">
            <a:solidFill>
              <a:srgbClr val="D3DCE5"/>
            </a:solidFill>
            <a:prstDash val="solid"/>
          </a:ln>
        </p:spPr>
      </p:sp>
      <p:sp>
        <p:nvSpPr>
          <p:cNvPr id="33" name="Text 31"/>
          <p:cNvSpPr txBox="1"/>
          <p:nvPr/>
        </p:nvSpPr>
        <p:spPr>
          <a:xfrm>
            <a:off x="2990088" y="316839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4" name="Shape 32"/>
          <p:cNvSpPr/>
          <p:nvPr/>
        </p:nvSpPr>
        <p:spPr>
          <a:xfrm>
            <a:off x="411480" y="3474720"/>
            <a:ext cx="2514600" cy="306324"/>
          </a:xfrm>
          <a:prstGeom prst="rect">
            <a:avLst/>
          </a:prstGeom>
          <a:solidFill>
            <a:srgbClr val="FFFFFF"/>
          </a:solidFill>
          <a:ln w="6350">
            <a:solidFill>
              <a:srgbClr val="D3DCE5"/>
            </a:solidFill>
            <a:prstDash val="solid"/>
          </a:ln>
        </p:spPr>
      </p:sp>
      <p:sp>
        <p:nvSpPr>
          <p:cNvPr id="35" name="Text 33"/>
          <p:cNvSpPr txBox="1"/>
          <p:nvPr/>
        </p:nvSpPr>
        <p:spPr>
          <a:xfrm>
            <a:off x="475488" y="347472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6" name="Shape 34"/>
          <p:cNvSpPr/>
          <p:nvPr/>
        </p:nvSpPr>
        <p:spPr>
          <a:xfrm>
            <a:off x="2926080" y="3474720"/>
            <a:ext cx="8860536" cy="306324"/>
          </a:xfrm>
          <a:prstGeom prst="rect">
            <a:avLst/>
          </a:prstGeom>
          <a:solidFill>
            <a:srgbClr val="FFFFFF"/>
          </a:solidFill>
          <a:ln w="6350">
            <a:solidFill>
              <a:srgbClr val="D3DCE5"/>
            </a:solidFill>
            <a:prstDash val="solid"/>
          </a:ln>
        </p:spPr>
      </p:sp>
      <p:sp>
        <p:nvSpPr>
          <p:cNvPr id="37" name="Text 35"/>
          <p:cNvSpPr txBox="1"/>
          <p:nvPr/>
        </p:nvSpPr>
        <p:spPr>
          <a:xfrm>
            <a:off x="2990088" y="347472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8" name="Shape 36"/>
          <p:cNvSpPr/>
          <p:nvPr/>
        </p:nvSpPr>
        <p:spPr>
          <a:xfrm>
            <a:off x="411480" y="3781044"/>
            <a:ext cx="2514600" cy="306324"/>
          </a:xfrm>
          <a:prstGeom prst="rect">
            <a:avLst/>
          </a:prstGeom>
          <a:solidFill>
            <a:srgbClr val="F7F9FB"/>
          </a:solidFill>
          <a:ln w="6350">
            <a:solidFill>
              <a:srgbClr val="D3DCE5"/>
            </a:solidFill>
            <a:prstDash val="solid"/>
          </a:ln>
        </p:spPr>
      </p:sp>
      <p:sp>
        <p:nvSpPr>
          <p:cNvPr id="39" name="Text 37"/>
          <p:cNvSpPr txBox="1"/>
          <p:nvPr/>
        </p:nvSpPr>
        <p:spPr>
          <a:xfrm>
            <a:off x="475488" y="378104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0" name="Shape 38"/>
          <p:cNvSpPr/>
          <p:nvPr/>
        </p:nvSpPr>
        <p:spPr>
          <a:xfrm>
            <a:off x="2926080" y="3781044"/>
            <a:ext cx="8860536" cy="306324"/>
          </a:xfrm>
          <a:prstGeom prst="rect">
            <a:avLst/>
          </a:prstGeom>
          <a:solidFill>
            <a:srgbClr val="F7F9FB"/>
          </a:solidFill>
          <a:ln w="6350">
            <a:solidFill>
              <a:srgbClr val="D3DCE5"/>
            </a:solidFill>
            <a:prstDash val="solid"/>
          </a:ln>
        </p:spPr>
      </p:sp>
      <p:sp>
        <p:nvSpPr>
          <p:cNvPr id="41" name="Text 39"/>
          <p:cNvSpPr txBox="1"/>
          <p:nvPr/>
        </p:nvSpPr>
        <p:spPr>
          <a:xfrm>
            <a:off x="2990088" y="378104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2" name="Shape 40"/>
          <p:cNvSpPr/>
          <p:nvPr/>
        </p:nvSpPr>
        <p:spPr>
          <a:xfrm>
            <a:off x="411480" y="4087368"/>
            <a:ext cx="2514600" cy="306324"/>
          </a:xfrm>
          <a:prstGeom prst="rect">
            <a:avLst/>
          </a:prstGeom>
          <a:solidFill>
            <a:srgbClr val="FFFFFF"/>
          </a:solidFill>
          <a:ln w="6350">
            <a:solidFill>
              <a:srgbClr val="D3DCE5"/>
            </a:solidFill>
            <a:prstDash val="solid"/>
          </a:ln>
        </p:spPr>
      </p:sp>
      <p:sp>
        <p:nvSpPr>
          <p:cNvPr id="43" name="Text 41"/>
          <p:cNvSpPr txBox="1"/>
          <p:nvPr/>
        </p:nvSpPr>
        <p:spPr>
          <a:xfrm>
            <a:off x="475488" y="408736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4" name="Shape 42"/>
          <p:cNvSpPr/>
          <p:nvPr/>
        </p:nvSpPr>
        <p:spPr>
          <a:xfrm>
            <a:off x="2926080" y="4087368"/>
            <a:ext cx="8860536" cy="306324"/>
          </a:xfrm>
          <a:prstGeom prst="rect">
            <a:avLst/>
          </a:prstGeom>
          <a:solidFill>
            <a:srgbClr val="FFFFFF"/>
          </a:solidFill>
          <a:ln w="6350">
            <a:solidFill>
              <a:srgbClr val="D3DCE5"/>
            </a:solidFill>
            <a:prstDash val="solid"/>
          </a:ln>
        </p:spPr>
      </p:sp>
      <p:sp>
        <p:nvSpPr>
          <p:cNvPr id="45" name="Text 43"/>
          <p:cNvSpPr txBox="1"/>
          <p:nvPr/>
        </p:nvSpPr>
        <p:spPr>
          <a:xfrm>
            <a:off x="2990088" y="408736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6" name="Shape 44"/>
          <p:cNvSpPr/>
          <p:nvPr/>
        </p:nvSpPr>
        <p:spPr>
          <a:xfrm>
            <a:off x="411480" y="4393692"/>
            <a:ext cx="2514600" cy="306324"/>
          </a:xfrm>
          <a:prstGeom prst="rect">
            <a:avLst/>
          </a:prstGeom>
          <a:solidFill>
            <a:srgbClr val="F7F9FB"/>
          </a:solidFill>
          <a:ln w="6350">
            <a:solidFill>
              <a:srgbClr val="D3DCE5"/>
            </a:solidFill>
            <a:prstDash val="solid"/>
          </a:ln>
        </p:spPr>
      </p:sp>
      <p:sp>
        <p:nvSpPr>
          <p:cNvPr id="47" name="Text 45"/>
          <p:cNvSpPr txBox="1"/>
          <p:nvPr/>
        </p:nvSpPr>
        <p:spPr>
          <a:xfrm>
            <a:off x="475488" y="43936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8" name="Shape 46"/>
          <p:cNvSpPr/>
          <p:nvPr/>
        </p:nvSpPr>
        <p:spPr>
          <a:xfrm>
            <a:off x="2926080" y="4393692"/>
            <a:ext cx="8860536" cy="306324"/>
          </a:xfrm>
          <a:prstGeom prst="rect">
            <a:avLst/>
          </a:prstGeom>
          <a:solidFill>
            <a:srgbClr val="F7F9FB"/>
          </a:solidFill>
          <a:ln w="6350">
            <a:solidFill>
              <a:srgbClr val="D3DCE5"/>
            </a:solidFill>
            <a:prstDash val="solid"/>
          </a:ln>
        </p:spPr>
      </p:sp>
      <p:sp>
        <p:nvSpPr>
          <p:cNvPr id="49" name="Text 47"/>
          <p:cNvSpPr txBox="1"/>
          <p:nvPr/>
        </p:nvSpPr>
        <p:spPr>
          <a:xfrm>
            <a:off x="2990088" y="43936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0" name="Shape 48"/>
          <p:cNvSpPr/>
          <p:nvPr/>
        </p:nvSpPr>
        <p:spPr>
          <a:xfrm>
            <a:off x="411480" y="4700016"/>
            <a:ext cx="2514600" cy="306324"/>
          </a:xfrm>
          <a:prstGeom prst="rect">
            <a:avLst/>
          </a:prstGeom>
          <a:solidFill>
            <a:srgbClr val="FFFFFF"/>
          </a:solidFill>
          <a:ln w="6350">
            <a:solidFill>
              <a:srgbClr val="D3DCE5"/>
            </a:solidFill>
            <a:prstDash val="solid"/>
          </a:ln>
        </p:spPr>
      </p:sp>
      <p:sp>
        <p:nvSpPr>
          <p:cNvPr id="51" name="Text 49"/>
          <p:cNvSpPr txBox="1"/>
          <p:nvPr/>
        </p:nvSpPr>
        <p:spPr>
          <a:xfrm>
            <a:off x="475488" y="47000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2" name="Shape 50"/>
          <p:cNvSpPr/>
          <p:nvPr/>
        </p:nvSpPr>
        <p:spPr>
          <a:xfrm>
            <a:off x="2926080" y="4700016"/>
            <a:ext cx="8860536" cy="306324"/>
          </a:xfrm>
          <a:prstGeom prst="rect">
            <a:avLst/>
          </a:prstGeom>
          <a:solidFill>
            <a:srgbClr val="FFFFFF"/>
          </a:solidFill>
          <a:ln w="6350">
            <a:solidFill>
              <a:srgbClr val="D3DCE5"/>
            </a:solidFill>
            <a:prstDash val="solid"/>
          </a:ln>
        </p:spPr>
      </p:sp>
      <p:sp>
        <p:nvSpPr>
          <p:cNvPr id="53" name="Text 51"/>
          <p:cNvSpPr txBox="1"/>
          <p:nvPr/>
        </p:nvSpPr>
        <p:spPr>
          <a:xfrm>
            <a:off x="2990088" y="47000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4" name="Shape 52"/>
          <p:cNvSpPr/>
          <p:nvPr/>
        </p:nvSpPr>
        <p:spPr>
          <a:xfrm>
            <a:off x="411480" y="5193792"/>
            <a:ext cx="5577840" cy="1170432"/>
          </a:xfrm>
          <a:prstGeom prst="rect">
            <a:avLst/>
          </a:prstGeom>
          <a:solidFill>
            <a:srgbClr val="FBEBD9"/>
          </a:solidFill>
          <a:ln w="9525">
            <a:solidFill>
              <a:srgbClr val="E8C9A3"/>
            </a:solidFill>
            <a:prstDash val="solid"/>
          </a:ln>
        </p:spPr>
      </p:sp>
      <p:sp>
        <p:nvSpPr>
          <p:cNvPr id="55" name="Text 53"/>
          <p:cNvSpPr txBox="1"/>
          <p:nvPr/>
        </p:nvSpPr>
        <p:spPr>
          <a:xfrm>
            <a:off x="576072" y="532180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6" name="Text 54"/>
          <p:cNvSpPr txBox="1"/>
          <p:nvPr/>
        </p:nvSpPr>
        <p:spPr>
          <a:xfrm>
            <a:off x="576072"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7" name="Shape 55"/>
          <p:cNvSpPr/>
          <p:nvPr/>
        </p:nvSpPr>
        <p:spPr>
          <a:xfrm>
            <a:off x="6208776" y="5193792"/>
            <a:ext cx="5577840" cy="1170432"/>
          </a:xfrm>
          <a:prstGeom prst="rect">
            <a:avLst/>
          </a:prstGeom>
          <a:solidFill>
            <a:srgbClr val="D6EBE7"/>
          </a:solidFill>
          <a:ln w="9525">
            <a:solidFill>
              <a:srgbClr val="AFD3CC"/>
            </a:solidFill>
            <a:prstDash val="solid"/>
          </a:ln>
        </p:spPr>
      </p:sp>
      <p:sp>
        <p:nvSpPr>
          <p:cNvPr id="58" name="Text 56"/>
          <p:cNvSpPr txBox="1"/>
          <p:nvPr/>
        </p:nvSpPr>
        <p:spPr>
          <a:xfrm>
            <a:off x="6373368" y="532180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59" name="Text 57"/>
          <p:cNvSpPr txBox="1"/>
          <p:nvPr/>
        </p:nvSpPr>
        <p:spPr>
          <a:xfrm>
            <a:off x="6373368"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A2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reserve and the mine-life arithmetic</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reserve alone does not support the expansion we model. We say so, show the conversion assumption, and sensitise it.</a:t>
            </a:r>
            <a:endParaRPr lang="en-US" sz="1200" dirty="0"/>
          </a:p>
        </p:txBody>
      </p:sp>
      <p:sp>
        <p:nvSpPr>
          <p:cNvPr id="6" name="Shape 4"/>
          <p:cNvSpPr/>
          <p:nvPr/>
        </p:nvSpPr>
        <p:spPr>
          <a:xfrm>
            <a:off x="411480" y="1627632"/>
            <a:ext cx="3840480" cy="292608"/>
          </a:xfrm>
          <a:prstGeom prst="rect">
            <a:avLst/>
          </a:prstGeom>
          <a:solidFill>
            <a:srgbClr val="10233A"/>
          </a:solidFill>
          <a:ln/>
        </p:spPr>
      </p:sp>
      <p:sp>
        <p:nvSpPr>
          <p:cNvPr id="7" name="Text 5"/>
          <p:cNvSpPr txBox="1"/>
          <p:nvPr/>
        </p:nvSpPr>
        <p:spPr>
          <a:xfrm>
            <a:off x="475488" y="1627632"/>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8" name="Shape 6"/>
          <p:cNvSpPr/>
          <p:nvPr/>
        </p:nvSpPr>
        <p:spPr>
          <a:xfrm>
            <a:off x="4251960" y="1627632"/>
            <a:ext cx="1600200" cy="292608"/>
          </a:xfrm>
          <a:prstGeom prst="rect">
            <a:avLst/>
          </a:prstGeom>
          <a:solidFill>
            <a:srgbClr val="10233A"/>
          </a:solidFill>
          <a:ln/>
        </p:spPr>
      </p:sp>
      <p:sp>
        <p:nvSpPr>
          <p:cNvPr id="9" name="Text 7"/>
          <p:cNvSpPr txBox="1"/>
          <p:nvPr/>
        </p:nvSpPr>
        <p:spPr>
          <a:xfrm>
            <a:off x="431596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0" name="Shape 8"/>
          <p:cNvSpPr/>
          <p:nvPr/>
        </p:nvSpPr>
        <p:spPr>
          <a:xfrm>
            <a:off x="5852160" y="1627632"/>
            <a:ext cx="5934456" cy="292608"/>
          </a:xfrm>
          <a:prstGeom prst="rect">
            <a:avLst/>
          </a:prstGeom>
          <a:solidFill>
            <a:srgbClr val="10233A"/>
          </a:solidFill>
          <a:ln/>
        </p:spPr>
      </p:sp>
      <p:sp>
        <p:nvSpPr>
          <p:cNvPr id="11" name="Text 9"/>
          <p:cNvSpPr txBox="1"/>
          <p:nvPr/>
        </p:nvSpPr>
        <p:spPr>
          <a:xfrm>
            <a:off x="5916168" y="1627632"/>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2" name="Shape 10"/>
          <p:cNvSpPr/>
          <p:nvPr/>
        </p:nvSpPr>
        <p:spPr>
          <a:xfrm>
            <a:off x="411480" y="1920240"/>
            <a:ext cx="3840480" cy="274320"/>
          </a:xfrm>
          <a:prstGeom prst="rect">
            <a:avLst/>
          </a:prstGeom>
          <a:solidFill>
            <a:srgbClr val="FFFFFF"/>
          </a:solidFill>
          <a:ln w="6350">
            <a:solidFill>
              <a:srgbClr val="D3DCE5"/>
            </a:solidFill>
            <a:prstDash val="solid"/>
          </a:ln>
        </p:spPr>
      </p:sp>
      <p:sp>
        <p:nvSpPr>
          <p:cNvPr id="13" name="Text 11"/>
          <p:cNvSpPr txBox="1"/>
          <p:nvPr/>
        </p:nvSpPr>
        <p:spPr>
          <a:xfrm>
            <a:off x="475488" y="19202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4" name="Shape 12"/>
          <p:cNvSpPr/>
          <p:nvPr/>
        </p:nvSpPr>
        <p:spPr>
          <a:xfrm>
            <a:off x="4251960" y="1920240"/>
            <a:ext cx="1600200" cy="274320"/>
          </a:xfrm>
          <a:prstGeom prst="rect">
            <a:avLst/>
          </a:prstGeom>
          <a:solidFill>
            <a:srgbClr val="FFFFFF"/>
          </a:solidFill>
          <a:ln w="6350">
            <a:solidFill>
              <a:srgbClr val="D3DCE5"/>
            </a:solidFill>
            <a:prstDash val="solid"/>
          </a:ln>
        </p:spPr>
      </p:sp>
      <p:sp>
        <p:nvSpPr>
          <p:cNvPr id="15" name="Text 13"/>
          <p:cNvSpPr txBox="1"/>
          <p:nvPr/>
        </p:nvSpPr>
        <p:spPr>
          <a:xfrm>
            <a:off x="4315968" y="19202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6" name="Shape 14"/>
          <p:cNvSpPr/>
          <p:nvPr/>
        </p:nvSpPr>
        <p:spPr>
          <a:xfrm>
            <a:off x="5852160" y="1920240"/>
            <a:ext cx="5934456" cy="274320"/>
          </a:xfrm>
          <a:prstGeom prst="rect">
            <a:avLst/>
          </a:prstGeom>
          <a:solidFill>
            <a:srgbClr val="FFFFFF"/>
          </a:solidFill>
          <a:ln w="6350">
            <a:solidFill>
              <a:srgbClr val="D3DCE5"/>
            </a:solidFill>
            <a:prstDash val="solid"/>
          </a:ln>
        </p:spPr>
      </p:sp>
      <p:sp>
        <p:nvSpPr>
          <p:cNvPr id="17" name="Text 15"/>
          <p:cNvSpPr txBox="1"/>
          <p:nvPr/>
        </p:nvSpPr>
        <p:spPr>
          <a:xfrm>
            <a:off x="5916168" y="19202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8" name="Shape 16"/>
          <p:cNvSpPr/>
          <p:nvPr/>
        </p:nvSpPr>
        <p:spPr>
          <a:xfrm>
            <a:off x="411480" y="2194560"/>
            <a:ext cx="3840480" cy="274320"/>
          </a:xfrm>
          <a:prstGeom prst="rect">
            <a:avLst/>
          </a:prstGeom>
          <a:solidFill>
            <a:srgbClr val="FBEBD9"/>
          </a:solidFill>
          <a:ln w="6350">
            <a:solidFill>
              <a:srgbClr val="D3DCE5"/>
            </a:solidFill>
            <a:prstDash val="solid"/>
          </a:ln>
        </p:spPr>
      </p:sp>
      <p:sp>
        <p:nvSpPr>
          <p:cNvPr id="19" name="Text 17"/>
          <p:cNvSpPr txBox="1"/>
          <p:nvPr/>
        </p:nvSpPr>
        <p:spPr>
          <a:xfrm>
            <a:off x="475488" y="21945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0" name="Shape 18"/>
          <p:cNvSpPr/>
          <p:nvPr/>
        </p:nvSpPr>
        <p:spPr>
          <a:xfrm>
            <a:off x="4251960" y="2194560"/>
            <a:ext cx="1600200" cy="274320"/>
          </a:xfrm>
          <a:prstGeom prst="rect">
            <a:avLst/>
          </a:prstGeom>
          <a:solidFill>
            <a:srgbClr val="FBEBD9"/>
          </a:solidFill>
          <a:ln w="6350">
            <a:solidFill>
              <a:srgbClr val="D3DCE5"/>
            </a:solidFill>
            <a:prstDash val="solid"/>
          </a:ln>
        </p:spPr>
      </p:sp>
      <p:sp>
        <p:nvSpPr>
          <p:cNvPr id="21" name="Text 19"/>
          <p:cNvSpPr txBox="1"/>
          <p:nvPr/>
        </p:nvSpPr>
        <p:spPr>
          <a:xfrm>
            <a:off x="4315968" y="21945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2" name="Shape 20"/>
          <p:cNvSpPr/>
          <p:nvPr/>
        </p:nvSpPr>
        <p:spPr>
          <a:xfrm>
            <a:off x="5852160" y="2194560"/>
            <a:ext cx="5934456" cy="274320"/>
          </a:xfrm>
          <a:prstGeom prst="rect">
            <a:avLst/>
          </a:prstGeom>
          <a:solidFill>
            <a:srgbClr val="FBEBD9"/>
          </a:solidFill>
          <a:ln w="6350">
            <a:solidFill>
              <a:srgbClr val="D3DCE5"/>
            </a:solidFill>
            <a:prstDash val="solid"/>
          </a:ln>
        </p:spPr>
      </p:sp>
      <p:sp>
        <p:nvSpPr>
          <p:cNvPr id="23" name="Text 21"/>
          <p:cNvSpPr txBox="1"/>
          <p:nvPr/>
        </p:nvSpPr>
        <p:spPr>
          <a:xfrm>
            <a:off x="5916168" y="21945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4" name="Shape 22"/>
          <p:cNvSpPr/>
          <p:nvPr/>
        </p:nvSpPr>
        <p:spPr>
          <a:xfrm>
            <a:off x="411480" y="2468880"/>
            <a:ext cx="3840480" cy="274320"/>
          </a:xfrm>
          <a:prstGeom prst="rect">
            <a:avLst/>
          </a:prstGeom>
          <a:solidFill>
            <a:srgbClr val="FFFFFF"/>
          </a:solidFill>
          <a:ln w="6350">
            <a:solidFill>
              <a:srgbClr val="D3DCE5"/>
            </a:solidFill>
            <a:prstDash val="solid"/>
          </a:ln>
        </p:spPr>
      </p:sp>
      <p:sp>
        <p:nvSpPr>
          <p:cNvPr id="25" name="Text 23"/>
          <p:cNvSpPr txBox="1"/>
          <p:nvPr/>
        </p:nvSpPr>
        <p:spPr>
          <a:xfrm>
            <a:off x="475488" y="24688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6" name="Shape 24"/>
          <p:cNvSpPr/>
          <p:nvPr/>
        </p:nvSpPr>
        <p:spPr>
          <a:xfrm>
            <a:off x="4251960" y="2468880"/>
            <a:ext cx="1600200" cy="274320"/>
          </a:xfrm>
          <a:prstGeom prst="rect">
            <a:avLst/>
          </a:prstGeom>
          <a:solidFill>
            <a:srgbClr val="FFFFFF"/>
          </a:solidFill>
          <a:ln w="6350">
            <a:solidFill>
              <a:srgbClr val="D3DCE5"/>
            </a:solidFill>
            <a:prstDash val="solid"/>
          </a:ln>
        </p:spPr>
      </p:sp>
      <p:sp>
        <p:nvSpPr>
          <p:cNvPr id="27" name="Text 25"/>
          <p:cNvSpPr txBox="1"/>
          <p:nvPr/>
        </p:nvSpPr>
        <p:spPr>
          <a:xfrm>
            <a:off x="4315968" y="24688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8" name="Shape 26"/>
          <p:cNvSpPr/>
          <p:nvPr/>
        </p:nvSpPr>
        <p:spPr>
          <a:xfrm>
            <a:off x="5852160" y="2468880"/>
            <a:ext cx="5934456" cy="274320"/>
          </a:xfrm>
          <a:prstGeom prst="rect">
            <a:avLst/>
          </a:prstGeom>
          <a:solidFill>
            <a:srgbClr val="FFFFFF"/>
          </a:solidFill>
          <a:ln w="6350">
            <a:solidFill>
              <a:srgbClr val="D3DCE5"/>
            </a:solidFill>
            <a:prstDash val="solid"/>
          </a:ln>
        </p:spPr>
      </p:sp>
      <p:sp>
        <p:nvSpPr>
          <p:cNvPr id="29" name="Text 27"/>
          <p:cNvSpPr txBox="1"/>
          <p:nvPr/>
        </p:nvSpPr>
        <p:spPr>
          <a:xfrm>
            <a:off x="5916168" y="24688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0" name="Shape 28"/>
          <p:cNvSpPr/>
          <p:nvPr/>
        </p:nvSpPr>
        <p:spPr>
          <a:xfrm>
            <a:off x="411480" y="2743200"/>
            <a:ext cx="3840480" cy="274320"/>
          </a:xfrm>
          <a:prstGeom prst="rect">
            <a:avLst/>
          </a:prstGeom>
          <a:solidFill>
            <a:srgbClr val="F7F9FB"/>
          </a:solidFill>
          <a:ln w="6350">
            <a:solidFill>
              <a:srgbClr val="D3DCE5"/>
            </a:solidFill>
            <a:prstDash val="solid"/>
          </a:ln>
        </p:spPr>
      </p:sp>
      <p:sp>
        <p:nvSpPr>
          <p:cNvPr id="31" name="Text 29"/>
          <p:cNvSpPr txBox="1"/>
          <p:nvPr/>
        </p:nvSpPr>
        <p:spPr>
          <a:xfrm>
            <a:off x="475488" y="27432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2" name="Shape 30"/>
          <p:cNvSpPr/>
          <p:nvPr/>
        </p:nvSpPr>
        <p:spPr>
          <a:xfrm>
            <a:off x="4251960" y="2743200"/>
            <a:ext cx="1600200" cy="274320"/>
          </a:xfrm>
          <a:prstGeom prst="rect">
            <a:avLst/>
          </a:prstGeom>
          <a:solidFill>
            <a:srgbClr val="F7F9FB"/>
          </a:solidFill>
          <a:ln w="6350">
            <a:solidFill>
              <a:srgbClr val="D3DCE5"/>
            </a:solidFill>
            <a:prstDash val="solid"/>
          </a:ln>
        </p:spPr>
      </p:sp>
      <p:sp>
        <p:nvSpPr>
          <p:cNvPr id="33" name="Text 31"/>
          <p:cNvSpPr txBox="1"/>
          <p:nvPr/>
        </p:nvSpPr>
        <p:spPr>
          <a:xfrm>
            <a:off x="4315968" y="27432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4" name="Shape 32"/>
          <p:cNvSpPr/>
          <p:nvPr/>
        </p:nvSpPr>
        <p:spPr>
          <a:xfrm>
            <a:off x="5852160" y="2743200"/>
            <a:ext cx="5934456" cy="274320"/>
          </a:xfrm>
          <a:prstGeom prst="rect">
            <a:avLst/>
          </a:prstGeom>
          <a:solidFill>
            <a:srgbClr val="F7F9FB"/>
          </a:solidFill>
          <a:ln w="6350">
            <a:solidFill>
              <a:srgbClr val="D3DCE5"/>
            </a:solidFill>
            <a:prstDash val="solid"/>
          </a:ln>
        </p:spPr>
      </p:sp>
      <p:sp>
        <p:nvSpPr>
          <p:cNvPr id="35" name="Text 33"/>
          <p:cNvSpPr txBox="1"/>
          <p:nvPr/>
        </p:nvSpPr>
        <p:spPr>
          <a:xfrm>
            <a:off x="5916168" y="27432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6" name="Shape 34"/>
          <p:cNvSpPr/>
          <p:nvPr/>
        </p:nvSpPr>
        <p:spPr>
          <a:xfrm>
            <a:off x="411480" y="3017520"/>
            <a:ext cx="3840480" cy="274320"/>
          </a:xfrm>
          <a:prstGeom prst="rect">
            <a:avLst/>
          </a:prstGeom>
          <a:solidFill>
            <a:srgbClr val="FFFFFF"/>
          </a:solidFill>
          <a:ln w="6350">
            <a:solidFill>
              <a:srgbClr val="D3DCE5"/>
            </a:solidFill>
            <a:prstDash val="solid"/>
          </a:ln>
        </p:spPr>
      </p:sp>
      <p:sp>
        <p:nvSpPr>
          <p:cNvPr id="37" name="Text 35"/>
          <p:cNvSpPr txBox="1"/>
          <p:nvPr/>
        </p:nvSpPr>
        <p:spPr>
          <a:xfrm>
            <a:off x="475488" y="30175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8" name="Shape 36"/>
          <p:cNvSpPr/>
          <p:nvPr/>
        </p:nvSpPr>
        <p:spPr>
          <a:xfrm>
            <a:off x="4251960" y="3017520"/>
            <a:ext cx="1600200" cy="274320"/>
          </a:xfrm>
          <a:prstGeom prst="rect">
            <a:avLst/>
          </a:prstGeom>
          <a:solidFill>
            <a:srgbClr val="FFFFFF"/>
          </a:solidFill>
          <a:ln w="6350">
            <a:solidFill>
              <a:srgbClr val="D3DCE5"/>
            </a:solidFill>
            <a:prstDash val="solid"/>
          </a:ln>
        </p:spPr>
      </p:sp>
      <p:sp>
        <p:nvSpPr>
          <p:cNvPr id="39" name="Text 37"/>
          <p:cNvSpPr txBox="1"/>
          <p:nvPr/>
        </p:nvSpPr>
        <p:spPr>
          <a:xfrm>
            <a:off x="4315968" y="30175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0" name="Shape 38"/>
          <p:cNvSpPr/>
          <p:nvPr/>
        </p:nvSpPr>
        <p:spPr>
          <a:xfrm>
            <a:off x="5852160" y="3017520"/>
            <a:ext cx="5934456" cy="274320"/>
          </a:xfrm>
          <a:prstGeom prst="rect">
            <a:avLst/>
          </a:prstGeom>
          <a:solidFill>
            <a:srgbClr val="FFFFFF"/>
          </a:solidFill>
          <a:ln w="6350">
            <a:solidFill>
              <a:srgbClr val="D3DCE5"/>
            </a:solidFill>
            <a:prstDash val="solid"/>
          </a:ln>
        </p:spPr>
      </p:sp>
      <p:sp>
        <p:nvSpPr>
          <p:cNvPr id="41" name="Text 39"/>
          <p:cNvSpPr txBox="1"/>
          <p:nvPr/>
        </p:nvSpPr>
        <p:spPr>
          <a:xfrm>
            <a:off x="5916168" y="30175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2" name="Shape 40"/>
          <p:cNvSpPr/>
          <p:nvPr/>
        </p:nvSpPr>
        <p:spPr>
          <a:xfrm>
            <a:off x="411480" y="3291840"/>
            <a:ext cx="3840480" cy="274320"/>
          </a:xfrm>
          <a:prstGeom prst="rect">
            <a:avLst/>
          </a:prstGeom>
          <a:solidFill>
            <a:srgbClr val="F7F9FB"/>
          </a:solidFill>
          <a:ln w="6350">
            <a:solidFill>
              <a:srgbClr val="D3DCE5"/>
            </a:solidFill>
            <a:prstDash val="solid"/>
          </a:ln>
        </p:spPr>
      </p:sp>
      <p:sp>
        <p:nvSpPr>
          <p:cNvPr id="43" name="Text 41"/>
          <p:cNvSpPr txBox="1"/>
          <p:nvPr/>
        </p:nvSpPr>
        <p:spPr>
          <a:xfrm>
            <a:off x="475488" y="32918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4" name="Shape 42"/>
          <p:cNvSpPr/>
          <p:nvPr/>
        </p:nvSpPr>
        <p:spPr>
          <a:xfrm>
            <a:off x="4251960" y="3291840"/>
            <a:ext cx="1600200" cy="274320"/>
          </a:xfrm>
          <a:prstGeom prst="rect">
            <a:avLst/>
          </a:prstGeom>
          <a:solidFill>
            <a:srgbClr val="F7F9FB"/>
          </a:solidFill>
          <a:ln w="6350">
            <a:solidFill>
              <a:srgbClr val="D3DCE5"/>
            </a:solidFill>
            <a:prstDash val="solid"/>
          </a:ln>
        </p:spPr>
      </p:sp>
      <p:sp>
        <p:nvSpPr>
          <p:cNvPr id="45" name="Text 43"/>
          <p:cNvSpPr txBox="1"/>
          <p:nvPr/>
        </p:nvSpPr>
        <p:spPr>
          <a:xfrm>
            <a:off x="4315968" y="32918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6" name="Shape 44"/>
          <p:cNvSpPr/>
          <p:nvPr/>
        </p:nvSpPr>
        <p:spPr>
          <a:xfrm>
            <a:off x="5852160" y="3291840"/>
            <a:ext cx="5934456" cy="274320"/>
          </a:xfrm>
          <a:prstGeom prst="rect">
            <a:avLst/>
          </a:prstGeom>
          <a:solidFill>
            <a:srgbClr val="F7F9FB"/>
          </a:solidFill>
          <a:ln w="6350">
            <a:solidFill>
              <a:srgbClr val="D3DCE5"/>
            </a:solidFill>
            <a:prstDash val="solid"/>
          </a:ln>
        </p:spPr>
      </p:sp>
      <p:sp>
        <p:nvSpPr>
          <p:cNvPr id="47" name="Text 45"/>
          <p:cNvSpPr txBox="1"/>
          <p:nvPr/>
        </p:nvSpPr>
        <p:spPr>
          <a:xfrm>
            <a:off x="5916168" y="32918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8" name="Shape 46"/>
          <p:cNvSpPr/>
          <p:nvPr/>
        </p:nvSpPr>
        <p:spPr>
          <a:xfrm>
            <a:off x="411480" y="3566160"/>
            <a:ext cx="3840480" cy="274320"/>
          </a:xfrm>
          <a:prstGeom prst="rect">
            <a:avLst/>
          </a:prstGeom>
          <a:solidFill>
            <a:srgbClr val="EEF2F6"/>
          </a:solidFill>
          <a:ln w="6350">
            <a:solidFill>
              <a:srgbClr val="D3DCE5"/>
            </a:solidFill>
            <a:prstDash val="solid"/>
          </a:ln>
        </p:spPr>
      </p:sp>
      <p:sp>
        <p:nvSpPr>
          <p:cNvPr id="49" name="Text 47"/>
          <p:cNvSpPr txBox="1"/>
          <p:nvPr/>
        </p:nvSpPr>
        <p:spPr>
          <a:xfrm>
            <a:off x="475488" y="35661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0" name="Shape 48"/>
          <p:cNvSpPr/>
          <p:nvPr/>
        </p:nvSpPr>
        <p:spPr>
          <a:xfrm>
            <a:off x="4251960" y="3566160"/>
            <a:ext cx="1600200" cy="274320"/>
          </a:xfrm>
          <a:prstGeom prst="rect">
            <a:avLst/>
          </a:prstGeom>
          <a:solidFill>
            <a:srgbClr val="EEF2F6"/>
          </a:solidFill>
          <a:ln w="6350">
            <a:solidFill>
              <a:srgbClr val="D3DCE5"/>
            </a:solidFill>
            <a:prstDash val="solid"/>
          </a:ln>
        </p:spPr>
      </p:sp>
      <p:sp>
        <p:nvSpPr>
          <p:cNvPr id="51" name="Text 49"/>
          <p:cNvSpPr txBox="1"/>
          <p:nvPr/>
        </p:nvSpPr>
        <p:spPr>
          <a:xfrm>
            <a:off x="4315968" y="35661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2" name="Shape 50"/>
          <p:cNvSpPr/>
          <p:nvPr/>
        </p:nvSpPr>
        <p:spPr>
          <a:xfrm>
            <a:off x="5852160" y="3566160"/>
            <a:ext cx="5934456" cy="274320"/>
          </a:xfrm>
          <a:prstGeom prst="rect">
            <a:avLst/>
          </a:prstGeom>
          <a:solidFill>
            <a:srgbClr val="EEF2F6"/>
          </a:solidFill>
          <a:ln w="6350">
            <a:solidFill>
              <a:srgbClr val="D3DCE5"/>
            </a:solidFill>
            <a:prstDash val="solid"/>
          </a:ln>
        </p:spPr>
      </p:sp>
      <p:sp>
        <p:nvSpPr>
          <p:cNvPr id="53" name="Text 51"/>
          <p:cNvSpPr txBox="1"/>
          <p:nvPr/>
        </p:nvSpPr>
        <p:spPr>
          <a:xfrm>
            <a:off x="5916168" y="35661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4" name="Shape 52"/>
          <p:cNvSpPr/>
          <p:nvPr/>
        </p:nvSpPr>
        <p:spPr>
          <a:xfrm>
            <a:off x="411480" y="3840480"/>
            <a:ext cx="3840480" cy="274320"/>
          </a:xfrm>
          <a:prstGeom prst="rect">
            <a:avLst/>
          </a:prstGeom>
          <a:solidFill>
            <a:srgbClr val="F7F9FB"/>
          </a:solidFill>
          <a:ln w="6350">
            <a:solidFill>
              <a:srgbClr val="D3DCE5"/>
            </a:solidFill>
            <a:prstDash val="solid"/>
          </a:ln>
        </p:spPr>
      </p:sp>
      <p:sp>
        <p:nvSpPr>
          <p:cNvPr id="55" name="Text 53"/>
          <p:cNvSpPr txBox="1"/>
          <p:nvPr/>
        </p:nvSpPr>
        <p:spPr>
          <a:xfrm>
            <a:off x="475488" y="38404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6" name="Shape 54"/>
          <p:cNvSpPr/>
          <p:nvPr/>
        </p:nvSpPr>
        <p:spPr>
          <a:xfrm>
            <a:off x="4251960" y="3840480"/>
            <a:ext cx="1600200" cy="274320"/>
          </a:xfrm>
          <a:prstGeom prst="rect">
            <a:avLst/>
          </a:prstGeom>
          <a:solidFill>
            <a:srgbClr val="F7F9FB"/>
          </a:solidFill>
          <a:ln w="6350">
            <a:solidFill>
              <a:srgbClr val="D3DCE5"/>
            </a:solidFill>
            <a:prstDash val="solid"/>
          </a:ln>
        </p:spPr>
      </p:sp>
      <p:sp>
        <p:nvSpPr>
          <p:cNvPr id="57" name="Text 55"/>
          <p:cNvSpPr txBox="1"/>
          <p:nvPr/>
        </p:nvSpPr>
        <p:spPr>
          <a:xfrm>
            <a:off x="4315968" y="38404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8" name="Shape 56"/>
          <p:cNvSpPr/>
          <p:nvPr/>
        </p:nvSpPr>
        <p:spPr>
          <a:xfrm>
            <a:off x="5852160" y="3840480"/>
            <a:ext cx="5934456" cy="274320"/>
          </a:xfrm>
          <a:prstGeom prst="rect">
            <a:avLst/>
          </a:prstGeom>
          <a:solidFill>
            <a:srgbClr val="F7F9FB"/>
          </a:solidFill>
          <a:ln w="6350">
            <a:solidFill>
              <a:srgbClr val="D3DCE5"/>
            </a:solidFill>
            <a:prstDash val="solid"/>
          </a:ln>
        </p:spPr>
      </p:sp>
      <p:sp>
        <p:nvSpPr>
          <p:cNvPr id="59" name="Text 57"/>
          <p:cNvSpPr txBox="1"/>
          <p:nvPr/>
        </p:nvSpPr>
        <p:spPr>
          <a:xfrm>
            <a:off x="5916168" y="38404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0" name="Shape 58"/>
          <p:cNvSpPr/>
          <p:nvPr/>
        </p:nvSpPr>
        <p:spPr>
          <a:xfrm>
            <a:off x="411480" y="4114800"/>
            <a:ext cx="3840480" cy="274320"/>
          </a:xfrm>
          <a:prstGeom prst="rect">
            <a:avLst/>
          </a:prstGeom>
          <a:solidFill>
            <a:srgbClr val="FFFFFF"/>
          </a:solidFill>
          <a:ln w="6350">
            <a:solidFill>
              <a:srgbClr val="D3DCE5"/>
            </a:solidFill>
            <a:prstDash val="solid"/>
          </a:ln>
        </p:spPr>
      </p:sp>
      <p:sp>
        <p:nvSpPr>
          <p:cNvPr id="61" name="Text 59"/>
          <p:cNvSpPr txBox="1"/>
          <p:nvPr/>
        </p:nvSpPr>
        <p:spPr>
          <a:xfrm>
            <a:off x="475488" y="41148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2" name="Shape 60"/>
          <p:cNvSpPr/>
          <p:nvPr/>
        </p:nvSpPr>
        <p:spPr>
          <a:xfrm>
            <a:off x="4251960" y="4114800"/>
            <a:ext cx="1600200" cy="274320"/>
          </a:xfrm>
          <a:prstGeom prst="rect">
            <a:avLst/>
          </a:prstGeom>
          <a:solidFill>
            <a:srgbClr val="FFFFFF"/>
          </a:solidFill>
          <a:ln w="6350">
            <a:solidFill>
              <a:srgbClr val="D3DCE5"/>
            </a:solidFill>
            <a:prstDash val="solid"/>
          </a:ln>
        </p:spPr>
      </p:sp>
      <p:sp>
        <p:nvSpPr>
          <p:cNvPr id="63" name="Text 61"/>
          <p:cNvSpPr txBox="1"/>
          <p:nvPr/>
        </p:nvSpPr>
        <p:spPr>
          <a:xfrm>
            <a:off x="4315968" y="41148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4" name="Shape 62"/>
          <p:cNvSpPr/>
          <p:nvPr/>
        </p:nvSpPr>
        <p:spPr>
          <a:xfrm>
            <a:off x="5852160" y="4114800"/>
            <a:ext cx="5934456" cy="274320"/>
          </a:xfrm>
          <a:prstGeom prst="rect">
            <a:avLst/>
          </a:prstGeom>
          <a:solidFill>
            <a:srgbClr val="FFFFFF"/>
          </a:solidFill>
          <a:ln w="6350">
            <a:solidFill>
              <a:srgbClr val="D3DCE5"/>
            </a:solidFill>
            <a:prstDash val="solid"/>
          </a:ln>
        </p:spPr>
      </p:sp>
      <p:sp>
        <p:nvSpPr>
          <p:cNvPr id="65" name="Text 63"/>
          <p:cNvSpPr txBox="1"/>
          <p:nvPr/>
        </p:nvSpPr>
        <p:spPr>
          <a:xfrm>
            <a:off x="5916168" y="41148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6" name="Shape 64"/>
          <p:cNvSpPr/>
          <p:nvPr/>
        </p:nvSpPr>
        <p:spPr>
          <a:xfrm>
            <a:off x="411480" y="4389120"/>
            <a:ext cx="3840480" cy="274320"/>
          </a:xfrm>
          <a:prstGeom prst="rect">
            <a:avLst/>
          </a:prstGeom>
          <a:solidFill>
            <a:srgbClr val="F7F9FB"/>
          </a:solidFill>
          <a:ln w="6350">
            <a:solidFill>
              <a:srgbClr val="D3DCE5"/>
            </a:solidFill>
            <a:prstDash val="solid"/>
          </a:ln>
        </p:spPr>
      </p:sp>
      <p:sp>
        <p:nvSpPr>
          <p:cNvPr id="67" name="Text 65"/>
          <p:cNvSpPr txBox="1"/>
          <p:nvPr/>
        </p:nvSpPr>
        <p:spPr>
          <a:xfrm>
            <a:off x="475488" y="43891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8" name="Shape 66"/>
          <p:cNvSpPr/>
          <p:nvPr/>
        </p:nvSpPr>
        <p:spPr>
          <a:xfrm>
            <a:off x="4251960" y="4389120"/>
            <a:ext cx="1600200" cy="274320"/>
          </a:xfrm>
          <a:prstGeom prst="rect">
            <a:avLst/>
          </a:prstGeom>
          <a:solidFill>
            <a:srgbClr val="F7F9FB"/>
          </a:solidFill>
          <a:ln w="6350">
            <a:solidFill>
              <a:srgbClr val="D3DCE5"/>
            </a:solidFill>
            <a:prstDash val="solid"/>
          </a:ln>
        </p:spPr>
      </p:sp>
      <p:sp>
        <p:nvSpPr>
          <p:cNvPr id="69" name="Text 67"/>
          <p:cNvSpPr txBox="1"/>
          <p:nvPr/>
        </p:nvSpPr>
        <p:spPr>
          <a:xfrm>
            <a:off x="4315968" y="43891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0" name="Shape 68"/>
          <p:cNvSpPr/>
          <p:nvPr/>
        </p:nvSpPr>
        <p:spPr>
          <a:xfrm>
            <a:off x="5852160" y="4389120"/>
            <a:ext cx="5934456" cy="274320"/>
          </a:xfrm>
          <a:prstGeom prst="rect">
            <a:avLst/>
          </a:prstGeom>
          <a:solidFill>
            <a:srgbClr val="F7F9FB"/>
          </a:solidFill>
          <a:ln w="6350">
            <a:solidFill>
              <a:srgbClr val="D3DCE5"/>
            </a:solidFill>
            <a:prstDash val="solid"/>
          </a:ln>
        </p:spPr>
      </p:sp>
      <p:sp>
        <p:nvSpPr>
          <p:cNvPr id="71" name="Text 69"/>
          <p:cNvSpPr txBox="1"/>
          <p:nvPr/>
        </p:nvSpPr>
        <p:spPr>
          <a:xfrm>
            <a:off x="5916168" y="43891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2" name="Shape 70"/>
          <p:cNvSpPr/>
          <p:nvPr/>
        </p:nvSpPr>
        <p:spPr>
          <a:xfrm>
            <a:off x="411480" y="4663440"/>
            <a:ext cx="3840480" cy="274320"/>
          </a:xfrm>
          <a:prstGeom prst="rect">
            <a:avLst/>
          </a:prstGeom>
          <a:solidFill>
            <a:srgbClr val="FFFFFF"/>
          </a:solidFill>
          <a:ln w="6350">
            <a:solidFill>
              <a:srgbClr val="D3DCE5"/>
            </a:solidFill>
            <a:prstDash val="solid"/>
          </a:ln>
        </p:spPr>
      </p:sp>
      <p:sp>
        <p:nvSpPr>
          <p:cNvPr id="73" name="Text 71"/>
          <p:cNvSpPr txBox="1"/>
          <p:nvPr/>
        </p:nvSpPr>
        <p:spPr>
          <a:xfrm>
            <a:off x="475488" y="46634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4" name="Shape 72"/>
          <p:cNvSpPr/>
          <p:nvPr/>
        </p:nvSpPr>
        <p:spPr>
          <a:xfrm>
            <a:off x="4251960" y="4663440"/>
            <a:ext cx="1600200" cy="274320"/>
          </a:xfrm>
          <a:prstGeom prst="rect">
            <a:avLst/>
          </a:prstGeom>
          <a:solidFill>
            <a:srgbClr val="FFFFFF"/>
          </a:solidFill>
          <a:ln w="6350">
            <a:solidFill>
              <a:srgbClr val="D3DCE5"/>
            </a:solidFill>
            <a:prstDash val="solid"/>
          </a:ln>
        </p:spPr>
      </p:sp>
      <p:sp>
        <p:nvSpPr>
          <p:cNvPr id="75" name="Text 73"/>
          <p:cNvSpPr txBox="1"/>
          <p:nvPr/>
        </p:nvSpPr>
        <p:spPr>
          <a:xfrm>
            <a:off x="4315968" y="46634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6" name="Shape 74"/>
          <p:cNvSpPr/>
          <p:nvPr/>
        </p:nvSpPr>
        <p:spPr>
          <a:xfrm>
            <a:off x="5852160" y="4663440"/>
            <a:ext cx="5934456" cy="274320"/>
          </a:xfrm>
          <a:prstGeom prst="rect">
            <a:avLst/>
          </a:prstGeom>
          <a:solidFill>
            <a:srgbClr val="FFFFFF"/>
          </a:solidFill>
          <a:ln w="6350">
            <a:solidFill>
              <a:srgbClr val="D3DCE5"/>
            </a:solidFill>
            <a:prstDash val="solid"/>
          </a:ln>
        </p:spPr>
      </p:sp>
      <p:sp>
        <p:nvSpPr>
          <p:cNvPr id="77" name="Text 75"/>
          <p:cNvSpPr txBox="1"/>
          <p:nvPr/>
        </p:nvSpPr>
        <p:spPr>
          <a:xfrm>
            <a:off x="5916168" y="46634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8" name="Shape 76"/>
          <p:cNvSpPr/>
          <p:nvPr/>
        </p:nvSpPr>
        <p:spPr>
          <a:xfrm>
            <a:off x="411480" y="4937760"/>
            <a:ext cx="3840480" cy="274320"/>
          </a:xfrm>
          <a:prstGeom prst="rect">
            <a:avLst/>
          </a:prstGeom>
          <a:solidFill>
            <a:srgbClr val="D6EBE7"/>
          </a:solidFill>
          <a:ln w="6350">
            <a:solidFill>
              <a:srgbClr val="D3DCE5"/>
            </a:solidFill>
            <a:prstDash val="solid"/>
          </a:ln>
        </p:spPr>
      </p:sp>
      <p:sp>
        <p:nvSpPr>
          <p:cNvPr id="79" name="Text 77"/>
          <p:cNvSpPr txBox="1"/>
          <p:nvPr/>
        </p:nvSpPr>
        <p:spPr>
          <a:xfrm>
            <a:off x="475488" y="49377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0" name="Shape 78"/>
          <p:cNvSpPr/>
          <p:nvPr/>
        </p:nvSpPr>
        <p:spPr>
          <a:xfrm>
            <a:off x="4251960" y="4937760"/>
            <a:ext cx="1600200" cy="274320"/>
          </a:xfrm>
          <a:prstGeom prst="rect">
            <a:avLst/>
          </a:prstGeom>
          <a:solidFill>
            <a:srgbClr val="D6EBE7"/>
          </a:solidFill>
          <a:ln w="6350">
            <a:solidFill>
              <a:srgbClr val="D3DCE5"/>
            </a:solidFill>
            <a:prstDash val="solid"/>
          </a:ln>
        </p:spPr>
      </p:sp>
      <p:sp>
        <p:nvSpPr>
          <p:cNvPr id="81" name="Text 79"/>
          <p:cNvSpPr txBox="1"/>
          <p:nvPr/>
        </p:nvSpPr>
        <p:spPr>
          <a:xfrm>
            <a:off x="4315968" y="49377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2" name="Shape 80"/>
          <p:cNvSpPr/>
          <p:nvPr/>
        </p:nvSpPr>
        <p:spPr>
          <a:xfrm>
            <a:off x="5852160" y="4937760"/>
            <a:ext cx="5934456" cy="274320"/>
          </a:xfrm>
          <a:prstGeom prst="rect">
            <a:avLst/>
          </a:prstGeom>
          <a:solidFill>
            <a:srgbClr val="D6EBE7"/>
          </a:solidFill>
          <a:ln w="6350">
            <a:solidFill>
              <a:srgbClr val="D3DCE5"/>
            </a:solidFill>
            <a:prstDash val="solid"/>
          </a:ln>
        </p:spPr>
      </p:sp>
      <p:sp>
        <p:nvSpPr>
          <p:cNvPr id="83" name="Text 81"/>
          <p:cNvSpPr txBox="1"/>
          <p:nvPr/>
        </p:nvSpPr>
        <p:spPr>
          <a:xfrm>
            <a:off x="5916168" y="49377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4" name="Shape 82"/>
          <p:cNvSpPr/>
          <p:nvPr/>
        </p:nvSpPr>
        <p:spPr>
          <a:xfrm>
            <a:off x="411480" y="5340096"/>
            <a:ext cx="11375136" cy="932688"/>
          </a:xfrm>
          <a:prstGeom prst="rect">
            <a:avLst/>
          </a:prstGeom>
          <a:solidFill>
            <a:srgbClr val="EEF2F6"/>
          </a:solidFill>
          <a:ln w="9525">
            <a:solidFill>
              <a:srgbClr val="D3DCE5"/>
            </a:solidFill>
            <a:prstDash val="solid"/>
          </a:ln>
        </p:spPr>
      </p:sp>
      <p:sp>
        <p:nvSpPr>
          <p:cNvPr id="85" name="Text 83"/>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6" name="Text 84"/>
          <p:cNvSpPr txBox="1"/>
          <p:nvPr/>
        </p:nvSpPr>
        <p:spPr>
          <a:xfrm>
            <a:off x="576072" y="5797296"/>
            <a:ext cx="11045952" cy="38404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moves the valuation in either direction. We have flagged it in the risk register rather than assuming the 2025 resource upgrade converts automatically.</a:t>
            </a:r>
            <a:endParaRPr lang="en-US" sz="92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A3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P680 and the ore sorter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clearest example in this business of an environmental improvement and a cost improvement being the same decision.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8" name="Shape 16"/>
          <p:cNvSpPr/>
          <p:nvPr/>
        </p:nvSpPr>
        <p:spPr>
          <a:xfrm>
            <a:off x="411480" y="3108960"/>
            <a:ext cx="5577840" cy="2103120"/>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0" name="Text 18"/>
          <p:cNvSpPr txBox="1"/>
          <p:nvPr/>
        </p:nvSpPr>
        <p:spPr>
          <a:xfrm>
            <a:off x="594360"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80" dirty="0"/>
          </a:p>
        </p:txBody>
      </p:sp>
      <p:sp>
        <p:nvSpPr>
          <p:cNvPr id="21" name="Shape 19"/>
          <p:cNvSpPr/>
          <p:nvPr/>
        </p:nvSpPr>
        <p:spPr>
          <a:xfrm>
            <a:off x="6208776" y="3108960"/>
            <a:ext cx="5577840" cy="2103120"/>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3" name="Text 21"/>
          <p:cNvSpPr txBox="1"/>
          <p:nvPr/>
        </p:nvSpPr>
        <p:spPr>
          <a:xfrm>
            <a:off x="6391656"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A4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Pilgangoora got to a million tonnes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completed expansions in four years took nameplate from about 500ktpa to roughly 1.2Mtpa including Ngungaju.</a:t>
            </a:r>
            <a:endParaRPr lang="en-US" sz="1200" dirty="0"/>
          </a:p>
        </p:txBody>
      </p:sp>
      <p:sp>
        <p:nvSpPr>
          <p:cNvPr id="6" name="Shape 4"/>
          <p:cNvSpPr/>
          <p:nvPr/>
        </p:nvSpPr>
        <p:spPr>
          <a:xfrm>
            <a:off x="411480" y="1627632"/>
            <a:ext cx="2103120" cy="292608"/>
          </a:xfrm>
          <a:prstGeom prst="rect">
            <a:avLst/>
          </a:prstGeom>
          <a:solidFill>
            <a:srgbClr val="10233A"/>
          </a:solidFill>
          <a:ln/>
        </p:spPr>
      </p:sp>
      <p:sp>
        <p:nvSpPr>
          <p:cNvPr id="7" name="Text 5"/>
          <p:cNvSpPr txBox="1"/>
          <p:nvPr/>
        </p:nvSpPr>
        <p:spPr>
          <a:xfrm>
            <a:off x="47548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8" name="Shape 6"/>
          <p:cNvSpPr/>
          <p:nvPr/>
        </p:nvSpPr>
        <p:spPr>
          <a:xfrm>
            <a:off x="2514600" y="1627632"/>
            <a:ext cx="1417320" cy="292608"/>
          </a:xfrm>
          <a:prstGeom prst="rect">
            <a:avLst/>
          </a:prstGeom>
          <a:solidFill>
            <a:srgbClr val="10233A"/>
          </a:solidFill>
          <a:ln/>
        </p:spPr>
      </p:sp>
      <p:sp>
        <p:nvSpPr>
          <p:cNvPr id="9" name="Text 7"/>
          <p:cNvSpPr txBox="1"/>
          <p:nvPr/>
        </p:nvSpPr>
        <p:spPr>
          <a:xfrm>
            <a:off x="25786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3931920" y="1627632"/>
            <a:ext cx="2697480" cy="292608"/>
          </a:xfrm>
          <a:prstGeom prst="rect">
            <a:avLst/>
          </a:prstGeom>
          <a:solidFill>
            <a:srgbClr val="10233A"/>
          </a:solidFill>
          <a:ln/>
        </p:spPr>
      </p:sp>
      <p:sp>
        <p:nvSpPr>
          <p:cNvPr id="11" name="Text 9"/>
          <p:cNvSpPr txBox="1"/>
          <p:nvPr/>
        </p:nvSpPr>
        <p:spPr>
          <a:xfrm>
            <a:off x="3995928" y="1627632"/>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2" name="Shape 10"/>
          <p:cNvSpPr/>
          <p:nvPr/>
        </p:nvSpPr>
        <p:spPr>
          <a:xfrm>
            <a:off x="6629400" y="1627632"/>
            <a:ext cx="1417320" cy="292608"/>
          </a:xfrm>
          <a:prstGeom prst="rect">
            <a:avLst/>
          </a:prstGeom>
          <a:solidFill>
            <a:srgbClr val="10233A"/>
          </a:solidFill>
          <a:ln/>
        </p:spPr>
      </p:sp>
      <p:sp>
        <p:nvSpPr>
          <p:cNvPr id="13" name="Text 11"/>
          <p:cNvSpPr txBox="1"/>
          <p:nvPr/>
        </p:nvSpPr>
        <p:spPr>
          <a:xfrm>
            <a:off x="66934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4" name="Shape 12"/>
          <p:cNvSpPr/>
          <p:nvPr/>
        </p:nvSpPr>
        <p:spPr>
          <a:xfrm>
            <a:off x="8046720" y="1627632"/>
            <a:ext cx="3739896" cy="292608"/>
          </a:xfrm>
          <a:prstGeom prst="rect">
            <a:avLst/>
          </a:prstGeom>
          <a:solidFill>
            <a:srgbClr val="10233A"/>
          </a:solidFill>
          <a:ln/>
        </p:spPr>
      </p:sp>
      <p:sp>
        <p:nvSpPr>
          <p:cNvPr id="15" name="Text 13"/>
          <p:cNvSpPr txBox="1"/>
          <p:nvPr/>
        </p:nvSpPr>
        <p:spPr>
          <a:xfrm>
            <a:off x="8110728" y="1627632"/>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6" name="Shape 14"/>
          <p:cNvSpPr/>
          <p:nvPr/>
        </p:nvSpPr>
        <p:spPr>
          <a:xfrm>
            <a:off x="411480" y="1920240"/>
            <a:ext cx="2103120" cy="429768"/>
          </a:xfrm>
          <a:prstGeom prst="rect">
            <a:avLst/>
          </a:prstGeom>
          <a:solidFill>
            <a:srgbClr val="D6EBE7"/>
          </a:solidFill>
          <a:ln w="6350">
            <a:solidFill>
              <a:srgbClr val="D3DCE5"/>
            </a:solidFill>
            <a:prstDash val="solid"/>
          </a:ln>
        </p:spPr>
      </p:sp>
      <p:sp>
        <p:nvSpPr>
          <p:cNvPr id="17" name="Text 15"/>
          <p:cNvSpPr txBox="1"/>
          <p:nvPr/>
        </p:nvSpPr>
        <p:spPr>
          <a:xfrm>
            <a:off x="475488" y="192024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8" name="Shape 16"/>
          <p:cNvSpPr/>
          <p:nvPr/>
        </p:nvSpPr>
        <p:spPr>
          <a:xfrm>
            <a:off x="2514600" y="1920240"/>
            <a:ext cx="1417320" cy="429768"/>
          </a:xfrm>
          <a:prstGeom prst="rect">
            <a:avLst/>
          </a:prstGeom>
          <a:solidFill>
            <a:srgbClr val="D6EBE7"/>
          </a:solidFill>
          <a:ln w="6350">
            <a:solidFill>
              <a:srgbClr val="D3DCE5"/>
            </a:solidFill>
            <a:prstDash val="solid"/>
          </a:ln>
        </p:spPr>
      </p:sp>
      <p:sp>
        <p:nvSpPr>
          <p:cNvPr id="19" name="Text 17"/>
          <p:cNvSpPr txBox="1"/>
          <p:nvPr/>
        </p:nvSpPr>
        <p:spPr>
          <a:xfrm>
            <a:off x="25786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0" name="Shape 18"/>
          <p:cNvSpPr/>
          <p:nvPr/>
        </p:nvSpPr>
        <p:spPr>
          <a:xfrm>
            <a:off x="3931920" y="1920240"/>
            <a:ext cx="2697480" cy="429768"/>
          </a:xfrm>
          <a:prstGeom prst="rect">
            <a:avLst/>
          </a:prstGeom>
          <a:solidFill>
            <a:srgbClr val="D6EBE7"/>
          </a:solidFill>
          <a:ln w="6350">
            <a:solidFill>
              <a:srgbClr val="D3DCE5"/>
            </a:solidFill>
            <a:prstDash val="solid"/>
          </a:ln>
        </p:spPr>
      </p:sp>
      <p:sp>
        <p:nvSpPr>
          <p:cNvPr id="21" name="Text 19"/>
          <p:cNvSpPr txBox="1"/>
          <p:nvPr/>
        </p:nvSpPr>
        <p:spPr>
          <a:xfrm>
            <a:off x="3995928" y="192024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2" name="Shape 20"/>
          <p:cNvSpPr/>
          <p:nvPr/>
        </p:nvSpPr>
        <p:spPr>
          <a:xfrm>
            <a:off x="6629400" y="1920240"/>
            <a:ext cx="1417320" cy="429768"/>
          </a:xfrm>
          <a:prstGeom prst="rect">
            <a:avLst/>
          </a:prstGeom>
          <a:solidFill>
            <a:srgbClr val="D6EBE7"/>
          </a:solidFill>
          <a:ln w="6350">
            <a:solidFill>
              <a:srgbClr val="D3DCE5"/>
            </a:solidFill>
            <a:prstDash val="solid"/>
          </a:ln>
        </p:spPr>
      </p:sp>
      <p:sp>
        <p:nvSpPr>
          <p:cNvPr id="23" name="Text 21"/>
          <p:cNvSpPr txBox="1"/>
          <p:nvPr/>
        </p:nvSpPr>
        <p:spPr>
          <a:xfrm>
            <a:off x="66934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4" name="Shape 22"/>
          <p:cNvSpPr/>
          <p:nvPr/>
        </p:nvSpPr>
        <p:spPr>
          <a:xfrm>
            <a:off x="8046720" y="1920240"/>
            <a:ext cx="3739896" cy="429768"/>
          </a:xfrm>
          <a:prstGeom prst="rect">
            <a:avLst/>
          </a:prstGeom>
          <a:solidFill>
            <a:srgbClr val="D6EBE7"/>
          </a:solidFill>
          <a:ln w="6350">
            <a:solidFill>
              <a:srgbClr val="D3DCE5"/>
            </a:solidFill>
            <a:prstDash val="solid"/>
          </a:ln>
        </p:spPr>
      </p:sp>
      <p:sp>
        <p:nvSpPr>
          <p:cNvPr id="25" name="Text 23"/>
          <p:cNvSpPr txBox="1"/>
          <p:nvPr/>
        </p:nvSpPr>
        <p:spPr>
          <a:xfrm>
            <a:off x="8110728" y="192024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6" name="Shape 24"/>
          <p:cNvSpPr/>
          <p:nvPr/>
        </p:nvSpPr>
        <p:spPr>
          <a:xfrm>
            <a:off x="411480" y="2350008"/>
            <a:ext cx="2103120" cy="429768"/>
          </a:xfrm>
          <a:prstGeom prst="rect">
            <a:avLst/>
          </a:prstGeom>
          <a:solidFill>
            <a:srgbClr val="D6EBE7"/>
          </a:solidFill>
          <a:ln w="6350">
            <a:solidFill>
              <a:srgbClr val="D3DCE5"/>
            </a:solidFill>
            <a:prstDash val="solid"/>
          </a:ln>
        </p:spPr>
      </p:sp>
      <p:sp>
        <p:nvSpPr>
          <p:cNvPr id="27" name="Text 25"/>
          <p:cNvSpPr txBox="1"/>
          <p:nvPr/>
        </p:nvSpPr>
        <p:spPr>
          <a:xfrm>
            <a:off x="475488" y="235000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8" name="Shape 26"/>
          <p:cNvSpPr/>
          <p:nvPr/>
        </p:nvSpPr>
        <p:spPr>
          <a:xfrm>
            <a:off x="2514600" y="2350008"/>
            <a:ext cx="1417320" cy="429768"/>
          </a:xfrm>
          <a:prstGeom prst="rect">
            <a:avLst/>
          </a:prstGeom>
          <a:solidFill>
            <a:srgbClr val="D6EBE7"/>
          </a:solidFill>
          <a:ln w="6350">
            <a:solidFill>
              <a:srgbClr val="D3DCE5"/>
            </a:solidFill>
            <a:prstDash val="solid"/>
          </a:ln>
        </p:spPr>
      </p:sp>
      <p:sp>
        <p:nvSpPr>
          <p:cNvPr id="29" name="Text 27"/>
          <p:cNvSpPr txBox="1"/>
          <p:nvPr/>
        </p:nvSpPr>
        <p:spPr>
          <a:xfrm>
            <a:off x="25786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0" name="Shape 28"/>
          <p:cNvSpPr/>
          <p:nvPr/>
        </p:nvSpPr>
        <p:spPr>
          <a:xfrm>
            <a:off x="3931920" y="2350008"/>
            <a:ext cx="2697480" cy="429768"/>
          </a:xfrm>
          <a:prstGeom prst="rect">
            <a:avLst/>
          </a:prstGeom>
          <a:solidFill>
            <a:srgbClr val="D6EBE7"/>
          </a:solidFill>
          <a:ln w="6350">
            <a:solidFill>
              <a:srgbClr val="D3DCE5"/>
            </a:solidFill>
            <a:prstDash val="solid"/>
          </a:ln>
        </p:spPr>
      </p:sp>
      <p:sp>
        <p:nvSpPr>
          <p:cNvPr id="31" name="Text 29"/>
          <p:cNvSpPr txBox="1"/>
          <p:nvPr/>
        </p:nvSpPr>
        <p:spPr>
          <a:xfrm>
            <a:off x="3995928" y="235000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2" name="Shape 30"/>
          <p:cNvSpPr/>
          <p:nvPr/>
        </p:nvSpPr>
        <p:spPr>
          <a:xfrm>
            <a:off x="6629400" y="2350008"/>
            <a:ext cx="1417320" cy="429768"/>
          </a:xfrm>
          <a:prstGeom prst="rect">
            <a:avLst/>
          </a:prstGeom>
          <a:solidFill>
            <a:srgbClr val="D6EBE7"/>
          </a:solidFill>
          <a:ln w="6350">
            <a:solidFill>
              <a:srgbClr val="D3DCE5"/>
            </a:solidFill>
            <a:prstDash val="solid"/>
          </a:ln>
        </p:spPr>
      </p:sp>
      <p:sp>
        <p:nvSpPr>
          <p:cNvPr id="33" name="Text 31"/>
          <p:cNvSpPr txBox="1"/>
          <p:nvPr/>
        </p:nvSpPr>
        <p:spPr>
          <a:xfrm>
            <a:off x="66934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4" name="Shape 32"/>
          <p:cNvSpPr/>
          <p:nvPr/>
        </p:nvSpPr>
        <p:spPr>
          <a:xfrm>
            <a:off x="8046720" y="2350008"/>
            <a:ext cx="3739896" cy="429768"/>
          </a:xfrm>
          <a:prstGeom prst="rect">
            <a:avLst/>
          </a:prstGeom>
          <a:solidFill>
            <a:srgbClr val="D6EBE7"/>
          </a:solidFill>
          <a:ln w="6350">
            <a:solidFill>
              <a:srgbClr val="D3DCE5"/>
            </a:solidFill>
            <a:prstDash val="solid"/>
          </a:ln>
        </p:spPr>
      </p:sp>
      <p:sp>
        <p:nvSpPr>
          <p:cNvPr id="35" name="Text 33"/>
          <p:cNvSpPr txBox="1"/>
          <p:nvPr/>
        </p:nvSpPr>
        <p:spPr>
          <a:xfrm>
            <a:off x="8110728" y="235000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6" name="Shape 34"/>
          <p:cNvSpPr/>
          <p:nvPr/>
        </p:nvSpPr>
        <p:spPr>
          <a:xfrm>
            <a:off x="411480" y="2779776"/>
            <a:ext cx="2103120" cy="429768"/>
          </a:xfrm>
          <a:prstGeom prst="rect">
            <a:avLst/>
          </a:prstGeom>
          <a:solidFill>
            <a:srgbClr val="D6EBE7"/>
          </a:solidFill>
          <a:ln w="6350">
            <a:solidFill>
              <a:srgbClr val="D3DCE5"/>
            </a:solidFill>
            <a:prstDash val="solid"/>
          </a:ln>
        </p:spPr>
      </p:sp>
      <p:sp>
        <p:nvSpPr>
          <p:cNvPr id="37" name="Text 35"/>
          <p:cNvSpPr txBox="1"/>
          <p:nvPr/>
        </p:nvSpPr>
        <p:spPr>
          <a:xfrm>
            <a:off x="475488" y="277977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8" name="Shape 36"/>
          <p:cNvSpPr/>
          <p:nvPr/>
        </p:nvSpPr>
        <p:spPr>
          <a:xfrm>
            <a:off x="2514600" y="2779776"/>
            <a:ext cx="1417320" cy="429768"/>
          </a:xfrm>
          <a:prstGeom prst="rect">
            <a:avLst/>
          </a:prstGeom>
          <a:solidFill>
            <a:srgbClr val="D6EBE7"/>
          </a:solidFill>
          <a:ln w="6350">
            <a:solidFill>
              <a:srgbClr val="D3DCE5"/>
            </a:solidFill>
            <a:prstDash val="solid"/>
          </a:ln>
        </p:spPr>
      </p:sp>
      <p:sp>
        <p:nvSpPr>
          <p:cNvPr id="39" name="Text 37"/>
          <p:cNvSpPr txBox="1"/>
          <p:nvPr/>
        </p:nvSpPr>
        <p:spPr>
          <a:xfrm>
            <a:off x="25786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0" name="Shape 38"/>
          <p:cNvSpPr/>
          <p:nvPr/>
        </p:nvSpPr>
        <p:spPr>
          <a:xfrm>
            <a:off x="3931920" y="2779776"/>
            <a:ext cx="2697480" cy="429768"/>
          </a:xfrm>
          <a:prstGeom prst="rect">
            <a:avLst/>
          </a:prstGeom>
          <a:solidFill>
            <a:srgbClr val="D6EBE7"/>
          </a:solidFill>
          <a:ln w="6350">
            <a:solidFill>
              <a:srgbClr val="D3DCE5"/>
            </a:solidFill>
            <a:prstDash val="solid"/>
          </a:ln>
        </p:spPr>
      </p:sp>
      <p:sp>
        <p:nvSpPr>
          <p:cNvPr id="41" name="Text 39"/>
          <p:cNvSpPr txBox="1"/>
          <p:nvPr/>
        </p:nvSpPr>
        <p:spPr>
          <a:xfrm>
            <a:off x="3995928" y="277977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2" name="Shape 40"/>
          <p:cNvSpPr/>
          <p:nvPr/>
        </p:nvSpPr>
        <p:spPr>
          <a:xfrm>
            <a:off x="6629400" y="2779776"/>
            <a:ext cx="1417320" cy="429768"/>
          </a:xfrm>
          <a:prstGeom prst="rect">
            <a:avLst/>
          </a:prstGeom>
          <a:solidFill>
            <a:srgbClr val="D6EBE7"/>
          </a:solidFill>
          <a:ln w="6350">
            <a:solidFill>
              <a:srgbClr val="D3DCE5"/>
            </a:solidFill>
            <a:prstDash val="solid"/>
          </a:ln>
        </p:spPr>
      </p:sp>
      <p:sp>
        <p:nvSpPr>
          <p:cNvPr id="43" name="Text 41"/>
          <p:cNvSpPr txBox="1"/>
          <p:nvPr/>
        </p:nvSpPr>
        <p:spPr>
          <a:xfrm>
            <a:off x="66934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4" name="Shape 42"/>
          <p:cNvSpPr/>
          <p:nvPr/>
        </p:nvSpPr>
        <p:spPr>
          <a:xfrm>
            <a:off x="8046720" y="2779776"/>
            <a:ext cx="3739896" cy="429768"/>
          </a:xfrm>
          <a:prstGeom prst="rect">
            <a:avLst/>
          </a:prstGeom>
          <a:solidFill>
            <a:srgbClr val="D6EBE7"/>
          </a:solidFill>
          <a:ln w="6350">
            <a:solidFill>
              <a:srgbClr val="D3DCE5"/>
            </a:solidFill>
            <a:prstDash val="solid"/>
          </a:ln>
        </p:spPr>
      </p:sp>
      <p:sp>
        <p:nvSpPr>
          <p:cNvPr id="45" name="Text 43"/>
          <p:cNvSpPr txBox="1"/>
          <p:nvPr/>
        </p:nvSpPr>
        <p:spPr>
          <a:xfrm>
            <a:off x="8110728" y="277977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6" name="Shape 44"/>
          <p:cNvSpPr/>
          <p:nvPr/>
        </p:nvSpPr>
        <p:spPr>
          <a:xfrm>
            <a:off x="411480" y="3209544"/>
            <a:ext cx="2103120" cy="429768"/>
          </a:xfrm>
          <a:prstGeom prst="rect">
            <a:avLst/>
          </a:prstGeom>
          <a:solidFill>
            <a:srgbClr val="EEF2F6"/>
          </a:solidFill>
          <a:ln w="6350">
            <a:solidFill>
              <a:srgbClr val="D3DCE5"/>
            </a:solidFill>
            <a:prstDash val="solid"/>
          </a:ln>
        </p:spPr>
      </p:sp>
      <p:sp>
        <p:nvSpPr>
          <p:cNvPr id="47" name="Text 45"/>
          <p:cNvSpPr txBox="1"/>
          <p:nvPr/>
        </p:nvSpPr>
        <p:spPr>
          <a:xfrm>
            <a:off x="475488" y="320954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8" name="Shape 46"/>
          <p:cNvSpPr/>
          <p:nvPr/>
        </p:nvSpPr>
        <p:spPr>
          <a:xfrm>
            <a:off x="2514600" y="3209544"/>
            <a:ext cx="1417320" cy="429768"/>
          </a:xfrm>
          <a:prstGeom prst="rect">
            <a:avLst/>
          </a:prstGeom>
          <a:solidFill>
            <a:srgbClr val="EEF2F6"/>
          </a:solidFill>
          <a:ln w="6350">
            <a:solidFill>
              <a:srgbClr val="D3DCE5"/>
            </a:solidFill>
            <a:prstDash val="solid"/>
          </a:ln>
        </p:spPr>
      </p:sp>
      <p:sp>
        <p:nvSpPr>
          <p:cNvPr id="49" name="Text 47"/>
          <p:cNvSpPr txBox="1"/>
          <p:nvPr/>
        </p:nvSpPr>
        <p:spPr>
          <a:xfrm>
            <a:off x="25786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0" name="Shape 48"/>
          <p:cNvSpPr/>
          <p:nvPr/>
        </p:nvSpPr>
        <p:spPr>
          <a:xfrm>
            <a:off x="3931920" y="3209544"/>
            <a:ext cx="2697480" cy="429768"/>
          </a:xfrm>
          <a:prstGeom prst="rect">
            <a:avLst/>
          </a:prstGeom>
          <a:solidFill>
            <a:srgbClr val="EEF2F6"/>
          </a:solidFill>
          <a:ln w="6350">
            <a:solidFill>
              <a:srgbClr val="D3DCE5"/>
            </a:solidFill>
            <a:prstDash val="solid"/>
          </a:ln>
        </p:spPr>
      </p:sp>
      <p:sp>
        <p:nvSpPr>
          <p:cNvPr id="51" name="Text 49"/>
          <p:cNvSpPr txBox="1"/>
          <p:nvPr/>
        </p:nvSpPr>
        <p:spPr>
          <a:xfrm>
            <a:off x="3995928" y="320954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2" name="Shape 50"/>
          <p:cNvSpPr/>
          <p:nvPr/>
        </p:nvSpPr>
        <p:spPr>
          <a:xfrm>
            <a:off x="6629400" y="3209544"/>
            <a:ext cx="1417320" cy="429768"/>
          </a:xfrm>
          <a:prstGeom prst="rect">
            <a:avLst/>
          </a:prstGeom>
          <a:solidFill>
            <a:srgbClr val="EEF2F6"/>
          </a:solidFill>
          <a:ln w="6350">
            <a:solidFill>
              <a:srgbClr val="D3DCE5"/>
            </a:solidFill>
            <a:prstDash val="solid"/>
          </a:ln>
        </p:spPr>
      </p:sp>
      <p:sp>
        <p:nvSpPr>
          <p:cNvPr id="53" name="Text 51"/>
          <p:cNvSpPr txBox="1"/>
          <p:nvPr/>
        </p:nvSpPr>
        <p:spPr>
          <a:xfrm>
            <a:off x="66934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4" name="Shape 52"/>
          <p:cNvSpPr/>
          <p:nvPr/>
        </p:nvSpPr>
        <p:spPr>
          <a:xfrm>
            <a:off x="8046720" y="3209544"/>
            <a:ext cx="3739896" cy="429768"/>
          </a:xfrm>
          <a:prstGeom prst="rect">
            <a:avLst/>
          </a:prstGeom>
          <a:solidFill>
            <a:srgbClr val="EEF2F6"/>
          </a:solidFill>
          <a:ln w="6350">
            <a:solidFill>
              <a:srgbClr val="D3DCE5"/>
            </a:solidFill>
            <a:prstDash val="solid"/>
          </a:ln>
        </p:spPr>
      </p:sp>
      <p:sp>
        <p:nvSpPr>
          <p:cNvPr id="55" name="Text 53"/>
          <p:cNvSpPr txBox="1"/>
          <p:nvPr/>
        </p:nvSpPr>
        <p:spPr>
          <a:xfrm>
            <a:off x="8110728" y="320954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6" name="Shape 54"/>
          <p:cNvSpPr/>
          <p:nvPr/>
        </p:nvSpPr>
        <p:spPr>
          <a:xfrm>
            <a:off x="411480" y="3639312"/>
            <a:ext cx="2103120" cy="429768"/>
          </a:xfrm>
          <a:prstGeom prst="rect">
            <a:avLst/>
          </a:prstGeom>
          <a:solidFill>
            <a:srgbClr val="FBEBD9"/>
          </a:solidFill>
          <a:ln w="6350">
            <a:solidFill>
              <a:srgbClr val="D3DCE5"/>
            </a:solidFill>
            <a:prstDash val="solid"/>
          </a:ln>
        </p:spPr>
      </p:sp>
      <p:sp>
        <p:nvSpPr>
          <p:cNvPr id="57" name="Text 55"/>
          <p:cNvSpPr txBox="1"/>
          <p:nvPr/>
        </p:nvSpPr>
        <p:spPr>
          <a:xfrm>
            <a:off x="475488" y="363931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8" name="Shape 56"/>
          <p:cNvSpPr/>
          <p:nvPr/>
        </p:nvSpPr>
        <p:spPr>
          <a:xfrm>
            <a:off x="2514600" y="3639312"/>
            <a:ext cx="1417320" cy="429768"/>
          </a:xfrm>
          <a:prstGeom prst="rect">
            <a:avLst/>
          </a:prstGeom>
          <a:solidFill>
            <a:srgbClr val="FBEBD9"/>
          </a:solidFill>
          <a:ln w="6350">
            <a:solidFill>
              <a:srgbClr val="D3DCE5"/>
            </a:solidFill>
            <a:prstDash val="solid"/>
          </a:ln>
        </p:spPr>
      </p:sp>
      <p:sp>
        <p:nvSpPr>
          <p:cNvPr id="59" name="Text 57"/>
          <p:cNvSpPr txBox="1"/>
          <p:nvPr/>
        </p:nvSpPr>
        <p:spPr>
          <a:xfrm>
            <a:off x="25786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0" name="Shape 58"/>
          <p:cNvSpPr/>
          <p:nvPr/>
        </p:nvSpPr>
        <p:spPr>
          <a:xfrm>
            <a:off x="3931920" y="3639312"/>
            <a:ext cx="2697480" cy="429768"/>
          </a:xfrm>
          <a:prstGeom prst="rect">
            <a:avLst/>
          </a:prstGeom>
          <a:solidFill>
            <a:srgbClr val="FBEBD9"/>
          </a:solidFill>
          <a:ln w="6350">
            <a:solidFill>
              <a:srgbClr val="D3DCE5"/>
            </a:solidFill>
            <a:prstDash val="solid"/>
          </a:ln>
        </p:spPr>
      </p:sp>
      <p:sp>
        <p:nvSpPr>
          <p:cNvPr id="61" name="Text 59"/>
          <p:cNvSpPr txBox="1"/>
          <p:nvPr/>
        </p:nvSpPr>
        <p:spPr>
          <a:xfrm>
            <a:off x="3995928" y="363931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2" name="Shape 60"/>
          <p:cNvSpPr/>
          <p:nvPr/>
        </p:nvSpPr>
        <p:spPr>
          <a:xfrm>
            <a:off x="6629400" y="3639312"/>
            <a:ext cx="1417320" cy="429768"/>
          </a:xfrm>
          <a:prstGeom prst="rect">
            <a:avLst/>
          </a:prstGeom>
          <a:solidFill>
            <a:srgbClr val="FBEBD9"/>
          </a:solidFill>
          <a:ln w="6350">
            <a:solidFill>
              <a:srgbClr val="D3DCE5"/>
            </a:solidFill>
            <a:prstDash val="solid"/>
          </a:ln>
        </p:spPr>
      </p:sp>
      <p:sp>
        <p:nvSpPr>
          <p:cNvPr id="63" name="Text 61"/>
          <p:cNvSpPr txBox="1"/>
          <p:nvPr/>
        </p:nvSpPr>
        <p:spPr>
          <a:xfrm>
            <a:off x="66934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4" name="Shape 62"/>
          <p:cNvSpPr/>
          <p:nvPr/>
        </p:nvSpPr>
        <p:spPr>
          <a:xfrm>
            <a:off x="8046720" y="3639312"/>
            <a:ext cx="3739896" cy="429768"/>
          </a:xfrm>
          <a:prstGeom prst="rect">
            <a:avLst/>
          </a:prstGeom>
          <a:solidFill>
            <a:srgbClr val="FBEBD9"/>
          </a:solidFill>
          <a:ln w="6350">
            <a:solidFill>
              <a:srgbClr val="D3DCE5"/>
            </a:solidFill>
            <a:prstDash val="solid"/>
          </a:ln>
        </p:spPr>
      </p:sp>
      <p:sp>
        <p:nvSpPr>
          <p:cNvPr id="65" name="Text 63"/>
          <p:cNvSpPr txBox="1"/>
          <p:nvPr/>
        </p:nvSpPr>
        <p:spPr>
          <a:xfrm>
            <a:off x="8110728" y="363931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6" name="Shape 64"/>
          <p:cNvSpPr/>
          <p:nvPr/>
        </p:nvSpPr>
        <p:spPr>
          <a:xfrm>
            <a:off x="411480" y="4069080"/>
            <a:ext cx="2103120" cy="429768"/>
          </a:xfrm>
          <a:prstGeom prst="rect">
            <a:avLst/>
          </a:prstGeom>
          <a:solidFill>
            <a:srgbClr val="FBEBD9"/>
          </a:solidFill>
          <a:ln w="6350">
            <a:solidFill>
              <a:srgbClr val="D3DCE5"/>
            </a:solidFill>
            <a:prstDash val="solid"/>
          </a:ln>
        </p:spPr>
      </p:sp>
      <p:sp>
        <p:nvSpPr>
          <p:cNvPr id="67" name="Text 65"/>
          <p:cNvSpPr txBox="1"/>
          <p:nvPr/>
        </p:nvSpPr>
        <p:spPr>
          <a:xfrm>
            <a:off x="475488" y="406908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8" name="Shape 66"/>
          <p:cNvSpPr/>
          <p:nvPr/>
        </p:nvSpPr>
        <p:spPr>
          <a:xfrm>
            <a:off x="2514600" y="4069080"/>
            <a:ext cx="1417320" cy="429768"/>
          </a:xfrm>
          <a:prstGeom prst="rect">
            <a:avLst/>
          </a:prstGeom>
          <a:solidFill>
            <a:srgbClr val="FBEBD9"/>
          </a:solidFill>
          <a:ln w="6350">
            <a:solidFill>
              <a:srgbClr val="D3DCE5"/>
            </a:solidFill>
            <a:prstDash val="solid"/>
          </a:ln>
        </p:spPr>
      </p:sp>
      <p:sp>
        <p:nvSpPr>
          <p:cNvPr id="69" name="Text 67"/>
          <p:cNvSpPr txBox="1"/>
          <p:nvPr/>
        </p:nvSpPr>
        <p:spPr>
          <a:xfrm>
            <a:off x="25786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0" name="Shape 68"/>
          <p:cNvSpPr/>
          <p:nvPr/>
        </p:nvSpPr>
        <p:spPr>
          <a:xfrm>
            <a:off x="3931920" y="4069080"/>
            <a:ext cx="2697480" cy="429768"/>
          </a:xfrm>
          <a:prstGeom prst="rect">
            <a:avLst/>
          </a:prstGeom>
          <a:solidFill>
            <a:srgbClr val="FBEBD9"/>
          </a:solidFill>
          <a:ln w="6350">
            <a:solidFill>
              <a:srgbClr val="D3DCE5"/>
            </a:solidFill>
            <a:prstDash val="solid"/>
          </a:ln>
        </p:spPr>
      </p:sp>
      <p:sp>
        <p:nvSpPr>
          <p:cNvPr id="71" name="Text 69"/>
          <p:cNvSpPr txBox="1"/>
          <p:nvPr/>
        </p:nvSpPr>
        <p:spPr>
          <a:xfrm>
            <a:off x="3995928" y="406908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2" name="Shape 70"/>
          <p:cNvSpPr/>
          <p:nvPr/>
        </p:nvSpPr>
        <p:spPr>
          <a:xfrm>
            <a:off x="6629400" y="4069080"/>
            <a:ext cx="1417320" cy="429768"/>
          </a:xfrm>
          <a:prstGeom prst="rect">
            <a:avLst/>
          </a:prstGeom>
          <a:solidFill>
            <a:srgbClr val="FBEBD9"/>
          </a:solidFill>
          <a:ln w="6350">
            <a:solidFill>
              <a:srgbClr val="D3DCE5"/>
            </a:solidFill>
            <a:prstDash val="solid"/>
          </a:ln>
        </p:spPr>
      </p:sp>
      <p:sp>
        <p:nvSpPr>
          <p:cNvPr id="73" name="Text 71"/>
          <p:cNvSpPr txBox="1"/>
          <p:nvPr/>
        </p:nvSpPr>
        <p:spPr>
          <a:xfrm>
            <a:off x="66934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4" name="Shape 72"/>
          <p:cNvSpPr/>
          <p:nvPr/>
        </p:nvSpPr>
        <p:spPr>
          <a:xfrm>
            <a:off x="8046720" y="4069080"/>
            <a:ext cx="3739896" cy="429768"/>
          </a:xfrm>
          <a:prstGeom prst="rect">
            <a:avLst/>
          </a:prstGeom>
          <a:solidFill>
            <a:srgbClr val="FBEBD9"/>
          </a:solidFill>
          <a:ln w="6350">
            <a:solidFill>
              <a:srgbClr val="D3DCE5"/>
            </a:solidFill>
            <a:prstDash val="solid"/>
          </a:ln>
        </p:spPr>
      </p:sp>
      <p:sp>
        <p:nvSpPr>
          <p:cNvPr id="75" name="Text 73"/>
          <p:cNvSpPr txBox="1"/>
          <p:nvPr/>
        </p:nvSpPr>
        <p:spPr>
          <a:xfrm>
            <a:off x="8110728" y="406908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6" name="Shape 74"/>
          <p:cNvSpPr/>
          <p:nvPr/>
        </p:nvSpPr>
        <p:spPr>
          <a:xfrm>
            <a:off x="411480" y="4553712"/>
            <a:ext cx="5577840" cy="1298448"/>
          </a:xfrm>
          <a:prstGeom prst="rect">
            <a:avLst/>
          </a:prstGeom>
          <a:solidFill>
            <a:srgbClr val="D6EBE7"/>
          </a:solidFill>
          <a:ln w="9525">
            <a:solidFill>
              <a:srgbClr val="AFD3CC"/>
            </a:solidFill>
            <a:prstDash val="solid"/>
          </a:ln>
        </p:spPr>
      </p:sp>
      <p:sp>
        <p:nvSpPr>
          <p:cNvPr id="77" name="Text 75"/>
          <p:cNvSpPr txBox="1"/>
          <p:nvPr/>
        </p:nvSpPr>
        <p:spPr>
          <a:xfrm>
            <a:off x="576072" y="468172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8" name="Text 76"/>
          <p:cNvSpPr txBox="1"/>
          <p:nvPr/>
        </p:nvSpPr>
        <p:spPr>
          <a:xfrm>
            <a:off x="576072"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79" name="Shape 77"/>
          <p:cNvSpPr/>
          <p:nvPr/>
        </p:nvSpPr>
        <p:spPr>
          <a:xfrm>
            <a:off x="6208776" y="4553712"/>
            <a:ext cx="5577840" cy="1298448"/>
          </a:xfrm>
          <a:prstGeom prst="rect">
            <a:avLst/>
          </a:prstGeom>
          <a:solidFill>
            <a:srgbClr val="FBEBD9"/>
          </a:solidFill>
          <a:ln w="9525">
            <a:solidFill>
              <a:srgbClr val="E8C9A3"/>
            </a:solidFill>
            <a:prstDash val="solid"/>
          </a:ln>
        </p:spPr>
      </p:sp>
      <p:sp>
        <p:nvSpPr>
          <p:cNvPr id="80" name="Text 78"/>
          <p:cNvSpPr txBox="1"/>
          <p:nvPr/>
        </p:nvSpPr>
        <p:spPr>
          <a:xfrm>
            <a:off x="6373368" y="468172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1" name="Text 79"/>
          <p:cNvSpPr txBox="1"/>
          <p:nvPr/>
        </p:nvSpPr>
        <p:spPr>
          <a:xfrm>
            <a:off x="6373368"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A$6.50 and A$2.26. The growth pipeline is where the value is and where the risk is, and it is the same pipeline.</a:t>
            </a:r>
            <a:endParaRPr lang="en-US" sz="900" dirty="0"/>
          </a:p>
        </p:txBody>
      </p:sp>
      <p:sp>
        <p:nvSpPr>
          <p:cNvPr id="82" name="Text 8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50" dirty="0"/>
          </a:p>
        </p:txBody>
      </p:sp>
      <p:sp>
        <p:nvSpPr>
          <p:cNvPr id="83" name="Text 8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A5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P2000: the largest single value event in the pipeline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A$2.6bn of incremental NPV at pre-feasibility level, a study due in the December 2026 quarter, and A$175m already committed to keep it on schedule.</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8" name="Shape 16"/>
          <p:cNvSpPr/>
          <p:nvPr/>
        </p:nvSpPr>
        <p:spPr>
          <a:xfrm>
            <a:off x="411480" y="3108960"/>
            <a:ext cx="2788920" cy="292608"/>
          </a:xfrm>
          <a:prstGeom prst="rect">
            <a:avLst/>
          </a:prstGeom>
          <a:solidFill>
            <a:srgbClr val="10233A"/>
          </a:solidFill>
          <a:ln/>
        </p:spPr>
      </p:sp>
      <p:sp>
        <p:nvSpPr>
          <p:cNvPr id="19" name="Text 17"/>
          <p:cNvSpPr txBox="1"/>
          <p:nvPr/>
        </p:nvSpPr>
        <p:spPr>
          <a:xfrm>
            <a:off x="475488" y="3108960"/>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0" name="Shape 18"/>
          <p:cNvSpPr/>
          <p:nvPr/>
        </p:nvSpPr>
        <p:spPr>
          <a:xfrm>
            <a:off x="3200400" y="3108960"/>
            <a:ext cx="1920240" cy="292608"/>
          </a:xfrm>
          <a:prstGeom prst="rect">
            <a:avLst/>
          </a:prstGeom>
          <a:solidFill>
            <a:srgbClr val="10233A"/>
          </a:solidFill>
          <a:ln/>
        </p:spPr>
      </p:sp>
      <p:sp>
        <p:nvSpPr>
          <p:cNvPr id="21" name="Text 19"/>
          <p:cNvSpPr txBox="1"/>
          <p:nvPr/>
        </p:nvSpPr>
        <p:spPr>
          <a:xfrm>
            <a:off x="3264408" y="3108960"/>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2" name="Shape 20"/>
          <p:cNvSpPr/>
          <p:nvPr/>
        </p:nvSpPr>
        <p:spPr>
          <a:xfrm>
            <a:off x="5120640" y="3108960"/>
            <a:ext cx="6665976" cy="292608"/>
          </a:xfrm>
          <a:prstGeom prst="rect">
            <a:avLst/>
          </a:prstGeom>
          <a:solidFill>
            <a:srgbClr val="10233A"/>
          </a:solidFill>
          <a:ln/>
        </p:spPr>
      </p:sp>
      <p:sp>
        <p:nvSpPr>
          <p:cNvPr id="23" name="Text 21"/>
          <p:cNvSpPr txBox="1"/>
          <p:nvPr/>
        </p:nvSpPr>
        <p:spPr>
          <a:xfrm>
            <a:off x="5184648" y="3108960"/>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4" name="Shape 22"/>
          <p:cNvSpPr/>
          <p:nvPr/>
        </p:nvSpPr>
        <p:spPr>
          <a:xfrm>
            <a:off x="411480" y="3401568"/>
            <a:ext cx="2788920" cy="402336"/>
          </a:xfrm>
          <a:prstGeom prst="rect">
            <a:avLst/>
          </a:prstGeom>
          <a:solidFill>
            <a:srgbClr val="FFFFFF"/>
          </a:solidFill>
          <a:ln w="6350">
            <a:solidFill>
              <a:srgbClr val="D3DCE5"/>
            </a:solidFill>
            <a:prstDash val="solid"/>
          </a:ln>
        </p:spPr>
      </p:sp>
      <p:sp>
        <p:nvSpPr>
          <p:cNvPr id="25" name="Text 23"/>
          <p:cNvSpPr txBox="1"/>
          <p:nvPr/>
        </p:nvSpPr>
        <p:spPr>
          <a:xfrm>
            <a:off x="475488" y="340156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6" name="Shape 24"/>
          <p:cNvSpPr/>
          <p:nvPr/>
        </p:nvSpPr>
        <p:spPr>
          <a:xfrm>
            <a:off x="3200400" y="3401568"/>
            <a:ext cx="1920240" cy="402336"/>
          </a:xfrm>
          <a:prstGeom prst="rect">
            <a:avLst/>
          </a:prstGeom>
          <a:solidFill>
            <a:srgbClr val="FFFFFF"/>
          </a:solidFill>
          <a:ln w="6350">
            <a:solidFill>
              <a:srgbClr val="D3DCE5"/>
            </a:solidFill>
            <a:prstDash val="solid"/>
          </a:ln>
        </p:spPr>
      </p:sp>
      <p:sp>
        <p:nvSpPr>
          <p:cNvPr id="27" name="Text 25"/>
          <p:cNvSpPr txBox="1"/>
          <p:nvPr/>
        </p:nvSpPr>
        <p:spPr>
          <a:xfrm>
            <a:off x="3264408" y="3401568"/>
            <a:ext cx="1792224" cy="402336"/>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8" name="Shape 26"/>
          <p:cNvSpPr/>
          <p:nvPr/>
        </p:nvSpPr>
        <p:spPr>
          <a:xfrm>
            <a:off x="5120640" y="3401568"/>
            <a:ext cx="6665976" cy="402336"/>
          </a:xfrm>
          <a:prstGeom prst="rect">
            <a:avLst/>
          </a:prstGeom>
          <a:solidFill>
            <a:srgbClr val="FFFFFF"/>
          </a:solidFill>
          <a:ln w="6350">
            <a:solidFill>
              <a:srgbClr val="D3DCE5"/>
            </a:solidFill>
            <a:prstDash val="solid"/>
          </a:ln>
        </p:spPr>
      </p:sp>
      <p:sp>
        <p:nvSpPr>
          <p:cNvPr id="29" name="Text 27"/>
          <p:cNvSpPr txBox="1"/>
          <p:nvPr/>
        </p:nvSpPr>
        <p:spPr>
          <a:xfrm>
            <a:off x="5184648" y="3401568"/>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0" name="Shape 28"/>
          <p:cNvSpPr/>
          <p:nvPr/>
        </p:nvSpPr>
        <p:spPr>
          <a:xfrm>
            <a:off x="411480" y="3803904"/>
            <a:ext cx="2788920" cy="402336"/>
          </a:xfrm>
          <a:prstGeom prst="rect">
            <a:avLst/>
          </a:prstGeom>
          <a:solidFill>
            <a:srgbClr val="F7F9FB"/>
          </a:solidFill>
          <a:ln w="6350">
            <a:solidFill>
              <a:srgbClr val="D3DCE5"/>
            </a:solidFill>
            <a:prstDash val="solid"/>
          </a:ln>
        </p:spPr>
      </p:sp>
      <p:sp>
        <p:nvSpPr>
          <p:cNvPr id="31" name="Text 29"/>
          <p:cNvSpPr txBox="1"/>
          <p:nvPr/>
        </p:nvSpPr>
        <p:spPr>
          <a:xfrm>
            <a:off x="475488" y="380390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2" name="Shape 30"/>
          <p:cNvSpPr/>
          <p:nvPr/>
        </p:nvSpPr>
        <p:spPr>
          <a:xfrm>
            <a:off x="3200400" y="3803904"/>
            <a:ext cx="1920240" cy="402336"/>
          </a:xfrm>
          <a:prstGeom prst="rect">
            <a:avLst/>
          </a:prstGeom>
          <a:solidFill>
            <a:srgbClr val="F7F9FB"/>
          </a:solidFill>
          <a:ln w="6350">
            <a:solidFill>
              <a:srgbClr val="D3DCE5"/>
            </a:solidFill>
            <a:prstDash val="solid"/>
          </a:ln>
        </p:spPr>
      </p:sp>
      <p:sp>
        <p:nvSpPr>
          <p:cNvPr id="33" name="Text 31"/>
          <p:cNvSpPr txBox="1"/>
          <p:nvPr/>
        </p:nvSpPr>
        <p:spPr>
          <a:xfrm>
            <a:off x="3264408" y="3803904"/>
            <a:ext cx="1792224" cy="402336"/>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4" name="Shape 32"/>
          <p:cNvSpPr/>
          <p:nvPr/>
        </p:nvSpPr>
        <p:spPr>
          <a:xfrm>
            <a:off x="5120640" y="3803904"/>
            <a:ext cx="6665976" cy="402336"/>
          </a:xfrm>
          <a:prstGeom prst="rect">
            <a:avLst/>
          </a:prstGeom>
          <a:solidFill>
            <a:srgbClr val="F7F9FB"/>
          </a:solidFill>
          <a:ln w="6350">
            <a:solidFill>
              <a:srgbClr val="D3DCE5"/>
            </a:solidFill>
            <a:prstDash val="solid"/>
          </a:ln>
        </p:spPr>
      </p:sp>
      <p:sp>
        <p:nvSpPr>
          <p:cNvPr id="35" name="Text 33"/>
          <p:cNvSpPr txBox="1"/>
          <p:nvPr/>
        </p:nvSpPr>
        <p:spPr>
          <a:xfrm>
            <a:off x="5184648" y="3803904"/>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6" name="Shape 34"/>
          <p:cNvSpPr/>
          <p:nvPr/>
        </p:nvSpPr>
        <p:spPr>
          <a:xfrm>
            <a:off x="411480" y="4206240"/>
            <a:ext cx="2788920" cy="402336"/>
          </a:xfrm>
          <a:prstGeom prst="rect">
            <a:avLst/>
          </a:prstGeom>
          <a:solidFill>
            <a:srgbClr val="FFFFFF"/>
          </a:solidFill>
          <a:ln w="6350">
            <a:solidFill>
              <a:srgbClr val="D3DCE5"/>
            </a:solidFill>
            <a:prstDash val="solid"/>
          </a:ln>
        </p:spPr>
      </p:sp>
      <p:sp>
        <p:nvSpPr>
          <p:cNvPr id="37" name="Text 35"/>
          <p:cNvSpPr txBox="1"/>
          <p:nvPr/>
        </p:nvSpPr>
        <p:spPr>
          <a:xfrm>
            <a:off x="475488" y="420624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8" name="Shape 36"/>
          <p:cNvSpPr/>
          <p:nvPr/>
        </p:nvSpPr>
        <p:spPr>
          <a:xfrm>
            <a:off x="3200400" y="4206240"/>
            <a:ext cx="1920240" cy="402336"/>
          </a:xfrm>
          <a:prstGeom prst="rect">
            <a:avLst/>
          </a:prstGeom>
          <a:solidFill>
            <a:srgbClr val="FFFFFF"/>
          </a:solidFill>
          <a:ln w="6350">
            <a:solidFill>
              <a:srgbClr val="D3DCE5"/>
            </a:solidFill>
            <a:prstDash val="solid"/>
          </a:ln>
        </p:spPr>
      </p:sp>
      <p:sp>
        <p:nvSpPr>
          <p:cNvPr id="39" name="Text 37"/>
          <p:cNvSpPr txBox="1"/>
          <p:nvPr/>
        </p:nvSpPr>
        <p:spPr>
          <a:xfrm>
            <a:off x="3264408" y="4206240"/>
            <a:ext cx="1792224" cy="402336"/>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0" name="Shape 38"/>
          <p:cNvSpPr/>
          <p:nvPr/>
        </p:nvSpPr>
        <p:spPr>
          <a:xfrm>
            <a:off x="5120640" y="4206240"/>
            <a:ext cx="6665976" cy="402336"/>
          </a:xfrm>
          <a:prstGeom prst="rect">
            <a:avLst/>
          </a:prstGeom>
          <a:solidFill>
            <a:srgbClr val="FFFFFF"/>
          </a:solidFill>
          <a:ln w="6350">
            <a:solidFill>
              <a:srgbClr val="D3DCE5"/>
            </a:solidFill>
            <a:prstDash val="solid"/>
          </a:ln>
        </p:spPr>
      </p:sp>
      <p:sp>
        <p:nvSpPr>
          <p:cNvPr id="41" name="Text 39"/>
          <p:cNvSpPr txBox="1"/>
          <p:nvPr/>
        </p:nvSpPr>
        <p:spPr>
          <a:xfrm>
            <a:off x="5184648" y="4206240"/>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2" name="Shape 40"/>
          <p:cNvSpPr/>
          <p:nvPr/>
        </p:nvSpPr>
        <p:spPr>
          <a:xfrm>
            <a:off x="411480" y="4608576"/>
            <a:ext cx="2788920" cy="402336"/>
          </a:xfrm>
          <a:prstGeom prst="rect">
            <a:avLst/>
          </a:prstGeom>
          <a:solidFill>
            <a:srgbClr val="F7F9FB"/>
          </a:solidFill>
          <a:ln w="6350">
            <a:solidFill>
              <a:srgbClr val="D3DCE5"/>
            </a:solidFill>
            <a:prstDash val="solid"/>
          </a:ln>
        </p:spPr>
      </p:sp>
      <p:sp>
        <p:nvSpPr>
          <p:cNvPr id="43" name="Text 41"/>
          <p:cNvSpPr txBox="1"/>
          <p:nvPr/>
        </p:nvSpPr>
        <p:spPr>
          <a:xfrm>
            <a:off x="475488" y="460857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4" name="Shape 42"/>
          <p:cNvSpPr/>
          <p:nvPr/>
        </p:nvSpPr>
        <p:spPr>
          <a:xfrm>
            <a:off x="3200400" y="4608576"/>
            <a:ext cx="1920240" cy="402336"/>
          </a:xfrm>
          <a:prstGeom prst="rect">
            <a:avLst/>
          </a:prstGeom>
          <a:solidFill>
            <a:srgbClr val="F7F9FB"/>
          </a:solidFill>
          <a:ln w="6350">
            <a:solidFill>
              <a:srgbClr val="D3DCE5"/>
            </a:solidFill>
            <a:prstDash val="solid"/>
          </a:ln>
        </p:spPr>
      </p:sp>
      <p:sp>
        <p:nvSpPr>
          <p:cNvPr id="45" name="Text 43"/>
          <p:cNvSpPr txBox="1"/>
          <p:nvPr/>
        </p:nvSpPr>
        <p:spPr>
          <a:xfrm>
            <a:off x="3264408" y="4608576"/>
            <a:ext cx="1792224" cy="402336"/>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6" name="Shape 44"/>
          <p:cNvSpPr/>
          <p:nvPr/>
        </p:nvSpPr>
        <p:spPr>
          <a:xfrm>
            <a:off x="5120640" y="4608576"/>
            <a:ext cx="6665976" cy="402336"/>
          </a:xfrm>
          <a:prstGeom prst="rect">
            <a:avLst/>
          </a:prstGeom>
          <a:solidFill>
            <a:srgbClr val="F7F9FB"/>
          </a:solidFill>
          <a:ln w="6350">
            <a:solidFill>
              <a:srgbClr val="D3DCE5"/>
            </a:solidFill>
            <a:prstDash val="solid"/>
          </a:ln>
        </p:spPr>
      </p:sp>
      <p:sp>
        <p:nvSpPr>
          <p:cNvPr id="47" name="Text 45"/>
          <p:cNvSpPr txBox="1"/>
          <p:nvPr/>
        </p:nvSpPr>
        <p:spPr>
          <a:xfrm>
            <a:off x="5184648" y="4608576"/>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8" name="Shape 46"/>
          <p:cNvSpPr/>
          <p:nvPr/>
        </p:nvSpPr>
        <p:spPr>
          <a:xfrm>
            <a:off x="411480" y="5010912"/>
            <a:ext cx="2788920" cy="402336"/>
          </a:xfrm>
          <a:prstGeom prst="rect">
            <a:avLst/>
          </a:prstGeom>
          <a:solidFill>
            <a:srgbClr val="FFFFFF"/>
          </a:solidFill>
          <a:ln w="6350">
            <a:solidFill>
              <a:srgbClr val="D3DCE5"/>
            </a:solidFill>
            <a:prstDash val="solid"/>
          </a:ln>
        </p:spPr>
      </p:sp>
      <p:sp>
        <p:nvSpPr>
          <p:cNvPr id="49" name="Text 47"/>
          <p:cNvSpPr txBox="1"/>
          <p:nvPr/>
        </p:nvSpPr>
        <p:spPr>
          <a:xfrm>
            <a:off x="475488" y="501091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0" name="Shape 48"/>
          <p:cNvSpPr/>
          <p:nvPr/>
        </p:nvSpPr>
        <p:spPr>
          <a:xfrm>
            <a:off x="3200400" y="5010912"/>
            <a:ext cx="1920240" cy="402336"/>
          </a:xfrm>
          <a:prstGeom prst="rect">
            <a:avLst/>
          </a:prstGeom>
          <a:solidFill>
            <a:srgbClr val="FFFFFF"/>
          </a:solidFill>
          <a:ln w="6350">
            <a:solidFill>
              <a:srgbClr val="D3DCE5"/>
            </a:solidFill>
            <a:prstDash val="solid"/>
          </a:ln>
        </p:spPr>
      </p:sp>
      <p:sp>
        <p:nvSpPr>
          <p:cNvPr id="51" name="Text 49"/>
          <p:cNvSpPr txBox="1"/>
          <p:nvPr/>
        </p:nvSpPr>
        <p:spPr>
          <a:xfrm>
            <a:off x="3264408" y="5010912"/>
            <a:ext cx="1792224" cy="402336"/>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2" name="Shape 50"/>
          <p:cNvSpPr/>
          <p:nvPr/>
        </p:nvSpPr>
        <p:spPr>
          <a:xfrm>
            <a:off x="5120640" y="5010912"/>
            <a:ext cx="6665976" cy="402336"/>
          </a:xfrm>
          <a:prstGeom prst="rect">
            <a:avLst/>
          </a:prstGeom>
          <a:solidFill>
            <a:srgbClr val="FFFFFF"/>
          </a:solidFill>
          <a:ln w="6350">
            <a:solidFill>
              <a:srgbClr val="D3DCE5"/>
            </a:solidFill>
            <a:prstDash val="solid"/>
          </a:ln>
        </p:spPr>
      </p:sp>
      <p:sp>
        <p:nvSpPr>
          <p:cNvPr id="53" name="Text 51"/>
          <p:cNvSpPr txBox="1"/>
          <p:nvPr/>
        </p:nvSpPr>
        <p:spPr>
          <a:xfrm>
            <a:off x="5184648" y="5010912"/>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4" name="Shape 52"/>
          <p:cNvSpPr/>
          <p:nvPr/>
        </p:nvSpPr>
        <p:spPr>
          <a:xfrm>
            <a:off x="411480" y="5413248"/>
            <a:ext cx="2788920" cy="402336"/>
          </a:xfrm>
          <a:prstGeom prst="rect">
            <a:avLst/>
          </a:prstGeom>
          <a:solidFill>
            <a:srgbClr val="F7F9FB"/>
          </a:solidFill>
          <a:ln w="6350">
            <a:solidFill>
              <a:srgbClr val="D3DCE5"/>
            </a:solidFill>
            <a:prstDash val="solid"/>
          </a:ln>
        </p:spPr>
      </p:sp>
      <p:sp>
        <p:nvSpPr>
          <p:cNvPr id="55" name="Text 53"/>
          <p:cNvSpPr txBox="1"/>
          <p:nvPr/>
        </p:nvSpPr>
        <p:spPr>
          <a:xfrm>
            <a:off x="475488" y="541324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6" name="Shape 54"/>
          <p:cNvSpPr/>
          <p:nvPr/>
        </p:nvSpPr>
        <p:spPr>
          <a:xfrm>
            <a:off x="3200400" y="5413248"/>
            <a:ext cx="1920240" cy="402336"/>
          </a:xfrm>
          <a:prstGeom prst="rect">
            <a:avLst/>
          </a:prstGeom>
          <a:solidFill>
            <a:srgbClr val="F7F9FB"/>
          </a:solidFill>
          <a:ln w="6350">
            <a:solidFill>
              <a:srgbClr val="D3DCE5"/>
            </a:solidFill>
            <a:prstDash val="solid"/>
          </a:ln>
        </p:spPr>
      </p:sp>
      <p:sp>
        <p:nvSpPr>
          <p:cNvPr id="57" name="Text 55"/>
          <p:cNvSpPr txBox="1"/>
          <p:nvPr/>
        </p:nvSpPr>
        <p:spPr>
          <a:xfrm>
            <a:off x="3264408" y="5413248"/>
            <a:ext cx="1792224" cy="402336"/>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8" name="Shape 56"/>
          <p:cNvSpPr/>
          <p:nvPr/>
        </p:nvSpPr>
        <p:spPr>
          <a:xfrm>
            <a:off x="5120640" y="5413248"/>
            <a:ext cx="6665976" cy="402336"/>
          </a:xfrm>
          <a:prstGeom prst="rect">
            <a:avLst/>
          </a:prstGeom>
          <a:solidFill>
            <a:srgbClr val="F7F9FB"/>
          </a:solidFill>
          <a:ln w="6350">
            <a:solidFill>
              <a:srgbClr val="D3DCE5"/>
            </a:solidFill>
            <a:prstDash val="solid"/>
          </a:ln>
        </p:spPr>
      </p:sp>
      <p:sp>
        <p:nvSpPr>
          <p:cNvPr id="59" name="Text 57"/>
          <p:cNvSpPr txBox="1"/>
          <p:nvPr/>
        </p:nvSpPr>
        <p:spPr>
          <a:xfrm>
            <a:off x="5184648" y="5413248"/>
            <a:ext cx="653796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0" name="Shape 58"/>
          <p:cNvSpPr/>
          <p:nvPr/>
        </p:nvSpPr>
        <p:spPr>
          <a:xfrm>
            <a:off x="411480" y="5852160"/>
            <a:ext cx="11375136" cy="950976"/>
          </a:xfrm>
          <a:prstGeom prst="rect">
            <a:avLst/>
          </a:prstGeom>
          <a:solidFill>
            <a:srgbClr val="EEF2F6"/>
          </a:solidFill>
          <a:ln w="9525">
            <a:solidFill>
              <a:srgbClr val="D3DCE5"/>
            </a:solidFill>
            <a:prstDash val="solid"/>
          </a:ln>
        </p:spPr>
      </p:sp>
      <p:sp>
        <p:nvSpPr>
          <p:cNvPr id="61" name="Text 59"/>
          <p:cNvSpPr txBox="1"/>
          <p:nvPr/>
        </p:nvSpPr>
        <p:spPr>
          <a:xfrm>
            <a:off x="576072" y="5980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2" name="Text 60"/>
          <p:cNvSpPr txBox="1"/>
          <p:nvPr/>
        </p:nvSpPr>
        <p:spPr>
          <a:xfrm>
            <a:off x="576072" y="6309360"/>
            <a:ext cx="11045952" cy="402336"/>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A$2.6bn is a pre-feasibility number produced in June 2024, before the price collapse and recovery. We do not add it to our valuation. Instead we model the production profile it implies inside the DCF, which means it is exposed to our own price deck and our own cost assumptions rather than the company's. In the risked sum-of-the-parts we carry P2000 at 70% of the A$2.6bn, reflecting a study that is due but not delivered and a board that has committed A$175m but not the remaining A$1.0bn.</a:t>
            </a:r>
            <a:endParaRPr lang="en-US" sz="92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A6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Ngungaju: the swing plant, switched back on</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Idled in December 2024 when prices collapsed, restarted in July 2026 when they recovered. It is the clearest evidence that PLS manages capacity to the cycle.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8" name="Shape 6"/>
          <p:cNvSpPr/>
          <p:nvPr/>
        </p:nvSpPr>
        <p:spPr>
          <a:xfrm>
            <a:off x="2286000" y="1627632"/>
            <a:ext cx="3246120" cy="292608"/>
          </a:xfrm>
          <a:prstGeom prst="rect">
            <a:avLst/>
          </a:prstGeom>
          <a:solidFill>
            <a:srgbClr val="10233A"/>
          </a:solidFill>
          <a:ln/>
        </p:spPr>
      </p:sp>
      <p:sp>
        <p:nvSpPr>
          <p:cNvPr id="9" name="Text 7"/>
          <p:cNvSpPr txBox="1"/>
          <p:nvPr/>
        </p:nvSpPr>
        <p:spPr>
          <a:xfrm>
            <a:off x="2350008" y="1627632"/>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0" name="Shape 8"/>
          <p:cNvSpPr/>
          <p:nvPr/>
        </p:nvSpPr>
        <p:spPr>
          <a:xfrm>
            <a:off x="5532120" y="1627632"/>
            <a:ext cx="6254496" cy="292608"/>
          </a:xfrm>
          <a:prstGeom prst="rect">
            <a:avLst/>
          </a:prstGeom>
          <a:solidFill>
            <a:srgbClr val="10233A"/>
          </a:solidFill>
          <a:ln/>
        </p:spPr>
      </p:sp>
      <p:sp>
        <p:nvSpPr>
          <p:cNvPr id="11" name="Text 9"/>
          <p:cNvSpPr txBox="1"/>
          <p:nvPr/>
        </p:nvSpPr>
        <p:spPr>
          <a:xfrm>
            <a:off x="5596128" y="1627632"/>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2" name="Shape 10"/>
          <p:cNvSpPr/>
          <p:nvPr/>
        </p:nvSpPr>
        <p:spPr>
          <a:xfrm>
            <a:off x="411480" y="1920240"/>
            <a:ext cx="1874520" cy="457200"/>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4" name="Shape 12"/>
          <p:cNvSpPr/>
          <p:nvPr/>
        </p:nvSpPr>
        <p:spPr>
          <a:xfrm>
            <a:off x="2286000" y="1920240"/>
            <a:ext cx="3246120" cy="457200"/>
          </a:xfrm>
          <a:prstGeom prst="rect">
            <a:avLst/>
          </a:prstGeom>
          <a:solidFill>
            <a:srgbClr val="FFFFFF"/>
          </a:solidFill>
          <a:ln w="6350">
            <a:solidFill>
              <a:srgbClr val="D3DCE5"/>
            </a:solidFill>
            <a:prstDash val="solid"/>
          </a:ln>
        </p:spPr>
      </p:sp>
      <p:sp>
        <p:nvSpPr>
          <p:cNvPr id="15" name="Text 13"/>
          <p:cNvSpPr txBox="1"/>
          <p:nvPr/>
        </p:nvSpPr>
        <p:spPr>
          <a:xfrm>
            <a:off x="2350008" y="19202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6" name="Shape 14"/>
          <p:cNvSpPr/>
          <p:nvPr/>
        </p:nvSpPr>
        <p:spPr>
          <a:xfrm>
            <a:off x="5532120" y="1920240"/>
            <a:ext cx="6254496" cy="457200"/>
          </a:xfrm>
          <a:prstGeom prst="rect">
            <a:avLst/>
          </a:prstGeom>
          <a:solidFill>
            <a:srgbClr val="FFFFFF"/>
          </a:solidFill>
          <a:ln w="6350">
            <a:solidFill>
              <a:srgbClr val="D3DCE5"/>
            </a:solidFill>
            <a:prstDash val="solid"/>
          </a:ln>
        </p:spPr>
      </p:sp>
      <p:sp>
        <p:nvSpPr>
          <p:cNvPr id="17" name="Text 15"/>
          <p:cNvSpPr txBox="1"/>
          <p:nvPr/>
        </p:nvSpPr>
        <p:spPr>
          <a:xfrm>
            <a:off x="5596128" y="19202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8" name="Shape 16"/>
          <p:cNvSpPr/>
          <p:nvPr/>
        </p:nvSpPr>
        <p:spPr>
          <a:xfrm>
            <a:off x="411480" y="2377440"/>
            <a:ext cx="1874520" cy="457200"/>
          </a:xfrm>
          <a:prstGeom prst="rect">
            <a:avLst/>
          </a:prstGeom>
          <a:solidFill>
            <a:srgbClr val="F7F9FB"/>
          </a:solidFill>
          <a:ln w="6350">
            <a:solidFill>
              <a:srgbClr val="D3DCE5"/>
            </a:solidFill>
            <a:prstDash val="solid"/>
          </a:ln>
        </p:spPr>
      </p:sp>
      <p:sp>
        <p:nvSpPr>
          <p:cNvPr id="19" name="Text 17"/>
          <p:cNvSpPr txBox="1"/>
          <p:nvPr/>
        </p:nvSpPr>
        <p:spPr>
          <a:xfrm>
            <a:off x="475488" y="23774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0" name="Shape 18"/>
          <p:cNvSpPr/>
          <p:nvPr/>
        </p:nvSpPr>
        <p:spPr>
          <a:xfrm>
            <a:off x="2286000" y="2377440"/>
            <a:ext cx="3246120" cy="457200"/>
          </a:xfrm>
          <a:prstGeom prst="rect">
            <a:avLst/>
          </a:prstGeom>
          <a:solidFill>
            <a:srgbClr val="F7F9FB"/>
          </a:solidFill>
          <a:ln w="6350">
            <a:solidFill>
              <a:srgbClr val="D3DCE5"/>
            </a:solidFill>
            <a:prstDash val="solid"/>
          </a:ln>
        </p:spPr>
      </p:sp>
      <p:sp>
        <p:nvSpPr>
          <p:cNvPr id="21" name="Text 19"/>
          <p:cNvSpPr txBox="1"/>
          <p:nvPr/>
        </p:nvSpPr>
        <p:spPr>
          <a:xfrm>
            <a:off x="2350008" y="23774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2" name="Shape 20"/>
          <p:cNvSpPr/>
          <p:nvPr/>
        </p:nvSpPr>
        <p:spPr>
          <a:xfrm>
            <a:off x="5532120" y="2377440"/>
            <a:ext cx="6254496" cy="457200"/>
          </a:xfrm>
          <a:prstGeom prst="rect">
            <a:avLst/>
          </a:prstGeom>
          <a:solidFill>
            <a:srgbClr val="F7F9FB"/>
          </a:solidFill>
          <a:ln w="6350">
            <a:solidFill>
              <a:srgbClr val="D3DCE5"/>
            </a:solidFill>
            <a:prstDash val="solid"/>
          </a:ln>
        </p:spPr>
      </p:sp>
      <p:sp>
        <p:nvSpPr>
          <p:cNvPr id="23" name="Text 21"/>
          <p:cNvSpPr txBox="1"/>
          <p:nvPr/>
        </p:nvSpPr>
        <p:spPr>
          <a:xfrm>
            <a:off x="5596128" y="23774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4" name="Shape 22"/>
          <p:cNvSpPr/>
          <p:nvPr/>
        </p:nvSpPr>
        <p:spPr>
          <a:xfrm>
            <a:off x="411480" y="2834640"/>
            <a:ext cx="1874520" cy="457200"/>
          </a:xfrm>
          <a:prstGeom prst="rect">
            <a:avLst/>
          </a:prstGeom>
          <a:solidFill>
            <a:srgbClr val="FFFFFF"/>
          </a:solidFill>
          <a:ln w="6350">
            <a:solidFill>
              <a:srgbClr val="D3DCE5"/>
            </a:solidFill>
            <a:prstDash val="solid"/>
          </a:ln>
        </p:spPr>
      </p:sp>
      <p:sp>
        <p:nvSpPr>
          <p:cNvPr id="25" name="Text 23"/>
          <p:cNvSpPr txBox="1"/>
          <p:nvPr/>
        </p:nvSpPr>
        <p:spPr>
          <a:xfrm>
            <a:off x="475488" y="28346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6" name="Shape 24"/>
          <p:cNvSpPr/>
          <p:nvPr/>
        </p:nvSpPr>
        <p:spPr>
          <a:xfrm>
            <a:off x="2286000" y="2834640"/>
            <a:ext cx="3246120" cy="457200"/>
          </a:xfrm>
          <a:prstGeom prst="rect">
            <a:avLst/>
          </a:prstGeom>
          <a:solidFill>
            <a:srgbClr val="FFFFFF"/>
          </a:solidFill>
          <a:ln w="6350">
            <a:solidFill>
              <a:srgbClr val="D3DCE5"/>
            </a:solidFill>
            <a:prstDash val="solid"/>
          </a:ln>
        </p:spPr>
      </p:sp>
      <p:sp>
        <p:nvSpPr>
          <p:cNvPr id="27" name="Text 25"/>
          <p:cNvSpPr txBox="1"/>
          <p:nvPr/>
        </p:nvSpPr>
        <p:spPr>
          <a:xfrm>
            <a:off x="2350008" y="28346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8" name="Shape 26"/>
          <p:cNvSpPr/>
          <p:nvPr/>
        </p:nvSpPr>
        <p:spPr>
          <a:xfrm>
            <a:off x="5532120" y="2834640"/>
            <a:ext cx="6254496" cy="457200"/>
          </a:xfrm>
          <a:prstGeom prst="rect">
            <a:avLst/>
          </a:prstGeom>
          <a:solidFill>
            <a:srgbClr val="FFFFFF"/>
          </a:solidFill>
          <a:ln w="6350">
            <a:solidFill>
              <a:srgbClr val="D3DCE5"/>
            </a:solidFill>
            <a:prstDash val="solid"/>
          </a:ln>
        </p:spPr>
      </p:sp>
      <p:sp>
        <p:nvSpPr>
          <p:cNvPr id="29" name="Text 27"/>
          <p:cNvSpPr txBox="1"/>
          <p:nvPr/>
        </p:nvSpPr>
        <p:spPr>
          <a:xfrm>
            <a:off x="5596128" y="28346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0" name="Shape 28"/>
          <p:cNvSpPr/>
          <p:nvPr/>
        </p:nvSpPr>
        <p:spPr>
          <a:xfrm>
            <a:off x="411480" y="3291840"/>
            <a:ext cx="1874520" cy="457200"/>
          </a:xfrm>
          <a:prstGeom prst="rect">
            <a:avLst/>
          </a:prstGeom>
          <a:solidFill>
            <a:srgbClr val="F7F9FB"/>
          </a:solidFill>
          <a:ln w="6350">
            <a:solidFill>
              <a:srgbClr val="D3DCE5"/>
            </a:solidFill>
            <a:prstDash val="solid"/>
          </a:ln>
        </p:spPr>
      </p:sp>
      <p:sp>
        <p:nvSpPr>
          <p:cNvPr id="31" name="Text 29"/>
          <p:cNvSpPr txBox="1"/>
          <p:nvPr/>
        </p:nvSpPr>
        <p:spPr>
          <a:xfrm>
            <a:off x="475488" y="32918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2" name="Shape 30"/>
          <p:cNvSpPr/>
          <p:nvPr/>
        </p:nvSpPr>
        <p:spPr>
          <a:xfrm>
            <a:off x="2286000" y="3291840"/>
            <a:ext cx="3246120" cy="457200"/>
          </a:xfrm>
          <a:prstGeom prst="rect">
            <a:avLst/>
          </a:prstGeom>
          <a:solidFill>
            <a:srgbClr val="F7F9FB"/>
          </a:solidFill>
          <a:ln w="6350">
            <a:solidFill>
              <a:srgbClr val="D3DCE5"/>
            </a:solidFill>
            <a:prstDash val="solid"/>
          </a:ln>
        </p:spPr>
      </p:sp>
      <p:sp>
        <p:nvSpPr>
          <p:cNvPr id="33" name="Text 31"/>
          <p:cNvSpPr txBox="1"/>
          <p:nvPr/>
        </p:nvSpPr>
        <p:spPr>
          <a:xfrm>
            <a:off x="2350008" y="3291840"/>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4" name="Shape 32"/>
          <p:cNvSpPr/>
          <p:nvPr/>
        </p:nvSpPr>
        <p:spPr>
          <a:xfrm>
            <a:off x="5532120" y="3291840"/>
            <a:ext cx="6254496" cy="457200"/>
          </a:xfrm>
          <a:prstGeom prst="rect">
            <a:avLst/>
          </a:prstGeom>
          <a:solidFill>
            <a:srgbClr val="F7F9FB"/>
          </a:solidFill>
          <a:ln w="6350">
            <a:solidFill>
              <a:srgbClr val="D3DCE5"/>
            </a:solidFill>
            <a:prstDash val="solid"/>
          </a:ln>
        </p:spPr>
      </p:sp>
      <p:sp>
        <p:nvSpPr>
          <p:cNvPr id="35" name="Text 33"/>
          <p:cNvSpPr txBox="1"/>
          <p:nvPr/>
        </p:nvSpPr>
        <p:spPr>
          <a:xfrm>
            <a:off x="5596128" y="32918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6" name="Shape 34"/>
          <p:cNvSpPr/>
          <p:nvPr/>
        </p:nvSpPr>
        <p:spPr>
          <a:xfrm>
            <a:off x="411480" y="3749040"/>
            <a:ext cx="1874520" cy="457200"/>
          </a:xfrm>
          <a:prstGeom prst="rect">
            <a:avLst/>
          </a:prstGeom>
          <a:solidFill>
            <a:srgbClr val="FFFFFF"/>
          </a:solidFill>
          <a:ln w="6350">
            <a:solidFill>
              <a:srgbClr val="D3DCE5"/>
            </a:solidFill>
            <a:prstDash val="solid"/>
          </a:ln>
        </p:spPr>
      </p:sp>
      <p:sp>
        <p:nvSpPr>
          <p:cNvPr id="37" name="Text 35"/>
          <p:cNvSpPr txBox="1"/>
          <p:nvPr/>
        </p:nvSpPr>
        <p:spPr>
          <a:xfrm>
            <a:off x="475488" y="37490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8" name="Shape 36"/>
          <p:cNvSpPr/>
          <p:nvPr/>
        </p:nvSpPr>
        <p:spPr>
          <a:xfrm>
            <a:off x="2286000" y="3749040"/>
            <a:ext cx="3246120" cy="457200"/>
          </a:xfrm>
          <a:prstGeom prst="rect">
            <a:avLst/>
          </a:prstGeom>
          <a:solidFill>
            <a:srgbClr val="FFFFFF"/>
          </a:solidFill>
          <a:ln w="6350">
            <a:solidFill>
              <a:srgbClr val="D3DCE5"/>
            </a:solidFill>
            <a:prstDash val="solid"/>
          </a:ln>
        </p:spPr>
      </p:sp>
      <p:sp>
        <p:nvSpPr>
          <p:cNvPr id="39" name="Text 37"/>
          <p:cNvSpPr txBox="1"/>
          <p:nvPr/>
        </p:nvSpPr>
        <p:spPr>
          <a:xfrm>
            <a:off x="2350008" y="37490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0" name="Shape 38"/>
          <p:cNvSpPr/>
          <p:nvPr/>
        </p:nvSpPr>
        <p:spPr>
          <a:xfrm>
            <a:off x="5532120" y="3749040"/>
            <a:ext cx="6254496" cy="457200"/>
          </a:xfrm>
          <a:prstGeom prst="rect">
            <a:avLst/>
          </a:prstGeom>
          <a:solidFill>
            <a:srgbClr val="FFFFFF"/>
          </a:solidFill>
          <a:ln w="6350">
            <a:solidFill>
              <a:srgbClr val="D3DCE5"/>
            </a:solidFill>
            <a:prstDash val="solid"/>
          </a:ln>
        </p:spPr>
      </p:sp>
      <p:sp>
        <p:nvSpPr>
          <p:cNvPr id="41" name="Text 39"/>
          <p:cNvSpPr txBox="1"/>
          <p:nvPr/>
        </p:nvSpPr>
        <p:spPr>
          <a:xfrm>
            <a:off x="5596128" y="37490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2" name="Shape 40"/>
          <p:cNvSpPr/>
          <p:nvPr/>
        </p:nvSpPr>
        <p:spPr>
          <a:xfrm>
            <a:off x="411480" y="4370832"/>
            <a:ext cx="5577840" cy="1572768"/>
          </a:xfrm>
          <a:prstGeom prst="rect">
            <a:avLst/>
          </a:prstGeom>
          <a:solidFill>
            <a:srgbClr val="D6EBE7"/>
          </a:solidFill>
          <a:ln w="9525">
            <a:solidFill>
              <a:srgbClr val="AFD3CC"/>
            </a:solidFill>
            <a:prstDash val="solid"/>
          </a:ln>
        </p:spPr>
      </p:sp>
      <p:sp>
        <p:nvSpPr>
          <p:cNvPr id="43" name="Text 41"/>
          <p:cNvSpPr txBox="1"/>
          <p:nvPr/>
        </p:nvSpPr>
        <p:spPr>
          <a:xfrm>
            <a:off x="576072" y="449884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4" name="Text 42"/>
          <p:cNvSpPr txBox="1"/>
          <p:nvPr/>
        </p:nvSpPr>
        <p:spPr>
          <a:xfrm>
            <a:off x="576072" y="4828032"/>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5" name="Shape 43"/>
          <p:cNvSpPr/>
          <p:nvPr/>
        </p:nvSpPr>
        <p:spPr>
          <a:xfrm>
            <a:off x="6208776" y="4370832"/>
            <a:ext cx="5577840" cy="1572768"/>
          </a:xfrm>
          <a:prstGeom prst="rect">
            <a:avLst/>
          </a:prstGeom>
          <a:solidFill>
            <a:srgbClr val="FBEBD9"/>
          </a:solidFill>
          <a:ln w="9525">
            <a:solidFill>
              <a:srgbClr val="E8C9A3"/>
            </a:solidFill>
            <a:prstDash val="solid"/>
          </a:ln>
        </p:spPr>
      </p:sp>
      <p:sp>
        <p:nvSpPr>
          <p:cNvPr id="46" name="Text 44"/>
          <p:cNvSpPr txBox="1"/>
          <p:nvPr/>
        </p:nvSpPr>
        <p:spPr>
          <a:xfrm>
            <a:off x="6373368" y="449884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7" name="Text 45"/>
          <p:cNvSpPr txBox="1"/>
          <p:nvPr/>
        </p:nvSpPr>
        <p:spPr>
          <a:xfrm>
            <a:off x="6373368" y="4828032"/>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A7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mid-stream plant: where the level-one thesis becomes a product</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100% owned, opened June 2026, first production guided for the September 2026 quarter. It cuts emissions from the most energy-intensive step and moves PLS down the value chain.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C2610A"/>
                </a:solidFill>
                <a:latin typeface="Cambria" pitchFamily="34" charset="0"/>
                <a:ea typeface="Cambria" pitchFamily="34" charset="-122"/>
                <a:cs typeface="Cambria" pitchFamily="34" charset="-120"/>
              </a:rPr>
              <a:t>Sep-qtr 2026</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8" name="Shape 16"/>
          <p:cNvSpPr/>
          <p:nvPr/>
        </p:nvSpPr>
        <p:spPr>
          <a:xfrm>
            <a:off x="411480" y="3108960"/>
            <a:ext cx="5577840" cy="2121408"/>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actually does</a:t>
            </a:r>
            <a:endParaRPr lang="en-US" sz="1150" dirty="0"/>
          </a:p>
        </p:txBody>
      </p:sp>
      <p:sp>
        <p:nvSpPr>
          <p:cNvPr id="20" name="Text 18"/>
          <p:cNvSpPr txBox="1"/>
          <p:nvPr/>
        </p:nvSpPr>
        <p:spPr>
          <a:xfrm>
            <a:off x="594360"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880" dirty="0"/>
          </a:p>
        </p:txBody>
      </p:sp>
      <p:sp>
        <p:nvSpPr>
          <p:cNvPr id="21" name="Shape 19"/>
          <p:cNvSpPr/>
          <p:nvPr/>
        </p:nvSpPr>
        <p:spPr>
          <a:xfrm>
            <a:off x="6208776" y="3108960"/>
            <a:ext cx="5577840" cy="2121408"/>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3" name="Text 21"/>
          <p:cNvSpPr txBox="1"/>
          <p:nvPr/>
        </p:nvSpPr>
        <p:spPr>
          <a:xfrm>
            <a:off x="6391656"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A$6.12 target.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A8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POSCO joint venture: a non-China conversion route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18% of a 43,000 tonne per year lithium hydroxide plant in Korea, with an option to lift the stake to 30%. Small in earnings, strategically disproportionate.</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8404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2" name="Shape 10"/>
          <p:cNvSpPr/>
          <p:nvPr/>
        </p:nvSpPr>
        <p:spPr>
          <a:xfrm>
            <a:off x="3200400" y="1636776"/>
            <a:ext cx="8586216" cy="38404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4" name="Shape 12"/>
          <p:cNvSpPr/>
          <p:nvPr/>
        </p:nvSpPr>
        <p:spPr>
          <a:xfrm>
            <a:off x="411480" y="2020824"/>
            <a:ext cx="2788920" cy="384048"/>
          </a:xfrm>
          <a:prstGeom prst="rect">
            <a:avLst/>
          </a:prstGeom>
          <a:solidFill>
            <a:srgbClr val="F7F9FB"/>
          </a:solidFill>
          <a:ln w="6350">
            <a:solidFill>
              <a:srgbClr val="D3DCE5"/>
            </a:solidFill>
            <a:prstDash val="solid"/>
          </a:ln>
        </p:spPr>
      </p:sp>
      <p:sp>
        <p:nvSpPr>
          <p:cNvPr id="15" name="Text 13"/>
          <p:cNvSpPr txBox="1"/>
          <p:nvPr/>
        </p:nvSpPr>
        <p:spPr>
          <a:xfrm>
            <a:off x="475488" y="202082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6" name="Shape 14"/>
          <p:cNvSpPr/>
          <p:nvPr/>
        </p:nvSpPr>
        <p:spPr>
          <a:xfrm>
            <a:off x="3200400" y="2020824"/>
            <a:ext cx="8586216" cy="384048"/>
          </a:xfrm>
          <a:prstGeom prst="rect">
            <a:avLst/>
          </a:prstGeom>
          <a:solidFill>
            <a:srgbClr val="F7F9FB"/>
          </a:solidFill>
          <a:ln w="6350">
            <a:solidFill>
              <a:srgbClr val="D3DCE5"/>
            </a:solidFill>
            <a:prstDash val="solid"/>
          </a:ln>
        </p:spPr>
      </p:sp>
      <p:sp>
        <p:nvSpPr>
          <p:cNvPr id="17" name="Text 15"/>
          <p:cNvSpPr txBox="1"/>
          <p:nvPr/>
        </p:nvSpPr>
        <p:spPr>
          <a:xfrm>
            <a:off x="3264408" y="202082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8" name="Shape 16"/>
          <p:cNvSpPr/>
          <p:nvPr/>
        </p:nvSpPr>
        <p:spPr>
          <a:xfrm>
            <a:off x="411480" y="2404872"/>
            <a:ext cx="2788920" cy="384048"/>
          </a:xfrm>
          <a:prstGeom prst="rect">
            <a:avLst/>
          </a:prstGeom>
          <a:solidFill>
            <a:srgbClr val="FFFFFF"/>
          </a:solidFill>
          <a:ln w="6350">
            <a:solidFill>
              <a:srgbClr val="D3DCE5"/>
            </a:solidFill>
            <a:prstDash val="solid"/>
          </a:ln>
        </p:spPr>
      </p:sp>
      <p:sp>
        <p:nvSpPr>
          <p:cNvPr id="19" name="Text 17"/>
          <p:cNvSpPr txBox="1"/>
          <p:nvPr/>
        </p:nvSpPr>
        <p:spPr>
          <a:xfrm>
            <a:off x="475488" y="240487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0" name="Shape 18"/>
          <p:cNvSpPr/>
          <p:nvPr/>
        </p:nvSpPr>
        <p:spPr>
          <a:xfrm>
            <a:off x="3200400" y="2404872"/>
            <a:ext cx="8586216" cy="384048"/>
          </a:xfrm>
          <a:prstGeom prst="rect">
            <a:avLst/>
          </a:prstGeom>
          <a:solidFill>
            <a:srgbClr val="FFFFFF"/>
          </a:solidFill>
          <a:ln w="6350">
            <a:solidFill>
              <a:srgbClr val="D3DCE5"/>
            </a:solidFill>
            <a:prstDash val="solid"/>
          </a:ln>
        </p:spPr>
      </p:sp>
      <p:sp>
        <p:nvSpPr>
          <p:cNvPr id="21" name="Text 19"/>
          <p:cNvSpPr txBox="1"/>
          <p:nvPr/>
        </p:nvSpPr>
        <p:spPr>
          <a:xfrm>
            <a:off x="3264408" y="240487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2" name="Shape 20"/>
          <p:cNvSpPr/>
          <p:nvPr/>
        </p:nvSpPr>
        <p:spPr>
          <a:xfrm>
            <a:off x="411480" y="2788920"/>
            <a:ext cx="2788920" cy="384048"/>
          </a:xfrm>
          <a:prstGeom prst="rect">
            <a:avLst/>
          </a:prstGeom>
          <a:solidFill>
            <a:srgbClr val="F7F9FB"/>
          </a:solidFill>
          <a:ln w="6350">
            <a:solidFill>
              <a:srgbClr val="D3DCE5"/>
            </a:solidFill>
            <a:prstDash val="solid"/>
          </a:ln>
        </p:spPr>
      </p:sp>
      <p:sp>
        <p:nvSpPr>
          <p:cNvPr id="23" name="Text 21"/>
          <p:cNvSpPr txBox="1"/>
          <p:nvPr/>
        </p:nvSpPr>
        <p:spPr>
          <a:xfrm>
            <a:off x="475488" y="278892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4" name="Shape 22"/>
          <p:cNvSpPr/>
          <p:nvPr/>
        </p:nvSpPr>
        <p:spPr>
          <a:xfrm>
            <a:off x="3200400" y="2788920"/>
            <a:ext cx="8586216" cy="384048"/>
          </a:xfrm>
          <a:prstGeom prst="rect">
            <a:avLst/>
          </a:prstGeom>
          <a:solidFill>
            <a:srgbClr val="F7F9FB"/>
          </a:solidFill>
          <a:ln w="6350">
            <a:solidFill>
              <a:srgbClr val="D3DCE5"/>
            </a:solidFill>
            <a:prstDash val="solid"/>
          </a:ln>
        </p:spPr>
      </p:sp>
      <p:sp>
        <p:nvSpPr>
          <p:cNvPr id="25" name="Text 23"/>
          <p:cNvSpPr txBox="1"/>
          <p:nvPr/>
        </p:nvSpPr>
        <p:spPr>
          <a:xfrm>
            <a:off x="3264408" y="278892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6" name="Shape 24"/>
          <p:cNvSpPr/>
          <p:nvPr/>
        </p:nvSpPr>
        <p:spPr>
          <a:xfrm>
            <a:off x="411480" y="3172968"/>
            <a:ext cx="2788920" cy="384048"/>
          </a:xfrm>
          <a:prstGeom prst="rect">
            <a:avLst/>
          </a:prstGeom>
          <a:solidFill>
            <a:srgbClr val="FFFFFF"/>
          </a:solidFill>
          <a:ln w="6350">
            <a:solidFill>
              <a:srgbClr val="D3DCE5"/>
            </a:solidFill>
            <a:prstDash val="solid"/>
          </a:ln>
        </p:spPr>
      </p:sp>
      <p:sp>
        <p:nvSpPr>
          <p:cNvPr id="27" name="Text 25"/>
          <p:cNvSpPr txBox="1"/>
          <p:nvPr/>
        </p:nvSpPr>
        <p:spPr>
          <a:xfrm>
            <a:off x="475488" y="317296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8" name="Shape 26"/>
          <p:cNvSpPr/>
          <p:nvPr/>
        </p:nvSpPr>
        <p:spPr>
          <a:xfrm>
            <a:off x="3200400" y="3172968"/>
            <a:ext cx="8586216" cy="384048"/>
          </a:xfrm>
          <a:prstGeom prst="rect">
            <a:avLst/>
          </a:prstGeom>
          <a:solidFill>
            <a:srgbClr val="FFFFFF"/>
          </a:solidFill>
          <a:ln w="6350">
            <a:solidFill>
              <a:srgbClr val="D3DCE5"/>
            </a:solidFill>
            <a:prstDash val="solid"/>
          </a:ln>
        </p:spPr>
      </p:sp>
      <p:sp>
        <p:nvSpPr>
          <p:cNvPr id="29" name="Text 27"/>
          <p:cNvSpPr txBox="1"/>
          <p:nvPr/>
        </p:nvSpPr>
        <p:spPr>
          <a:xfrm>
            <a:off x="3264408" y="317296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0" name="Shape 28"/>
          <p:cNvSpPr/>
          <p:nvPr/>
        </p:nvSpPr>
        <p:spPr>
          <a:xfrm>
            <a:off x="411480" y="3557016"/>
            <a:ext cx="2788920" cy="384048"/>
          </a:xfrm>
          <a:prstGeom prst="rect">
            <a:avLst/>
          </a:prstGeom>
          <a:solidFill>
            <a:srgbClr val="D6EBE7"/>
          </a:solidFill>
          <a:ln w="6350">
            <a:solidFill>
              <a:srgbClr val="D3DCE5"/>
            </a:solidFill>
            <a:prstDash val="solid"/>
          </a:ln>
        </p:spPr>
      </p:sp>
      <p:sp>
        <p:nvSpPr>
          <p:cNvPr id="31" name="Text 29"/>
          <p:cNvSpPr txBox="1"/>
          <p:nvPr/>
        </p:nvSpPr>
        <p:spPr>
          <a:xfrm>
            <a:off x="475488" y="355701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2" name="Shape 30"/>
          <p:cNvSpPr/>
          <p:nvPr/>
        </p:nvSpPr>
        <p:spPr>
          <a:xfrm>
            <a:off x="3200400" y="3557016"/>
            <a:ext cx="8586216" cy="384048"/>
          </a:xfrm>
          <a:prstGeom prst="rect">
            <a:avLst/>
          </a:prstGeom>
          <a:solidFill>
            <a:srgbClr val="D6EBE7"/>
          </a:solidFill>
          <a:ln w="6350">
            <a:solidFill>
              <a:srgbClr val="D3DCE5"/>
            </a:solidFill>
            <a:prstDash val="solid"/>
          </a:ln>
        </p:spPr>
      </p:sp>
      <p:sp>
        <p:nvSpPr>
          <p:cNvPr id="33" name="Text 31"/>
          <p:cNvSpPr txBox="1"/>
          <p:nvPr/>
        </p:nvSpPr>
        <p:spPr>
          <a:xfrm>
            <a:off x="3264408" y="355701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4" name="Shape 32"/>
          <p:cNvSpPr/>
          <p:nvPr/>
        </p:nvSpPr>
        <p:spPr>
          <a:xfrm>
            <a:off x="411480" y="3941064"/>
            <a:ext cx="2788920" cy="384048"/>
          </a:xfrm>
          <a:prstGeom prst="rect">
            <a:avLst/>
          </a:prstGeom>
          <a:solidFill>
            <a:srgbClr val="FBEBD9"/>
          </a:solidFill>
          <a:ln w="6350">
            <a:solidFill>
              <a:srgbClr val="D3DCE5"/>
            </a:solidFill>
            <a:prstDash val="solid"/>
          </a:ln>
        </p:spPr>
      </p:sp>
      <p:sp>
        <p:nvSpPr>
          <p:cNvPr id="35" name="Text 33"/>
          <p:cNvSpPr txBox="1"/>
          <p:nvPr/>
        </p:nvSpPr>
        <p:spPr>
          <a:xfrm>
            <a:off x="475488" y="394106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6" name="Shape 34"/>
          <p:cNvSpPr/>
          <p:nvPr/>
        </p:nvSpPr>
        <p:spPr>
          <a:xfrm>
            <a:off x="3200400" y="3941064"/>
            <a:ext cx="8586216" cy="384048"/>
          </a:xfrm>
          <a:prstGeom prst="rect">
            <a:avLst/>
          </a:prstGeom>
          <a:solidFill>
            <a:srgbClr val="FBEBD9"/>
          </a:solidFill>
          <a:ln w="6350">
            <a:solidFill>
              <a:srgbClr val="D3DCE5"/>
            </a:solidFill>
            <a:prstDash val="solid"/>
          </a:ln>
        </p:spPr>
      </p:sp>
      <p:sp>
        <p:nvSpPr>
          <p:cNvPr id="37" name="Text 35"/>
          <p:cNvSpPr txBox="1"/>
          <p:nvPr/>
        </p:nvSpPr>
        <p:spPr>
          <a:xfrm>
            <a:off x="3264408" y="394106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8" name="Shape 36"/>
          <p:cNvSpPr/>
          <p:nvPr/>
        </p:nvSpPr>
        <p:spPr>
          <a:xfrm>
            <a:off x="411480" y="4553712"/>
            <a:ext cx="11375136" cy="1188720"/>
          </a:xfrm>
          <a:prstGeom prst="rect">
            <a:avLst/>
          </a:prstGeom>
          <a:solidFill>
            <a:srgbClr val="EEF2F6"/>
          </a:solidFill>
          <a:ln w="9525">
            <a:solidFill>
              <a:srgbClr val="D3DCE5"/>
            </a:solidFill>
            <a:prstDash val="solid"/>
          </a:ln>
        </p:spPr>
      </p:sp>
      <p:sp>
        <p:nvSpPr>
          <p:cNvPr id="39" name="Text 37"/>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0" name="Text 38"/>
          <p:cNvSpPr txBox="1"/>
          <p:nvPr/>
        </p:nvSpPr>
        <p:spPr>
          <a:xfrm>
            <a:off x="576072" y="5010912"/>
            <a:ext cx="11045952" cy="6400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1" name="Text 3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50" dirty="0"/>
          </a:p>
        </p:txBody>
      </p:sp>
      <p:sp>
        <p:nvSpPr>
          <p:cNvPr id="42" name="Text 4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A9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Colina, Brazil: a second jurisdiction, a decade out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Acquired in all-scrip at the bottom of the cycle. Real optionality, but no final investment decision, no permits and no production before the 2030s on our numbers.</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1546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2" name="Shape 10"/>
          <p:cNvSpPr/>
          <p:nvPr/>
        </p:nvSpPr>
        <p:spPr>
          <a:xfrm>
            <a:off x="3200400" y="1636776"/>
            <a:ext cx="8586216" cy="31546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4" name="Shape 12"/>
          <p:cNvSpPr/>
          <p:nvPr/>
        </p:nvSpPr>
        <p:spPr>
          <a:xfrm>
            <a:off x="411480" y="1952244"/>
            <a:ext cx="2788920" cy="315468"/>
          </a:xfrm>
          <a:prstGeom prst="rect">
            <a:avLst/>
          </a:prstGeom>
          <a:solidFill>
            <a:srgbClr val="F7F9FB"/>
          </a:solidFill>
          <a:ln w="6350">
            <a:solidFill>
              <a:srgbClr val="D3DCE5"/>
            </a:solidFill>
            <a:prstDash val="solid"/>
          </a:ln>
        </p:spPr>
      </p:sp>
      <p:sp>
        <p:nvSpPr>
          <p:cNvPr id="15" name="Text 13"/>
          <p:cNvSpPr txBox="1"/>
          <p:nvPr/>
        </p:nvSpPr>
        <p:spPr>
          <a:xfrm>
            <a:off x="475488" y="195224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6" name="Shape 14"/>
          <p:cNvSpPr/>
          <p:nvPr/>
        </p:nvSpPr>
        <p:spPr>
          <a:xfrm>
            <a:off x="3200400" y="1952244"/>
            <a:ext cx="8586216" cy="315468"/>
          </a:xfrm>
          <a:prstGeom prst="rect">
            <a:avLst/>
          </a:prstGeom>
          <a:solidFill>
            <a:srgbClr val="F7F9FB"/>
          </a:solidFill>
          <a:ln w="6350">
            <a:solidFill>
              <a:srgbClr val="D3DCE5"/>
            </a:solidFill>
            <a:prstDash val="solid"/>
          </a:ln>
        </p:spPr>
      </p:sp>
      <p:sp>
        <p:nvSpPr>
          <p:cNvPr id="17" name="Text 15"/>
          <p:cNvSpPr txBox="1"/>
          <p:nvPr/>
        </p:nvSpPr>
        <p:spPr>
          <a:xfrm>
            <a:off x="3264408" y="195224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8" name="Shape 16"/>
          <p:cNvSpPr/>
          <p:nvPr/>
        </p:nvSpPr>
        <p:spPr>
          <a:xfrm>
            <a:off x="411480" y="2267712"/>
            <a:ext cx="2788920" cy="315468"/>
          </a:xfrm>
          <a:prstGeom prst="rect">
            <a:avLst/>
          </a:prstGeom>
          <a:solidFill>
            <a:srgbClr val="FFFFFF"/>
          </a:solidFill>
          <a:ln w="6350">
            <a:solidFill>
              <a:srgbClr val="D3DCE5"/>
            </a:solidFill>
            <a:prstDash val="solid"/>
          </a:ln>
        </p:spPr>
      </p:sp>
      <p:sp>
        <p:nvSpPr>
          <p:cNvPr id="19" name="Text 17"/>
          <p:cNvSpPr txBox="1"/>
          <p:nvPr/>
        </p:nvSpPr>
        <p:spPr>
          <a:xfrm>
            <a:off x="475488" y="226771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0" name="Shape 18"/>
          <p:cNvSpPr/>
          <p:nvPr/>
        </p:nvSpPr>
        <p:spPr>
          <a:xfrm>
            <a:off x="3200400" y="2267712"/>
            <a:ext cx="8586216" cy="315468"/>
          </a:xfrm>
          <a:prstGeom prst="rect">
            <a:avLst/>
          </a:prstGeom>
          <a:solidFill>
            <a:srgbClr val="FFFFFF"/>
          </a:solidFill>
          <a:ln w="6350">
            <a:solidFill>
              <a:srgbClr val="D3DCE5"/>
            </a:solidFill>
            <a:prstDash val="solid"/>
          </a:ln>
        </p:spPr>
      </p:sp>
      <p:sp>
        <p:nvSpPr>
          <p:cNvPr id="21" name="Text 19"/>
          <p:cNvSpPr txBox="1"/>
          <p:nvPr/>
        </p:nvSpPr>
        <p:spPr>
          <a:xfrm>
            <a:off x="3264408" y="226771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2" name="Shape 20"/>
          <p:cNvSpPr/>
          <p:nvPr/>
        </p:nvSpPr>
        <p:spPr>
          <a:xfrm>
            <a:off x="411480" y="2583180"/>
            <a:ext cx="2788920" cy="315468"/>
          </a:xfrm>
          <a:prstGeom prst="rect">
            <a:avLst/>
          </a:prstGeom>
          <a:solidFill>
            <a:srgbClr val="F7F9FB"/>
          </a:solidFill>
          <a:ln w="6350">
            <a:solidFill>
              <a:srgbClr val="D3DCE5"/>
            </a:solidFill>
            <a:prstDash val="solid"/>
          </a:ln>
        </p:spPr>
      </p:sp>
      <p:sp>
        <p:nvSpPr>
          <p:cNvPr id="23" name="Text 21"/>
          <p:cNvSpPr txBox="1"/>
          <p:nvPr/>
        </p:nvSpPr>
        <p:spPr>
          <a:xfrm>
            <a:off x="475488" y="258318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4" name="Shape 22"/>
          <p:cNvSpPr/>
          <p:nvPr/>
        </p:nvSpPr>
        <p:spPr>
          <a:xfrm>
            <a:off x="3200400" y="2583180"/>
            <a:ext cx="8586216" cy="315468"/>
          </a:xfrm>
          <a:prstGeom prst="rect">
            <a:avLst/>
          </a:prstGeom>
          <a:solidFill>
            <a:srgbClr val="F7F9FB"/>
          </a:solidFill>
          <a:ln w="6350">
            <a:solidFill>
              <a:srgbClr val="D3DCE5"/>
            </a:solidFill>
            <a:prstDash val="solid"/>
          </a:ln>
        </p:spPr>
      </p:sp>
      <p:sp>
        <p:nvSpPr>
          <p:cNvPr id="25" name="Text 23"/>
          <p:cNvSpPr txBox="1"/>
          <p:nvPr/>
        </p:nvSpPr>
        <p:spPr>
          <a:xfrm>
            <a:off x="3264408" y="258318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6" name="Shape 24"/>
          <p:cNvSpPr/>
          <p:nvPr/>
        </p:nvSpPr>
        <p:spPr>
          <a:xfrm>
            <a:off x="411480" y="2898648"/>
            <a:ext cx="2788920" cy="315468"/>
          </a:xfrm>
          <a:prstGeom prst="rect">
            <a:avLst/>
          </a:prstGeom>
          <a:solidFill>
            <a:srgbClr val="FFFFFF"/>
          </a:solidFill>
          <a:ln w="6350">
            <a:solidFill>
              <a:srgbClr val="D3DCE5"/>
            </a:solidFill>
            <a:prstDash val="solid"/>
          </a:ln>
        </p:spPr>
      </p:sp>
      <p:sp>
        <p:nvSpPr>
          <p:cNvPr id="27" name="Text 25"/>
          <p:cNvSpPr txBox="1"/>
          <p:nvPr/>
        </p:nvSpPr>
        <p:spPr>
          <a:xfrm>
            <a:off x="475488" y="289864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8" name="Shape 26"/>
          <p:cNvSpPr/>
          <p:nvPr/>
        </p:nvSpPr>
        <p:spPr>
          <a:xfrm>
            <a:off x="3200400" y="2898648"/>
            <a:ext cx="8586216" cy="315468"/>
          </a:xfrm>
          <a:prstGeom prst="rect">
            <a:avLst/>
          </a:prstGeom>
          <a:solidFill>
            <a:srgbClr val="FFFFFF"/>
          </a:solidFill>
          <a:ln w="6350">
            <a:solidFill>
              <a:srgbClr val="D3DCE5"/>
            </a:solidFill>
            <a:prstDash val="solid"/>
          </a:ln>
        </p:spPr>
      </p:sp>
      <p:sp>
        <p:nvSpPr>
          <p:cNvPr id="29" name="Text 27"/>
          <p:cNvSpPr txBox="1"/>
          <p:nvPr/>
        </p:nvSpPr>
        <p:spPr>
          <a:xfrm>
            <a:off x="3264408" y="289864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0" name="Shape 28"/>
          <p:cNvSpPr/>
          <p:nvPr/>
        </p:nvSpPr>
        <p:spPr>
          <a:xfrm>
            <a:off x="411480" y="3214116"/>
            <a:ext cx="2788920" cy="315468"/>
          </a:xfrm>
          <a:prstGeom prst="rect">
            <a:avLst/>
          </a:prstGeom>
          <a:solidFill>
            <a:srgbClr val="F7F9FB"/>
          </a:solidFill>
          <a:ln w="6350">
            <a:solidFill>
              <a:srgbClr val="D3DCE5"/>
            </a:solidFill>
            <a:prstDash val="solid"/>
          </a:ln>
        </p:spPr>
      </p:sp>
      <p:sp>
        <p:nvSpPr>
          <p:cNvPr id="31" name="Text 29"/>
          <p:cNvSpPr txBox="1"/>
          <p:nvPr/>
        </p:nvSpPr>
        <p:spPr>
          <a:xfrm>
            <a:off x="475488" y="321411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2" name="Shape 30"/>
          <p:cNvSpPr/>
          <p:nvPr/>
        </p:nvSpPr>
        <p:spPr>
          <a:xfrm>
            <a:off x="3200400" y="3214116"/>
            <a:ext cx="8586216" cy="315468"/>
          </a:xfrm>
          <a:prstGeom prst="rect">
            <a:avLst/>
          </a:prstGeom>
          <a:solidFill>
            <a:srgbClr val="F7F9FB"/>
          </a:solidFill>
          <a:ln w="6350">
            <a:solidFill>
              <a:srgbClr val="D3DCE5"/>
            </a:solidFill>
            <a:prstDash val="solid"/>
          </a:ln>
        </p:spPr>
      </p:sp>
      <p:sp>
        <p:nvSpPr>
          <p:cNvPr id="33" name="Text 31"/>
          <p:cNvSpPr txBox="1"/>
          <p:nvPr/>
        </p:nvSpPr>
        <p:spPr>
          <a:xfrm>
            <a:off x="3264408" y="321411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4" name="Shape 32"/>
          <p:cNvSpPr/>
          <p:nvPr/>
        </p:nvSpPr>
        <p:spPr>
          <a:xfrm>
            <a:off x="411480" y="3529584"/>
            <a:ext cx="2788920" cy="315468"/>
          </a:xfrm>
          <a:prstGeom prst="rect">
            <a:avLst/>
          </a:prstGeom>
          <a:solidFill>
            <a:srgbClr val="FFFFFF"/>
          </a:solidFill>
          <a:ln w="6350">
            <a:solidFill>
              <a:srgbClr val="D3DCE5"/>
            </a:solidFill>
            <a:prstDash val="solid"/>
          </a:ln>
        </p:spPr>
      </p:sp>
      <p:sp>
        <p:nvSpPr>
          <p:cNvPr id="35" name="Text 33"/>
          <p:cNvSpPr txBox="1"/>
          <p:nvPr/>
        </p:nvSpPr>
        <p:spPr>
          <a:xfrm>
            <a:off x="475488" y="352958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6" name="Shape 34"/>
          <p:cNvSpPr/>
          <p:nvPr/>
        </p:nvSpPr>
        <p:spPr>
          <a:xfrm>
            <a:off x="3200400" y="3529584"/>
            <a:ext cx="8586216" cy="315468"/>
          </a:xfrm>
          <a:prstGeom prst="rect">
            <a:avLst/>
          </a:prstGeom>
          <a:solidFill>
            <a:srgbClr val="FFFFFF"/>
          </a:solidFill>
          <a:ln w="6350">
            <a:solidFill>
              <a:srgbClr val="D3DCE5"/>
            </a:solidFill>
            <a:prstDash val="solid"/>
          </a:ln>
        </p:spPr>
      </p:sp>
      <p:sp>
        <p:nvSpPr>
          <p:cNvPr id="37" name="Text 35"/>
          <p:cNvSpPr txBox="1"/>
          <p:nvPr/>
        </p:nvSpPr>
        <p:spPr>
          <a:xfrm>
            <a:off x="3264408" y="352958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8" name="Shape 36"/>
          <p:cNvSpPr/>
          <p:nvPr/>
        </p:nvSpPr>
        <p:spPr>
          <a:xfrm>
            <a:off x="411480" y="3845052"/>
            <a:ext cx="2788920" cy="315468"/>
          </a:xfrm>
          <a:prstGeom prst="rect">
            <a:avLst/>
          </a:prstGeom>
          <a:solidFill>
            <a:srgbClr val="F7F9FB"/>
          </a:solidFill>
          <a:ln w="6350">
            <a:solidFill>
              <a:srgbClr val="D3DCE5"/>
            </a:solidFill>
            <a:prstDash val="solid"/>
          </a:ln>
        </p:spPr>
      </p:sp>
      <p:sp>
        <p:nvSpPr>
          <p:cNvPr id="39" name="Text 37"/>
          <p:cNvSpPr txBox="1"/>
          <p:nvPr/>
        </p:nvSpPr>
        <p:spPr>
          <a:xfrm>
            <a:off x="475488" y="384505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0" name="Shape 38"/>
          <p:cNvSpPr/>
          <p:nvPr/>
        </p:nvSpPr>
        <p:spPr>
          <a:xfrm>
            <a:off x="3200400" y="3845052"/>
            <a:ext cx="8586216" cy="315468"/>
          </a:xfrm>
          <a:prstGeom prst="rect">
            <a:avLst/>
          </a:prstGeom>
          <a:solidFill>
            <a:srgbClr val="F7F9FB"/>
          </a:solidFill>
          <a:ln w="6350">
            <a:solidFill>
              <a:srgbClr val="D3DCE5"/>
            </a:solidFill>
            <a:prstDash val="solid"/>
          </a:ln>
        </p:spPr>
      </p:sp>
      <p:sp>
        <p:nvSpPr>
          <p:cNvPr id="41" name="Text 39"/>
          <p:cNvSpPr txBox="1"/>
          <p:nvPr/>
        </p:nvSpPr>
        <p:spPr>
          <a:xfrm>
            <a:off x="3264408" y="384505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2" name="Shape 40"/>
          <p:cNvSpPr/>
          <p:nvPr/>
        </p:nvSpPr>
        <p:spPr>
          <a:xfrm>
            <a:off x="411480" y="4160520"/>
            <a:ext cx="2788920" cy="315468"/>
          </a:xfrm>
          <a:prstGeom prst="rect">
            <a:avLst/>
          </a:prstGeom>
          <a:solidFill>
            <a:srgbClr val="FFFFFF"/>
          </a:solidFill>
          <a:ln w="6350">
            <a:solidFill>
              <a:srgbClr val="D3DCE5"/>
            </a:solidFill>
            <a:prstDash val="solid"/>
          </a:ln>
        </p:spPr>
      </p:sp>
      <p:sp>
        <p:nvSpPr>
          <p:cNvPr id="43" name="Text 41"/>
          <p:cNvSpPr txBox="1"/>
          <p:nvPr/>
        </p:nvSpPr>
        <p:spPr>
          <a:xfrm>
            <a:off x="475488" y="416052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4" name="Shape 42"/>
          <p:cNvSpPr/>
          <p:nvPr/>
        </p:nvSpPr>
        <p:spPr>
          <a:xfrm>
            <a:off x="3200400" y="4160520"/>
            <a:ext cx="8586216" cy="315468"/>
          </a:xfrm>
          <a:prstGeom prst="rect">
            <a:avLst/>
          </a:prstGeom>
          <a:solidFill>
            <a:srgbClr val="FFFFFF"/>
          </a:solidFill>
          <a:ln w="6350">
            <a:solidFill>
              <a:srgbClr val="D3DCE5"/>
            </a:solidFill>
            <a:prstDash val="solid"/>
          </a:ln>
        </p:spPr>
      </p:sp>
      <p:sp>
        <p:nvSpPr>
          <p:cNvPr id="45" name="Text 43"/>
          <p:cNvSpPr txBox="1"/>
          <p:nvPr/>
        </p:nvSpPr>
        <p:spPr>
          <a:xfrm>
            <a:off x="3264408" y="416052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6" name="Shape 44"/>
          <p:cNvSpPr/>
          <p:nvPr/>
        </p:nvSpPr>
        <p:spPr>
          <a:xfrm>
            <a:off x="411480" y="4690872"/>
            <a:ext cx="5577840" cy="1188720"/>
          </a:xfrm>
          <a:prstGeom prst="rect">
            <a:avLst/>
          </a:prstGeom>
          <a:solidFill>
            <a:srgbClr val="EEF2F6"/>
          </a:solidFill>
          <a:ln w="9525">
            <a:solidFill>
              <a:srgbClr val="D3DCE5"/>
            </a:solidFill>
            <a:prstDash val="solid"/>
          </a:ln>
        </p:spPr>
      </p:sp>
      <p:sp>
        <p:nvSpPr>
          <p:cNvPr id="47" name="Text 45"/>
          <p:cNvSpPr txBox="1"/>
          <p:nvPr/>
        </p:nvSpPr>
        <p:spPr>
          <a:xfrm>
            <a:off x="576072" y="481888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8" name="Text 46"/>
          <p:cNvSpPr txBox="1"/>
          <p:nvPr/>
        </p:nvSpPr>
        <p:spPr>
          <a:xfrm>
            <a:off x="576072"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49" name="Shape 47"/>
          <p:cNvSpPr/>
          <p:nvPr/>
        </p:nvSpPr>
        <p:spPr>
          <a:xfrm>
            <a:off x="6208776" y="4690872"/>
            <a:ext cx="5577840" cy="1188720"/>
          </a:xfrm>
          <a:prstGeom prst="rect">
            <a:avLst/>
          </a:prstGeom>
          <a:solidFill>
            <a:srgbClr val="FBEBD9"/>
          </a:solidFill>
          <a:ln w="9525">
            <a:solidFill>
              <a:srgbClr val="E8C9A3"/>
            </a:solidFill>
            <a:prstDash val="solid"/>
          </a:ln>
        </p:spPr>
      </p:sp>
      <p:sp>
        <p:nvSpPr>
          <p:cNvPr id="50" name="Text 48"/>
          <p:cNvSpPr txBox="1"/>
          <p:nvPr/>
        </p:nvSpPr>
        <p:spPr>
          <a:xfrm>
            <a:off x="6373368" y="48188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1" name="Text 49"/>
          <p:cNvSpPr txBox="1"/>
          <p:nvPr/>
        </p:nvSpPr>
        <p:spPr>
          <a:xfrm>
            <a:off x="6373368"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900" dirty="0"/>
          </a:p>
        </p:txBody>
      </p:sp>
      <p:sp>
        <p:nvSpPr>
          <p:cNvPr id="52" name="Text 5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50" dirty="0"/>
          </a:p>
        </p:txBody>
      </p:sp>
      <p:sp>
        <p:nvSpPr>
          <p:cNvPr id="53" name="Text 5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A10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offtake book: spot-linked, and that cuts both ways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sells at prevailing market prices rather than under fixed-price contracts. It captured the recovery in full, and it would capture a relapse in full too.</a:t>
            </a:r>
            <a:endParaRPr lang="en-US" sz="1200" dirty="0"/>
          </a:p>
        </p:txBody>
      </p:sp>
      <p:sp>
        <p:nvSpPr>
          <p:cNvPr id="6" name="Shape 4"/>
          <p:cNvSpPr/>
          <p:nvPr/>
        </p:nvSpPr>
        <p:spPr>
          <a:xfrm>
            <a:off x="411480" y="1627632"/>
            <a:ext cx="2423160" cy="292608"/>
          </a:xfrm>
          <a:prstGeom prst="rect">
            <a:avLst/>
          </a:prstGeom>
          <a:solidFill>
            <a:srgbClr val="10233A"/>
          </a:solidFill>
          <a:ln/>
        </p:spPr>
      </p:sp>
      <p:sp>
        <p:nvSpPr>
          <p:cNvPr id="7" name="Text 5"/>
          <p:cNvSpPr txBox="1"/>
          <p:nvPr/>
        </p:nvSpPr>
        <p:spPr>
          <a:xfrm>
            <a:off x="475488" y="1627632"/>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8" name="Shape 6"/>
          <p:cNvSpPr/>
          <p:nvPr/>
        </p:nvSpPr>
        <p:spPr>
          <a:xfrm>
            <a:off x="2834640" y="1627632"/>
            <a:ext cx="4754880" cy="292608"/>
          </a:xfrm>
          <a:prstGeom prst="rect">
            <a:avLst/>
          </a:prstGeom>
          <a:solidFill>
            <a:srgbClr val="10233A"/>
          </a:solidFill>
          <a:ln/>
        </p:spPr>
      </p:sp>
      <p:sp>
        <p:nvSpPr>
          <p:cNvPr id="9" name="Text 7"/>
          <p:cNvSpPr txBox="1"/>
          <p:nvPr/>
        </p:nvSpPr>
        <p:spPr>
          <a:xfrm>
            <a:off x="2898648" y="1627632"/>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0" name="Shape 8"/>
          <p:cNvSpPr/>
          <p:nvPr/>
        </p:nvSpPr>
        <p:spPr>
          <a:xfrm>
            <a:off x="7589520" y="1627632"/>
            <a:ext cx="4197096" cy="292608"/>
          </a:xfrm>
          <a:prstGeom prst="rect">
            <a:avLst/>
          </a:prstGeom>
          <a:solidFill>
            <a:srgbClr val="10233A"/>
          </a:solidFill>
          <a:ln/>
        </p:spPr>
      </p:sp>
      <p:sp>
        <p:nvSpPr>
          <p:cNvPr id="11" name="Text 9"/>
          <p:cNvSpPr txBox="1"/>
          <p:nvPr/>
        </p:nvSpPr>
        <p:spPr>
          <a:xfrm>
            <a:off x="7653528" y="1627632"/>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2" name="Shape 10"/>
          <p:cNvSpPr/>
          <p:nvPr/>
        </p:nvSpPr>
        <p:spPr>
          <a:xfrm>
            <a:off x="411480" y="1920240"/>
            <a:ext cx="2423160" cy="475488"/>
          </a:xfrm>
          <a:prstGeom prst="rect">
            <a:avLst/>
          </a:prstGeom>
          <a:solidFill>
            <a:srgbClr val="FFFFFF"/>
          </a:solidFill>
          <a:ln w="6350">
            <a:solidFill>
              <a:srgbClr val="D3DCE5"/>
            </a:solidFill>
            <a:prstDash val="solid"/>
          </a:ln>
        </p:spPr>
      </p:sp>
      <p:sp>
        <p:nvSpPr>
          <p:cNvPr id="13" name="Text 11"/>
          <p:cNvSpPr txBox="1"/>
          <p:nvPr/>
        </p:nvSpPr>
        <p:spPr>
          <a:xfrm>
            <a:off x="475488" y="192024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4" name="Shape 12"/>
          <p:cNvSpPr/>
          <p:nvPr/>
        </p:nvSpPr>
        <p:spPr>
          <a:xfrm>
            <a:off x="2834640" y="1920240"/>
            <a:ext cx="4754880" cy="475488"/>
          </a:xfrm>
          <a:prstGeom prst="rect">
            <a:avLst/>
          </a:prstGeom>
          <a:solidFill>
            <a:srgbClr val="FFFFFF"/>
          </a:solidFill>
          <a:ln w="6350">
            <a:solidFill>
              <a:srgbClr val="D3DCE5"/>
            </a:solidFill>
            <a:prstDash val="solid"/>
          </a:ln>
        </p:spPr>
      </p:sp>
      <p:sp>
        <p:nvSpPr>
          <p:cNvPr id="15" name="Text 13"/>
          <p:cNvSpPr txBox="1"/>
          <p:nvPr/>
        </p:nvSpPr>
        <p:spPr>
          <a:xfrm>
            <a:off x="2898648" y="192024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6" name="Shape 14"/>
          <p:cNvSpPr/>
          <p:nvPr/>
        </p:nvSpPr>
        <p:spPr>
          <a:xfrm>
            <a:off x="7589520" y="1920240"/>
            <a:ext cx="4197096" cy="475488"/>
          </a:xfrm>
          <a:prstGeom prst="rect">
            <a:avLst/>
          </a:prstGeom>
          <a:solidFill>
            <a:srgbClr val="FFFFFF"/>
          </a:solidFill>
          <a:ln w="6350">
            <a:solidFill>
              <a:srgbClr val="D3DCE5"/>
            </a:solidFill>
            <a:prstDash val="solid"/>
          </a:ln>
        </p:spPr>
      </p:sp>
      <p:sp>
        <p:nvSpPr>
          <p:cNvPr id="17" name="Text 15"/>
          <p:cNvSpPr txBox="1"/>
          <p:nvPr/>
        </p:nvSpPr>
        <p:spPr>
          <a:xfrm>
            <a:off x="7653528" y="192024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8" name="Shape 16"/>
          <p:cNvSpPr/>
          <p:nvPr/>
        </p:nvSpPr>
        <p:spPr>
          <a:xfrm>
            <a:off x="411480" y="2395728"/>
            <a:ext cx="2423160" cy="475488"/>
          </a:xfrm>
          <a:prstGeom prst="rect">
            <a:avLst/>
          </a:prstGeom>
          <a:solidFill>
            <a:srgbClr val="F7F9FB"/>
          </a:solidFill>
          <a:ln w="6350">
            <a:solidFill>
              <a:srgbClr val="D3DCE5"/>
            </a:solidFill>
            <a:prstDash val="solid"/>
          </a:ln>
        </p:spPr>
      </p:sp>
      <p:sp>
        <p:nvSpPr>
          <p:cNvPr id="19" name="Text 17"/>
          <p:cNvSpPr txBox="1"/>
          <p:nvPr/>
        </p:nvSpPr>
        <p:spPr>
          <a:xfrm>
            <a:off x="475488" y="239572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0" name="Shape 18"/>
          <p:cNvSpPr/>
          <p:nvPr/>
        </p:nvSpPr>
        <p:spPr>
          <a:xfrm>
            <a:off x="2834640" y="2395728"/>
            <a:ext cx="4754880" cy="475488"/>
          </a:xfrm>
          <a:prstGeom prst="rect">
            <a:avLst/>
          </a:prstGeom>
          <a:solidFill>
            <a:srgbClr val="F7F9FB"/>
          </a:solidFill>
          <a:ln w="6350">
            <a:solidFill>
              <a:srgbClr val="D3DCE5"/>
            </a:solidFill>
            <a:prstDash val="solid"/>
          </a:ln>
        </p:spPr>
      </p:sp>
      <p:sp>
        <p:nvSpPr>
          <p:cNvPr id="21" name="Text 19"/>
          <p:cNvSpPr txBox="1"/>
          <p:nvPr/>
        </p:nvSpPr>
        <p:spPr>
          <a:xfrm>
            <a:off x="2898648" y="239572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2" name="Shape 20"/>
          <p:cNvSpPr/>
          <p:nvPr/>
        </p:nvSpPr>
        <p:spPr>
          <a:xfrm>
            <a:off x="7589520" y="2395728"/>
            <a:ext cx="4197096" cy="475488"/>
          </a:xfrm>
          <a:prstGeom prst="rect">
            <a:avLst/>
          </a:prstGeom>
          <a:solidFill>
            <a:srgbClr val="F7F9FB"/>
          </a:solidFill>
          <a:ln w="6350">
            <a:solidFill>
              <a:srgbClr val="D3DCE5"/>
            </a:solidFill>
            <a:prstDash val="solid"/>
          </a:ln>
        </p:spPr>
      </p:sp>
      <p:sp>
        <p:nvSpPr>
          <p:cNvPr id="23" name="Text 21"/>
          <p:cNvSpPr txBox="1"/>
          <p:nvPr/>
        </p:nvSpPr>
        <p:spPr>
          <a:xfrm>
            <a:off x="7653528" y="239572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4" name="Shape 22"/>
          <p:cNvSpPr/>
          <p:nvPr/>
        </p:nvSpPr>
        <p:spPr>
          <a:xfrm>
            <a:off x="411480" y="2871216"/>
            <a:ext cx="2423160" cy="475488"/>
          </a:xfrm>
          <a:prstGeom prst="rect">
            <a:avLst/>
          </a:prstGeom>
          <a:solidFill>
            <a:srgbClr val="FFFFFF"/>
          </a:solidFill>
          <a:ln w="6350">
            <a:solidFill>
              <a:srgbClr val="D3DCE5"/>
            </a:solidFill>
            <a:prstDash val="solid"/>
          </a:ln>
        </p:spPr>
      </p:sp>
      <p:sp>
        <p:nvSpPr>
          <p:cNvPr id="25" name="Text 23"/>
          <p:cNvSpPr txBox="1"/>
          <p:nvPr/>
        </p:nvSpPr>
        <p:spPr>
          <a:xfrm>
            <a:off x="475488" y="287121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6" name="Shape 24"/>
          <p:cNvSpPr/>
          <p:nvPr/>
        </p:nvSpPr>
        <p:spPr>
          <a:xfrm>
            <a:off x="2834640" y="2871216"/>
            <a:ext cx="4754880" cy="475488"/>
          </a:xfrm>
          <a:prstGeom prst="rect">
            <a:avLst/>
          </a:prstGeom>
          <a:solidFill>
            <a:srgbClr val="FFFFFF"/>
          </a:solidFill>
          <a:ln w="6350">
            <a:solidFill>
              <a:srgbClr val="D3DCE5"/>
            </a:solidFill>
            <a:prstDash val="solid"/>
          </a:ln>
        </p:spPr>
      </p:sp>
      <p:sp>
        <p:nvSpPr>
          <p:cNvPr id="27" name="Text 25"/>
          <p:cNvSpPr txBox="1"/>
          <p:nvPr/>
        </p:nvSpPr>
        <p:spPr>
          <a:xfrm>
            <a:off x="2898648" y="287121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8" name="Shape 26"/>
          <p:cNvSpPr/>
          <p:nvPr/>
        </p:nvSpPr>
        <p:spPr>
          <a:xfrm>
            <a:off x="7589520" y="2871216"/>
            <a:ext cx="4197096" cy="475488"/>
          </a:xfrm>
          <a:prstGeom prst="rect">
            <a:avLst/>
          </a:prstGeom>
          <a:solidFill>
            <a:srgbClr val="FFFFFF"/>
          </a:solidFill>
          <a:ln w="6350">
            <a:solidFill>
              <a:srgbClr val="D3DCE5"/>
            </a:solidFill>
            <a:prstDash val="solid"/>
          </a:ln>
        </p:spPr>
      </p:sp>
      <p:sp>
        <p:nvSpPr>
          <p:cNvPr id="29" name="Text 27"/>
          <p:cNvSpPr txBox="1"/>
          <p:nvPr/>
        </p:nvSpPr>
        <p:spPr>
          <a:xfrm>
            <a:off x="7653528" y="287121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0" name="Shape 28"/>
          <p:cNvSpPr/>
          <p:nvPr/>
        </p:nvSpPr>
        <p:spPr>
          <a:xfrm>
            <a:off x="411480" y="3346704"/>
            <a:ext cx="2423160" cy="475488"/>
          </a:xfrm>
          <a:prstGeom prst="rect">
            <a:avLst/>
          </a:prstGeom>
          <a:solidFill>
            <a:srgbClr val="F7F9FB"/>
          </a:solidFill>
          <a:ln w="6350">
            <a:solidFill>
              <a:srgbClr val="D3DCE5"/>
            </a:solidFill>
            <a:prstDash val="solid"/>
          </a:ln>
        </p:spPr>
      </p:sp>
      <p:sp>
        <p:nvSpPr>
          <p:cNvPr id="31" name="Text 29"/>
          <p:cNvSpPr txBox="1"/>
          <p:nvPr/>
        </p:nvSpPr>
        <p:spPr>
          <a:xfrm>
            <a:off x="475488" y="334670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2" name="Shape 30"/>
          <p:cNvSpPr/>
          <p:nvPr/>
        </p:nvSpPr>
        <p:spPr>
          <a:xfrm>
            <a:off x="2834640" y="3346704"/>
            <a:ext cx="4754880" cy="475488"/>
          </a:xfrm>
          <a:prstGeom prst="rect">
            <a:avLst/>
          </a:prstGeom>
          <a:solidFill>
            <a:srgbClr val="F7F9FB"/>
          </a:solidFill>
          <a:ln w="6350">
            <a:solidFill>
              <a:srgbClr val="D3DCE5"/>
            </a:solidFill>
            <a:prstDash val="solid"/>
          </a:ln>
        </p:spPr>
      </p:sp>
      <p:sp>
        <p:nvSpPr>
          <p:cNvPr id="33" name="Text 31"/>
          <p:cNvSpPr txBox="1"/>
          <p:nvPr/>
        </p:nvSpPr>
        <p:spPr>
          <a:xfrm>
            <a:off x="2898648" y="334670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4" name="Shape 32"/>
          <p:cNvSpPr/>
          <p:nvPr/>
        </p:nvSpPr>
        <p:spPr>
          <a:xfrm>
            <a:off x="7589520" y="3346704"/>
            <a:ext cx="4197096" cy="475488"/>
          </a:xfrm>
          <a:prstGeom prst="rect">
            <a:avLst/>
          </a:prstGeom>
          <a:solidFill>
            <a:srgbClr val="F7F9FB"/>
          </a:solidFill>
          <a:ln w="6350">
            <a:solidFill>
              <a:srgbClr val="D3DCE5"/>
            </a:solidFill>
            <a:prstDash val="solid"/>
          </a:ln>
        </p:spPr>
      </p:sp>
      <p:sp>
        <p:nvSpPr>
          <p:cNvPr id="35" name="Text 33"/>
          <p:cNvSpPr txBox="1"/>
          <p:nvPr/>
        </p:nvSpPr>
        <p:spPr>
          <a:xfrm>
            <a:off x="7653528" y="334670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6" name="Shape 34"/>
          <p:cNvSpPr/>
          <p:nvPr/>
        </p:nvSpPr>
        <p:spPr>
          <a:xfrm>
            <a:off x="411480" y="3822192"/>
            <a:ext cx="2423160" cy="475488"/>
          </a:xfrm>
          <a:prstGeom prst="rect">
            <a:avLst/>
          </a:prstGeom>
          <a:solidFill>
            <a:srgbClr val="FFFFFF"/>
          </a:solidFill>
          <a:ln w="6350">
            <a:solidFill>
              <a:srgbClr val="D3DCE5"/>
            </a:solidFill>
            <a:prstDash val="solid"/>
          </a:ln>
        </p:spPr>
      </p:sp>
      <p:sp>
        <p:nvSpPr>
          <p:cNvPr id="37" name="Text 35"/>
          <p:cNvSpPr txBox="1"/>
          <p:nvPr/>
        </p:nvSpPr>
        <p:spPr>
          <a:xfrm>
            <a:off x="475488" y="382219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8" name="Shape 36"/>
          <p:cNvSpPr/>
          <p:nvPr/>
        </p:nvSpPr>
        <p:spPr>
          <a:xfrm>
            <a:off x="2834640" y="3822192"/>
            <a:ext cx="4754880" cy="475488"/>
          </a:xfrm>
          <a:prstGeom prst="rect">
            <a:avLst/>
          </a:prstGeom>
          <a:solidFill>
            <a:srgbClr val="FFFFFF"/>
          </a:solidFill>
          <a:ln w="6350">
            <a:solidFill>
              <a:srgbClr val="D3DCE5"/>
            </a:solidFill>
            <a:prstDash val="solid"/>
          </a:ln>
        </p:spPr>
      </p:sp>
      <p:sp>
        <p:nvSpPr>
          <p:cNvPr id="39" name="Text 37"/>
          <p:cNvSpPr txBox="1"/>
          <p:nvPr/>
        </p:nvSpPr>
        <p:spPr>
          <a:xfrm>
            <a:off x="2898648" y="382219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0" name="Shape 38"/>
          <p:cNvSpPr/>
          <p:nvPr/>
        </p:nvSpPr>
        <p:spPr>
          <a:xfrm>
            <a:off x="7589520" y="3822192"/>
            <a:ext cx="4197096" cy="475488"/>
          </a:xfrm>
          <a:prstGeom prst="rect">
            <a:avLst/>
          </a:prstGeom>
          <a:solidFill>
            <a:srgbClr val="FFFFFF"/>
          </a:solidFill>
          <a:ln w="6350">
            <a:solidFill>
              <a:srgbClr val="D3DCE5"/>
            </a:solidFill>
            <a:prstDash val="solid"/>
          </a:ln>
        </p:spPr>
      </p:sp>
      <p:sp>
        <p:nvSpPr>
          <p:cNvPr id="41" name="Text 39"/>
          <p:cNvSpPr txBox="1"/>
          <p:nvPr/>
        </p:nvSpPr>
        <p:spPr>
          <a:xfrm>
            <a:off x="7653528" y="382219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2" name="Shape 40"/>
          <p:cNvSpPr/>
          <p:nvPr/>
        </p:nvSpPr>
        <p:spPr>
          <a:xfrm>
            <a:off x="411480" y="4297680"/>
            <a:ext cx="2423160" cy="475488"/>
          </a:xfrm>
          <a:prstGeom prst="rect">
            <a:avLst/>
          </a:prstGeom>
          <a:solidFill>
            <a:srgbClr val="F7F9FB"/>
          </a:solidFill>
          <a:ln w="6350">
            <a:solidFill>
              <a:srgbClr val="D3DCE5"/>
            </a:solidFill>
            <a:prstDash val="solid"/>
          </a:ln>
        </p:spPr>
      </p:sp>
      <p:sp>
        <p:nvSpPr>
          <p:cNvPr id="43" name="Text 41"/>
          <p:cNvSpPr txBox="1"/>
          <p:nvPr/>
        </p:nvSpPr>
        <p:spPr>
          <a:xfrm>
            <a:off x="475488" y="429768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4" name="Shape 42"/>
          <p:cNvSpPr/>
          <p:nvPr/>
        </p:nvSpPr>
        <p:spPr>
          <a:xfrm>
            <a:off x="2834640" y="4297680"/>
            <a:ext cx="4754880" cy="475488"/>
          </a:xfrm>
          <a:prstGeom prst="rect">
            <a:avLst/>
          </a:prstGeom>
          <a:solidFill>
            <a:srgbClr val="F7F9FB"/>
          </a:solidFill>
          <a:ln w="6350">
            <a:solidFill>
              <a:srgbClr val="D3DCE5"/>
            </a:solidFill>
            <a:prstDash val="solid"/>
          </a:ln>
        </p:spPr>
      </p:sp>
      <p:sp>
        <p:nvSpPr>
          <p:cNvPr id="45" name="Text 43"/>
          <p:cNvSpPr txBox="1"/>
          <p:nvPr/>
        </p:nvSpPr>
        <p:spPr>
          <a:xfrm>
            <a:off x="2898648" y="429768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6" name="Shape 44"/>
          <p:cNvSpPr/>
          <p:nvPr/>
        </p:nvSpPr>
        <p:spPr>
          <a:xfrm>
            <a:off x="7589520" y="4297680"/>
            <a:ext cx="4197096" cy="475488"/>
          </a:xfrm>
          <a:prstGeom prst="rect">
            <a:avLst/>
          </a:prstGeom>
          <a:solidFill>
            <a:srgbClr val="F7F9FB"/>
          </a:solidFill>
          <a:ln w="6350">
            <a:solidFill>
              <a:srgbClr val="D3DCE5"/>
            </a:solidFill>
            <a:prstDash val="solid"/>
          </a:ln>
        </p:spPr>
      </p:sp>
      <p:sp>
        <p:nvSpPr>
          <p:cNvPr id="47" name="Text 45"/>
          <p:cNvSpPr txBox="1"/>
          <p:nvPr/>
        </p:nvSpPr>
        <p:spPr>
          <a:xfrm>
            <a:off x="7653528" y="429768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8" name="Shape 46"/>
          <p:cNvSpPr/>
          <p:nvPr/>
        </p:nvSpPr>
        <p:spPr>
          <a:xfrm>
            <a:off x="411480" y="4873752"/>
            <a:ext cx="5577840" cy="1298448"/>
          </a:xfrm>
          <a:prstGeom prst="rect">
            <a:avLst/>
          </a:prstGeom>
          <a:solidFill>
            <a:srgbClr val="D6EBE7"/>
          </a:solidFill>
          <a:ln w="9525">
            <a:solidFill>
              <a:srgbClr val="AFD3CC"/>
            </a:solidFill>
            <a:prstDash val="solid"/>
          </a:ln>
        </p:spPr>
      </p:sp>
      <p:sp>
        <p:nvSpPr>
          <p:cNvPr id="49" name="Text 47"/>
          <p:cNvSpPr txBox="1"/>
          <p:nvPr/>
        </p:nvSpPr>
        <p:spPr>
          <a:xfrm>
            <a:off x="576072" y="5001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0" name="Text 48"/>
          <p:cNvSpPr txBox="1"/>
          <p:nvPr/>
        </p:nvSpPr>
        <p:spPr>
          <a:xfrm>
            <a:off x="576072"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900" dirty="0"/>
          </a:p>
        </p:txBody>
      </p:sp>
      <p:sp>
        <p:nvSpPr>
          <p:cNvPr id="51" name="Shape 49"/>
          <p:cNvSpPr/>
          <p:nvPr/>
        </p:nvSpPr>
        <p:spPr>
          <a:xfrm>
            <a:off x="6208776" y="4873752"/>
            <a:ext cx="5577840" cy="1298448"/>
          </a:xfrm>
          <a:prstGeom prst="rect">
            <a:avLst/>
          </a:prstGeom>
          <a:solidFill>
            <a:srgbClr val="FBEBD9"/>
          </a:solidFill>
          <a:ln w="9525">
            <a:solidFill>
              <a:srgbClr val="E8C9A3"/>
            </a:solidFill>
            <a:prstDash val="solid"/>
          </a:ln>
        </p:spPr>
      </p:sp>
      <p:sp>
        <p:nvSpPr>
          <p:cNvPr id="52" name="Text 50"/>
          <p:cNvSpPr txBox="1"/>
          <p:nvPr/>
        </p:nvSpPr>
        <p:spPr>
          <a:xfrm>
            <a:off x="6373368" y="5001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3" name="Text 51"/>
          <p:cNvSpPr txBox="1"/>
          <p:nvPr/>
        </p:nvSpPr>
        <p:spPr>
          <a:xfrm>
            <a:off x="6373368"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900" dirty="0"/>
          </a:p>
        </p:txBody>
      </p:sp>
      <p:sp>
        <p:nvSpPr>
          <p:cNvPr id="54" name="Text 5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50" dirty="0"/>
          </a:p>
        </p:txBody>
      </p:sp>
      <p:sp>
        <p:nvSpPr>
          <p:cNvPr id="55" name="Text 5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Board and management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chair with rare-earths experience, a chief executive who has run the company through a full cycle, and a dedicated Sustainability Committee at board level.</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8" name="Shape 6"/>
          <p:cNvSpPr/>
          <p:nvPr/>
        </p:nvSpPr>
        <p:spPr>
          <a:xfrm>
            <a:off x="2743200" y="1627632"/>
            <a:ext cx="2834640" cy="292608"/>
          </a:xfrm>
          <a:prstGeom prst="rect">
            <a:avLst/>
          </a:prstGeom>
          <a:solidFill>
            <a:srgbClr val="10233A"/>
          </a:solidFill>
          <a:ln/>
        </p:spPr>
      </p:sp>
      <p:sp>
        <p:nvSpPr>
          <p:cNvPr id="9" name="Text 7"/>
          <p:cNvSpPr txBox="1"/>
          <p:nvPr/>
        </p:nvSpPr>
        <p:spPr>
          <a:xfrm>
            <a:off x="280720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0" name="Shape 8"/>
          <p:cNvSpPr/>
          <p:nvPr/>
        </p:nvSpPr>
        <p:spPr>
          <a:xfrm>
            <a:off x="5577840" y="1627632"/>
            <a:ext cx="1143000" cy="292608"/>
          </a:xfrm>
          <a:prstGeom prst="rect">
            <a:avLst/>
          </a:prstGeom>
          <a:solidFill>
            <a:srgbClr val="10233A"/>
          </a:solidFill>
          <a:ln/>
        </p:spPr>
      </p:sp>
      <p:sp>
        <p:nvSpPr>
          <p:cNvPr id="11" name="Text 9"/>
          <p:cNvSpPr txBox="1"/>
          <p:nvPr/>
        </p:nvSpPr>
        <p:spPr>
          <a:xfrm>
            <a:off x="5641848" y="1627632"/>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2" name="Shape 10"/>
          <p:cNvSpPr/>
          <p:nvPr/>
        </p:nvSpPr>
        <p:spPr>
          <a:xfrm>
            <a:off x="6720840" y="1627632"/>
            <a:ext cx="5065776" cy="292608"/>
          </a:xfrm>
          <a:prstGeom prst="rect">
            <a:avLst/>
          </a:prstGeom>
          <a:solidFill>
            <a:srgbClr val="10233A"/>
          </a:solidFill>
          <a:ln/>
        </p:spPr>
      </p:sp>
      <p:sp>
        <p:nvSpPr>
          <p:cNvPr id="13" name="Text 11"/>
          <p:cNvSpPr txBox="1"/>
          <p:nvPr/>
        </p:nvSpPr>
        <p:spPr>
          <a:xfrm>
            <a:off x="6784848" y="1627632"/>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4" name="Shape 12"/>
          <p:cNvSpPr/>
          <p:nvPr/>
        </p:nvSpPr>
        <p:spPr>
          <a:xfrm>
            <a:off x="411480" y="1920240"/>
            <a:ext cx="2331720" cy="457200"/>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6" name="Shape 14"/>
          <p:cNvSpPr/>
          <p:nvPr/>
        </p:nvSpPr>
        <p:spPr>
          <a:xfrm>
            <a:off x="2743200" y="1920240"/>
            <a:ext cx="2834640" cy="457200"/>
          </a:xfrm>
          <a:prstGeom prst="rect">
            <a:avLst/>
          </a:prstGeom>
          <a:solidFill>
            <a:srgbClr val="FFFFFF"/>
          </a:solidFill>
          <a:ln w="6350">
            <a:solidFill>
              <a:srgbClr val="D3DCE5"/>
            </a:solidFill>
            <a:prstDash val="solid"/>
          </a:ln>
        </p:spPr>
      </p:sp>
      <p:sp>
        <p:nvSpPr>
          <p:cNvPr id="17" name="Text 15"/>
          <p:cNvSpPr txBox="1"/>
          <p:nvPr/>
        </p:nvSpPr>
        <p:spPr>
          <a:xfrm>
            <a:off x="2807208" y="19202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8" name="Shape 16"/>
          <p:cNvSpPr/>
          <p:nvPr/>
        </p:nvSpPr>
        <p:spPr>
          <a:xfrm>
            <a:off x="5577840" y="1920240"/>
            <a:ext cx="1143000" cy="457200"/>
          </a:xfrm>
          <a:prstGeom prst="rect">
            <a:avLst/>
          </a:prstGeom>
          <a:solidFill>
            <a:srgbClr val="FFFFFF"/>
          </a:solidFill>
          <a:ln w="6350">
            <a:solidFill>
              <a:srgbClr val="D3DCE5"/>
            </a:solidFill>
            <a:prstDash val="solid"/>
          </a:ln>
        </p:spPr>
      </p:sp>
      <p:sp>
        <p:nvSpPr>
          <p:cNvPr id="19" name="Text 17"/>
          <p:cNvSpPr txBox="1"/>
          <p:nvPr/>
        </p:nvSpPr>
        <p:spPr>
          <a:xfrm>
            <a:off x="5641848" y="19202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0" name="Shape 18"/>
          <p:cNvSpPr/>
          <p:nvPr/>
        </p:nvSpPr>
        <p:spPr>
          <a:xfrm>
            <a:off x="6720840" y="1920240"/>
            <a:ext cx="5065776" cy="457200"/>
          </a:xfrm>
          <a:prstGeom prst="rect">
            <a:avLst/>
          </a:prstGeom>
          <a:solidFill>
            <a:srgbClr val="FFFFFF"/>
          </a:solidFill>
          <a:ln w="6350">
            <a:solidFill>
              <a:srgbClr val="D3DCE5"/>
            </a:solidFill>
            <a:prstDash val="solid"/>
          </a:ln>
        </p:spPr>
      </p:sp>
      <p:sp>
        <p:nvSpPr>
          <p:cNvPr id="21" name="Text 19"/>
          <p:cNvSpPr txBox="1"/>
          <p:nvPr/>
        </p:nvSpPr>
        <p:spPr>
          <a:xfrm>
            <a:off x="6784848" y="19202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2" name="Shape 20"/>
          <p:cNvSpPr/>
          <p:nvPr/>
        </p:nvSpPr>
        <p:spPr>
          <a:xfrm>
            <a:off x="411480" y="2377440"/>
            <a:ext cx="2331720" cy="457200"/>
          </a:xfrm>
          <a:prstGeom prst="rect">
            <a:avLst/>
          </a:prstGeom>
          <a:solidFill>
            <a:srgbClr val="F7F9FB"/>
          </a:solidFill>
          <a:ln w="6350">
            <a:solidFill>
              <a:srgbClr val="D3DCE5"/>
            </a:solidFill>
            <a:prstDash val="solid"/>
          </a:ln>
        </p:spPr>
      </p:sp>
      <p:sp>
        <p:nvSpPr>
          <p:cNvPr id="23" name="Text 21"/>
          <p:cNvSpPr txBox="1"/>
          <p:nvPr/>
        </p:nvSpPr>
        <p:spPr>
          <a:xfrm>
            <a:off x="475488" y="23774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4" name="Shape 22"/>
          <p:cNvSpPr/>
          <p:nvPr/>
        </p:nvSpPr>
        <p:spPr>
          <a:xfrm>
            <a:off x="2743200" y="2377440"/>
            <a:ext cx="2834640" cy="457200"/>
          </a:xfrm>
          <a:prstGeom prst="rect">
            <a:avLst/>
          </a:prstGeom>
          <a:solidFill>
            <a:srgbClr val="F7F9FB"/>
          </a:solidFill>
          <a:ln w="6350">
            <a:solidFill>
              <a:srgbClr val="D3DCE5"/>
            </a:solidFill>
            <a:prstDash val="solid"/>
          </a:ln>
        </p:spPr>
      </p:sp>
      <p:sp>
        <p:nvSpPr>
          <p:cNvPr id="25" name="Text 23"/>
          <p:cNvSpPr txBox="1"/>
          <p:nvPr/>
        </p:nvSpPr>
        <p:spPr>
          <a:xfrm>
            <a:off x="2807208" y="23774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6" name="Shape 24"/>
          <p:cNvSpPr/>
          <p:nvPr/>
        </p:nvSpPr>
        <p:spPr>
          <a:xfrm>
            <a:off x="5577840" y="2377440"/>
            <a:ext cx="1143000" cy="457200"/>
          </a:xfrm>
          <a:prstGeom prst="rect">
            <a:avLst/>
          </a:prstGeom>
          <a:solidFill>
            <a:srgbClr val="F7F9FB"/>
          </a:solidFill>
          <a:ln w="6350">
            <a:solidFill>
              <a:srgbClr val="D3DCE5"/>
            </a:solidFill>
            <a:prstDash val="solid"/>
          </a:ln>
        </p:spPr>
      </p:sp>
      <p:sp>
        <p:nvSpPr>
          <p:cNvPr id="27" name="Text 25"/>
          <p:cNvSpPr txBox="1"/>
          <p:nvPr/>
        </p:nvSpPr>
        <p:spPr>
          <a:xfrm>
            <a:off x="5641848" y="23774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8" name="Shape 26"/>
          <p:cNvSpPr/>
          <p:nvPr/>
        </p:nvSpPr>
        <p:spPr>
          <a:xfrm>
            <a:off x="6720840" y="2377440"/>
            <a:ext cx="5065776" cy="457200"/>
          </a:xfrm>
          <a:prstGeom prst="rect">
            <a:avLst/>
          </a:prstGeom>
          <a:solidFill>
            <a:srgbClr val="F7F9FB"/>
          </a:solidFill>
          <a:ln w="6350">
            <a:solidFill>
              <a:srgbClr val="D3DCE5"/>
            </a:solidFill>
            <a:prstDash val="solid"/>
          </a:ln>
        </p:spPr>
      </p:sp>
      <p:sp>
        <p:nvSpPr>
          <p:cNvPr id="29" name="Text 27"/>
          <p:cNvSpPr txBox="1"/>
          <p:nvPr/>
        </p:nvSpPr>
        <p:spPr>
          <a:xfrm>
            <a:off x="6784848" y="23774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0" name="Shape 28"/>
          <p:cNvSpPr/>
          <p:nvPr/>
        </p:nvSpPr>
        <p:spPr>
          <a:xfrm>
            <a:off x="411480" y="2834640"/>
            <a:ext cx="2331720" cy="457200"/>
          </a:xfrm>
          <a:prstGeom prst="rect">
            <a:avLst/>
          </a:prstGeom>
          <a:solidFill>
            <a:srgbClr val="FFFFFF"/>
          </a:solidFill>
          <a:ln w="6350">
            <a:solidFill>
              <a:srgbClr val="D3DCE5"/>
            </a:solidFill>
            <a:prstDash val="solid"/>
          </a:ln>
        </p:spPr>
      </p:sp>
      <p:sp>
        <p:nvSpPr>
          <p:cNvPr id="31" name="Text 29"/>
          <p:cNvSpPr txBox="1"/>
          <p:nvPr/>
        </p:nvSpPr>
        <p:spPr>
          <a:xfrm>
            <a:off x="475488" y="28346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2" name="Shape 30"/>
          <p:cNvSpPr/>
          <p:nvPr/>
        </p:nvSpPr>
        <p:spPr>
          <a:xfrm>
            <a:off x="2743200" y="2834640"/>
            <a:ext cx="2834640" cy="457200"/>
          </a:xfrm>
          <a:prstGeom prst="rect">
            <a:avLst/>
          </a:prstGeom>
          <a:solidFill>
            <a:srgbClr val="FFFFFF"/>
          </a:solidFill>
          <a:ln w="6350">
            <a:solidFill>
              <a:srgbClr val="D3DCE5"/>
            </a:solidFill>
            <a:prstDash val="solid"/>
          </a:ln>
        </p:spPr>
      </p:sp>
      <p:sp>
        <p:nvSpPr>
          <p:cNvPr id="33" name="Text 31"/>
          <p:cNvSpPr txBox="1"/>
          <p:nvPr/>
        </p:nvSpPr>
        <p:spPr>
          <a:xfrm>
            <a:off x="2807208" y="28346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4" name="Shape 32"/>
          <p:cNvSpPr/>
          <p:nvPr/>
        </p:nvSpPr>
        <p:spPr>
          <a:xfrm>
            <a:off x="5577840" y="2834640"/>
            <a:ext cx="1143000" cy="457200"/>
          </a:xfrm>
          <a:prstGeom prst="rect">
            <a:avLst/>
          </a:prstGeom>
          <a:solidFill>
            <a:srgbClr val="FFFFFF"/>
          </a:solidFill>
          <a:ln w="6350">
            <a:solidFill>
              <a:srgbClr val="D3DCE5"/>
            </a:solidFill>
            <a:prstDash val="solid"/>
          </a:ln>
        </p:spPr>
      </p:sp>
      <p:sp>
        <p:nvSpPr>
          <p:cNvPr id="35" name="Text 33"/>
          <p:cNvSpPr txBox="1"/>
          <p:nvPr/>
        </p:nvSpPr>
        <p:spPr>
          <a:xfrm>
            <a:off x="5641848" y="28346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6" name="Shape 34"/>
          <p:cNvSpPr/>
          <p:nvPr/>
        </p:nvSpPr>
        <p:spPr>
          <a:xfrm>
            <a:off x="6720840" y="2834640"/>
            <a:ext cx="5065776" cy="457200"/>
          </a:xfrm>
          <a:prstGeom prst="rect">
            <a:avLst/>
          </a:prstGeom>
          <a:solidFill>
            <a:srgbClr val="FFFFFF"/>
          </a:solidFill>
          <a:ln w="6350">
            <a:solidFill>
              <a:srgbClr val="D3DCE5"/>
            </a:solidFill>
            <a:prstDash val="solid"/>
          </a:ln>
        </p:spPr>
      </p:sp>
      <p:sp>
        <p:nvSpPr>
          <p:cNvPr id="37" name="Text 35"/>
          <p:cNvSpPr txBox="1"/>
          <p:nvPr/>
        </p:nvSpPr>
        <p:spPr>
          <a:xfrm>
            <a:off x="6784848" y="28346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8" name="Shape 36"/>
          <p:cNvSpPr/>
          <p:nvPr/>
        </p:nvSpPr>
        <p:spPr>
          <a:xfrm>
            <a:off x="411480" y="3291840"/>
            <a:ext cx="2331720" cy="457200"/>
          </a:xfrm>
          <a:prstGeom prst="rect">
            <a:avLst/>
          </a:prstGeom>
          <a:solidFill>
            <a:srgbClr val="F7F9FB"/>
          </a:solidFill>
          <a:ln w="6350">
            <a:solidFill>
              <a:srgbClr val="D3DCE5"/>
            </a:solidFill>
            <a:prstDash val="solid"/>
          </a:ln>
        </p:spPr>
      </p:sp>
      <p:sp>
        <p:nvSpPr>
          <p:cNvPr id="39" name="Text 37"/>
          <p:cNvSpPr txBox="1"/>
          <p:nvPr/>
        </p:nvSpPr>
        <p:spPr>
          <a:xfrm>
            <a:off x="475488" y="32918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0" name="Shape 38"/>
          <p:cNvSpPr/>
          <p:nvPr/>
        </p:nvSpPr>
        <p:spPr>
          <a:xfrm>
            <a:off x="2743200" y="3291840"/>
            <a:ext cx="2834640" cy="457200"/>
          </a:xfrm>
          <a:prstGeom prst="rect">
            <a:avLst/>
          </a:prstGeom>
          <a:solidFill>
            <a:srgbClr val="F7F9FB"/>
          </a:solidFill>
          <a:ln w="6350">
            <a:solidFill>
              <a:srgbClr val="D3DCE5"/>
            </a:solidFill>
            <a:prstDash val="solid"/>
          </a:ln>
        </p:spPr>
      </p:sp>
      <p:sp>
        <p:nvSpPr>
          <p:cNvPr id="41" name="Text 39"/>
          <p:cNvSpPr txBox="1"/>
          <p:nvPr/>
        </p:nvSpPr>
        <p:spPr>
          <a:xfrm>
            <a:off x="2807208" y="32918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2" name="Shape 40"/>
          <p:cNvSpPr/>
          <p:nvPr/>
        </p:nvSpPr>
        <p:spPr>
          <a:xfrm>
            <a:off x="5577840" y="3291840"/>
            <a:ext cx="1143000" cy="457200"/>
          </a:xfrm>
          <a:prstGeom prst="rect">
            <a:avLst/>
          </a:prstGeom>
          <a:solidFill>
            <a:srgbClr val="F7F9FB"/>
          </a:solidFill>
          <a:ln w="6350">
            <a:solidFill>
              <a:srgbClr val="D3DCE5"/>
            </a:solidFill>
            <a:prstDash val="solid"/>
          </a:ln>
        </p:spPr>
      </p:sp>
      <p:sp>
        <p:nvSpPr>
          <p:cNvPr id="43" name="Text 41"/>
          <p:cNvSpPr txBox="1"/>
          <p:nvPr/>
        </p:nvSpPr>
        <p:spPr>
          <a:xfrm>
            <a:off x="5641848" y="32918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4" name="Shape 42"/>
          <p:cNvSpPr/>
          <p:nvPr/>
        </p:nvSpPr>
        <p:spPr>
          <a:xfrm>
            <a:off x="6720840" y="3291840"/>
            <a:ext cx="5065776" cy="457200"/>
          </a:xfrm>
          <a:prstGeom prst="rect">
            <a:avLst/>
          </a:prstGeom>
          <a:solidFill>
            <a:srgbClr val="F7F9FB"/>
          </a:solidFill>
          <a:ln w="6350">
            <a:solidFill>
              <a:srgbClr val="D3DCE5"/>
            </a:solidFill>
            <a:prstDash val="solid"/>
          </a:ln>
        </p:spPr>
      </p:sp>
      <p:sp>
        <p:nvSpPr>
          <p:cNvPr id="45" name="Text 43"/>
          <p:cNvSpPr txBox="1"/>
          <p:nvPr/>
        </p:nvSpPr>
        <p:spPr>
          <a:xfrm>
            <a:off x="6784848" y="32918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6" name="Shape 44"/>
          <p:cNvSpPr/>
          <p:nvPr/>
        </p:nvSpPr>
        <p:spPr>
          <a:xfrm>
            <a:off x="411480" y="3749040"/>
            <a:ext cx="2331720" cy="457200"/>
          </a:xfrm>
          <a:prstGeom prst="rect">
            <a:avLst/>
          </a:prstGeom>
          <a:solidFill>
            <a:srgbClr val="FFFFFF"/>
          </a:solidFill>
          <a:ln w="6350">
            <a:solidFill>
              <a:srgbClr val="D3DCE5"/>
            </a:solidFill>
            <a:prstDash val="solid"/>
          </a:ln>
        </p:spPr>
      </p:sp>
      <p:sp>
        <p:nvSpPr>
          <p:cNvPr id="47" name="Text 45"/>
          <p:cNvSpPr txBox="1"/>
          <p:nvPr/>
        </p:nvSpPr>
        <p:spPr>
          <a:xfrm>
            <a:off x="475488" y="37490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8" name="Shape 46"/>
          <p:cNvSpPr/>
          <p:nvPr/>
        </p:nvSpPr>
        <p:spPr>
          <a:xfrm>
            <a:off x="2743200" y="3749040"/>
            <a:ext cx="2834640" cy="457200"/>
          </a:xfrm>
          <a:prstGeom prst="rect">
            <a:avLst/>
          </a:prstGeom>
          <a:solidFill>
            <a:srgbClr val="FFFFFF"/>
          </a:solidFill>
          <a:ln w="6350">
            <a:solidFill>
              <a:srgbClr val="D3DCE5"/>
            </a:solidFill>
            <a:prstDash val="solid"/>
          </a:ln>
        </p:spPr>
      </p:sp>
      <p:sp>
        <p:nvSpPr>
          <p:cNvPr id="49" name="Text 47"/>
          <p:cNvSpPr txBox="1"/>
          <p:nvPr/>
        </p:nvSpPr>
        <p:spPr>
          <a:xfrm>
            <a:off x="2807208" y="37490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0" name="Shape 48"/>
          <p:cNvSpPr/>
          <p:nvPr/>
        </p:nvSpPr>
        <p:spPr>
          <a:xfrm>
            <a:off x="5577840" y="3749040"/>
            <a:ext cx="1143000" cy="457200"/>
          </a:xfrm>
          <a:prstGeom prst="rect">
            <a:avLst/>
          </a:prstGeom>
          <a:solidFill>
            <a:srgbClr val="FFFFFF"/>
          </a:solidFill>
          <a:ln w="6350">
            <a:solidFill>
              <a:srgbClr val="D3DCE5"/>
            </a:solidFill>
            <a:prstDash val="solid"/>
          </a:ln>
        </p:spPr>
      </p:sp>
      <p:sp>
        <p:nvSpPr>
          <p:cNvPr id="51" name="Text 49"/>
          <p:cNvSpPr txBox="1"/>
          <p:nvPr/>
        </p:nvSpPr>
        <p:spPr>
          <a:xfrm>
            <a:off x="5641848" y="37490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2" name="Shape 50"/>
          <p:cNvSpPr/>
          <p:nvPr/>
        </p:nvSpPr>
        <p:spPr>
          <a:xfrm>
            <a:off x="6720840" y="3749040"/>
            <a:ext cx="5065776" cy="457200"/>
          </a:xfrm>
          <a:prstGeom prst="rect">
            <a:avLst/>
          </a:prstGeom>
          <a:solidFill>
            <a:srgbClr val="FFFFFF"/>
          </a:solidFill>
          <a:ln w="6350">
            <a:solidFill>
              <a:srgbClr val="D3DCE5"/>
            </a:solidFill>
            <a:prstDash val="solid"/>
          </a:ln>
        </p:spPr>
      </p:sp>
      <p:sp>
        <p:nvSpPr>
          <p:cNvPr id="53" name="Text 51"/>
          <p:cNvSpPr txBox="1"/>
          <p:nvPr/>
        </p:nvSpPr>
        <p:spPr>
          <a:xfrm>
            <a:off x="6784848" y="37490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4" name="Shape 52"/>
          <p:cNvSpPr/>
          <p:nvPr/>
        </p:nvSpPr>
        <p:spPr>
          <a:xfrm>
            <a:off x="411480" y="4389120"/>
            <a:ext cx="5577840" cy="1481328"/>
          </a:xfrm>
          <a:prstGeom prst="rect">
            <a:avLst/>
          </a:prstGeom>
          <a:solidFill>
            <a:srgbClr val="D6EBE7"/>
          </a:solidFill>
          <a:ln w="9525">
            <a:solidFill>
              <a:srgbClr val="AFD3CC"/>
            </a:solidFill>
            <a:prstDash val="solid"/>
          </a:ln>
        </p:spPr>
      </p:sp>
      <p:sp>
        <p:nvSpPr>
          <p:cNvPr id="55" name="Text 53"/>
          <p:cNvSpPr txBox="1"/>
          <p:nvPr/>
        </p:nvSpPr>
        <p:spPr>
          <a:xfrm>
            <a:off x="576072" y="451713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6" name="Text 54"/>
          <p:cNvSpPr txBox="1"/>
          <p:nvPr/>
        </p:nvSpPr>
        <p:spPr>
          <a:xfrm>
            <a:off x="576072"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900" dirty="0"/>
          </a:p>
        </p:txBody>
      </p:sp>
      <p:sp>
        <p:nvSpPr>
          <p:cNvPr id="57" name="Shape 55"/>
          <p:cNvSpPr/>
          <p:nvPr/>
        </p:nvSpPr>
        <p:spPr>
          <a:xfrm>
            <a:off x="6208776" y="4389120"/>
            <a:ext cx="5577840" cy="1481328"/>
          </a:xfrm>
          <a:prstGeom prst="rect">
            <a:avLst/>
          </a:prstGeom>
          <a:solidFill>
            <a:srgbClr val="FBEBD9"/>
          </a:solidFill>
          <a:ln w="9525">
            <a:solidFill>
              <a:srgbClr val="E8C9A3"/>
            </a:solidFill>
            <a:prstDash val="solid"/>
          </a:ln>
        </p:spPr>
      </p:sp>
      <p:sp>
        <p:nvSpPr>
          <p:cNvPr id="58" name="Text 56"/>
          <p:cNvSpPr txBox="1"/>
          <p:nvPr/>
        </p:nvSpPr>
        <p:spPr>
          <a:xfrm>
            <a:off x="6373368" y="451713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59" name="Text 57"/>
          <p:cNvSpPr txBox="1"/>
          <p:nvPr/>
        </p:nvSpPr>
        <p:spPr>
          <a:xfrm>
            <a:off x="6373368"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a tonne of rock becomes a battery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Five steps, and PLS is trying to move from the first one into the second. That move is the entire level-one thesis.</a:t>
            </a:r>
            <a:endParaRPr lang="en-US" sz="1200" dirty="0"/>
          </a:p>
        </p:txBody>
      </p:sp>
      <p:sp>
        <p:nvSpPr>
          <p:cNvPr id="6" name="Shape 4"/>
          <p:cNvSpPr/>
          <p:nvPr/>
        </p:nvSpPr>
        <p:spPr>
          <a:xfrm>
            <a:off x="411480" y="1627632"/>
            <a:ext cx="2139696" cy="2103120"/>
          </a:xfrm>
          <a:prstGeom prst="rect">
            <a:avLst/>
          </a:prstGeom>
          <a:solidFill>
            <a:srgbClr val="D6EBE7"/>
          </a:solidFill>
          <a:ln w="9525">
            <a:solidFill>
              <a:srgbClr val="AFD3CC"/>
            </a:solidFill>
            <a:prstDash val="solid"/>
          </a:ln>
        </p:spPr>
      </p:sp>
      <p:sp>
        <p:nvSpPr>
          <p:cNvPr id="7" name="Text 5"/>
          <p:cNvSpPr txBox="1"/>
          <p:nvPr/>
        </p:nvSpPr>
        <p:spPr>
          <a:xfrm>
            <a:off x="539496" y="1719072"/>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539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9" name="Text 7"/>
          <p:cNvSpPr txBox="1"/>
          <p:nvPr/>
        </p:nvSpPr>
        <p:spPr>
          <a:xfrm>
            <a:off x="539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0" name="Text 8"/>
          <p:cNvSpPr txBox="1"/>
          <p:nvPr/>
        </p:nvSpPr>
        <p:spPr>
          <a:xfrm>
            <a:off x="539496" y="3419856"/>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1" name="Shape 9"/>
          <p:cNvSpPr/>
          <p:nvPr/>
        </p:nvSpPr>
        <p:spPr>
          <a:xfrm>
            <a:off x="2697480" y="1627632"/>
            <a:ext cx="2139696" cy="2103120"/>
          </a:xfrm>
          <a:prstGeom prst="rect">
            <a:avLst/>
          </a:prstGeom>
          <a:solidFill>
            <a:srgbClr val="D6EBE7"/>
          </a:solidFill>
          <a:ln w="9525">
            <a:solidFill>
              <a:srgbClr val="AFD3CC"/>
            </a:solidFill>
            <a:prstDash val="solid"/>
          </a:ln>
        </p:spPr>
      </p:sp>
      <p:sp>
        <p:nvSpPr>
          <p:cNvPr id="12" name="Text 10"/>
          <p:cNvSpPr txBox="1"/>
          <p:nvPr/>
        </p:nvSpPr>
        <p:spPr>
          <a:xfrm>
            <a:off x="2825496" y="1719072"/>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2825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4" name="Text 12"/>
          <p:cNvSpPr txBox="1"/>
          <p:nvPr/>
        </p:nvSpPr>
        <p:spPr>
          <a:xfrm>
            <a:off x="2825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5" name="Text 13"/>
          <p:cNvSpPr txBox="1"/>
          <p:nvPr/>
        </p:nvSpPr>
        <p:spPr>
          <a:xfrm>
            <a:off x="2825496" y="3419856"/>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6" name="Shape 14"/>
          <p:cNvSpPr/>
          <p:nvPr/>
        </p:nvSpPr>
        <p:spPr>
          <a:xfrm>
            <a:off x="4983480" y="1627632"/>
            <a:ext cx="2139696" cy="2103120"/>
          </a:xfrm>
          <a:prstGeom prst="rect">
            <a:avLst/>
          </a:prstGeom>
          <a:solidFill>
            <a:srgbClr val="F7F9FB"/>
          </a:solidFill>
          <a:ln w="9525">
            <a:solidFill>
              <a:srgbClr val="D3DCE5"/>
            </a:solidFill>
            <a:prstDash val="solid"/>
          </a:ln>
        </p:spPr>
      </p:sp>
      <p:sp>
        <p:nvSpPr>
          <p:cNvPr id="17" name="Text 15"/>
          <p:cNvSpPr txBox="1"/>
          <p:nvPr/>
        </p:nvSpPr>
        <p:spPr>
          <a:xfrm>
            <a:off x="5111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5111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19" name="Text 17"/>
          <p:cNvSpPr txBox="1"/>
          <p:nvPr/>
        </p:nvSpPr>
        <p:spPr>
          <a:xfrm>
            <a:off x="5111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0" name="Text 18"/>
          <p:cNvSpPr txBox="1"/>
          <p:nvPr/>
        </p:nvSpPr>
        <p:spPr>
          <a:xfrm>
            <a:off x="5111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1" name="Shape 19"/>
          <p:cNvSpPr/>
          <p:nvPr/>
        </p:nvSpPr>
        <p:spPr>
          <a:xfrm>
            <a:off x="7269480" y="1627632"/>
            <a:ext cx="2139696" cy="2103120"/>
          </a:xfrm>
          <a:prstGeom prst="rect">
            <a:avLst/>
          </a:prstGeom>
          <a:solidFill>
            <a:srgbClr val="F7F9FB"/>
          </a:solidFill>
          <a:ln w="9525">
            <a:solidFill>
              <a:srgbClr val="D3DCE5"/>
            </a:solidFill>
            <a:prstDash val="solid"/>
          </a:ln>
        </p:spPr>
      </p:sp>
      <p:sp>
        <p:nvSpPr>
          <p:cNvPr id="22" name="Text 20"/>
          <p:cNvSpPr txBox="1"/>
          <p:nvPr/>
        </p:nvSpPr>
        <p:spPr>
          <a:xfrm>
            <a:off x="7397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7397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4" name="Text 22"/>
          <p:cNvSpPr txBox="1"/>
          <p:nvPr/>
        </p:nvSpPr>
        <p:spPr>
          <a:xfrm>
            <a:off x="7397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5" name="Text 23"/>
          <p:cNvSpPr txBox="1"/>
          <p:nvPr/>
        </p:nvSpPr>
        <p:spPr>
          <a:xfrm>
            <a:off x="7397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6" name="Shape 24"/>
          <p:cNvSpPr/>
          <p:nvPr/>
        </p:nvSpPr>
        <p:spPr>
          <a:xfrm>
            <a:off x="9555480" y="1627632"/>
            <a:ext cx="2139696" cy="2103120"/>
          </a:xfrm>
          <a:prstGeom prst="rect">
            <a:avLst/>
          </a:prstGeom>
          <a:solidFill>
            <a:srgbClr val="F7F9FB"/>
          </a:solidFill>
          <a:ln w="9525">
            <a:solidFill>
              <a:srgbClr val="D3DCE5"/>
            </a:solidFill>
            <a:prstDash val="solid"/>
          </a:ln>
        </p:spPr>
      </p:sp>
      <p:sp>
        <p:nvSpPr>
          <p:cNvPr id="27" name="Text 25"/>
          <p:cNvSpPr txBox="1"/>
          <p:nvPr/>
        </p:nvSpPr>
        <p:spPr>
          <a:xfrm>
            <a:off x="9683496" y="1719072"/>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683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29" name="Text 27"/>
          <p:cNvSpPr txBox="1"/>
          <p:nvPr/>
        </p:nvSpPr>
        <p:spPr>
          <a:xfrm>
            <a:off x="9683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0" name="Text 28"/>
          <p:cNvSpPr txBox="1"/>
          <p:nvPr/>
        </p:nvSpPr>
        <p:spPr>
          <a:xfrm>
            <a:off x="9683496" y="3419856"/>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1" name="Shape 29"/>
          <p:cNvSpPr/>
          <p:nvPr/>
        </p:nvSpPr>
        <p:spPr>
          <a:xfrm>
            <a:off x="411480" y="3895344"/>
            <a:ext cx="11375136" cy="1554480"/>
          </a:xfrm>
          <a:prstGeom prst="rect">
            <a:avLst/>
          </a:prstGeom>
          <a:solidFill>
            <a:srgbClr val="EEF2F6"/>
          </a:solidFill>
          <a:ln w="9525">
            <a:solidFill>
              <a:srgbClr val="D3DCE5"/>
            </a:solidFill>
            <a:prstDash val="solid"/>
          </a:ln>
        </p:spPr>
      </p:sp>
      <p:sp>
        <p:nvSpPr>
          <p:cNvPr id="32" name="Text 30"/>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3" name="Text 31"/>
          <p:cNvSpPr txBox="1"/>
          <p:nvPr/>
        </p:nvSpPr>
        <p:spPr>
          <a:xfrm>
            <a:off x="576072" y="4352544"/>
            <a:ext cx="11045952" cy="100584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B2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Price history: the round trip that made this case interesting</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Spodumene went from about US$8,000/t at the 2022 peak to roughly US$600-750/t in 2025, and back to about US$2,038-2,200/t by August 2026.</a:t>
            </a:r>
            <a:endParaRPr lang="en-US" sz="1200" dirty="0"/>
          </a:p>
        </p:txBody>
      </p:sp>
      <p:graphicFrame>
        <p:nvGraphicFramePr>
          <p:cNvPr id="6" name="Chart 0" descr=""/>
          <p:cNvGraphicFramePr/>
          <p:nvPr/>
        </p:nvGraphicFramePr>
        <p:xfrm>
          <a:off x="411480" y="1627632"/>
          <a:ext cx="690372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25512" y="1627632"/>
            <a:ext cx="2331720" cy="292608"/>
          </a:xfrm>
          <a:prstGeom prst="rect">
            <a:avLst/>
          </a:prstGeom>
          <a:solidFill>
            <a:srgbClr val="10233A"/>
          </a:solidFill>
          <a:ln/>
        </p:spPr>
      </p:sp>
      <p:sp>
        <p:nvSpPr>
          <p:cNvPr id="8" name="Text 5"/>
          <p:cNvSpPr txBox="1"/>
          <p:nvPr/>
        </p:nvSpPr>
        <p:spPr>
          <a:xfrm>
            <a:off x="7589520"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6"/>
          <p:cNvSpPr/>
          <p:nvPr/>
        </p:nvSpPr>
        <p:spPr>
          <a:xfrm>
            <a:off x="9857232" y="1627632"/>
            <a:ext cx="1929384" cy="292608"/>
          </a:xfrm>
          <a:prstGeom prst="rect">
            <a:avLst/>
          </a:prstGeom>
          <a:solidFill>
            <a:srgbClr val="10233A"/>
          </a:solidFill>
          <a:ln/>
        </p:spPr>
      </p:sp>
      <p:sp>
        <p:nvSpPr>
          <p:cNvPr id="10" name="Text 7"/>
          <p:cNvSpPr txBox="1"/>
          <p:nvPr/>
        </p:nvSpPr>
        <p:spPr>
          <a:xfrm>
            <a:off x="9921240" y="1627632"/>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8"/>
          <p:cNvSpPr/>
          <p:nvPr/>
        </p:nvSpPr>
        <p:spPr>
          <a:xfrm>
            <a:off x="7525512" y="1920240"/>
            <a:ext cx="2331720" cy="301752"/>
          </a:xfrm>
          <a:prstGeom prst="rect">
            <a:avLst/>
          </a:prstGeom>
          <a:solidFill>
            <a:srgbClr val="FFFFFF"/>
          </a:solidFill>
          <a:ln w="6350">
            <a:solidFill>
              <a:srgbClr val="D3DCE5"/>
            </a:solidFill>
            <a:prstDash val="solid"/>
          </a:ln>
        </p:spPr>
      </p:sp>
      <p:sp>
        <p:nvSpPr>
          <p:cNvPr id="12" name="Text 9"/>
          <p:cNvSpPr txBox="1"/>
          <p:nvPr/>
        </p:nvSpPr>
        <p:spPr>
          <a:xfrm>
            <a:off x="7589520" y="192024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3" name="Shape 10"/>
          <p:cNvSpPr/>
          <p:nvPr/>
        </p:nvSpPr>
        <p:spPr>
          <a:xfrm>
            <a:off x="9857232" y="1920240"/>
            <a:ext cx="1929384" cy="301752"/>
          </a:xfrm>
          <a:prstGeom prst="rect">
            <a:avLst/>
          </a:prstGeom>
          <a:solidFill>
            <a:srgbClr val="FFFFFF"/>
          </a:solidFill>
          <a:ln w="6350">
            <a:solidFill>
              <a:srgbClr val="D3DCE5"/>
            </a:solidFill>
            <a:prstDash val="solid"/>
          </a:ln>
        </p:spPr>
      </p:sp>
      <p:sp>
        <p:nvSpPr>
          <p:cNvPr id="14" name="Text 11"/>
          <p:cNvSpPr txBox="1"/>
          <p:nvPr/>
        </p:nvSpPr>
        <p:spPr>
          <a:xfrm>
            <a:off x="9921240" y="192024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5" name="Shape 12"/>
          <p:cNvSpPr/>
          <p:nvPr/>
        </p:nvSpPr>
        <p:spPr>
          <a:xfrm>
            <a:off x="7525512" y="2221992"/>
            <a:ext cx="2331720" cy="301752"/>
          </a:xfrm>
          <a:prstGeom prst="rect">
            <a:avLst/>
          </a:prstGeom>
          <a:solidFill>
            <a:srgbClr val="F7F9FB"/>
          </a:solidFill>
          <a:ln w="6350">
            <a:solidFill>
              <a:srgbClr val="D3DCE5"/>
            </a:solidFill>
            <a:prstDash val="solid"/>
          </a:ln>
        </p:spPr>
      </p:sp>
      <p:sp>
        <p:nvSpPr>
          <p:cNvPr id="16" name="Text 13"/>
          <p:cNvSpPr txBox="1"/>
          <p:nvPr/>
        </p:nvSpPr>
        <p:spPr>
          <a:xfrm>
            <a:off x="7589520" y="222199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7" name="Shape 14"/>
          <p:cNvSpPr/>
          <p:nvPr/>
        </p:nvSpPr>
        <p:spPr>
          <a:xfrm>
            <a:off x="9857232" y="2221992"/>
            <a:ext cx="1929384" cy="301752"/>
          </a:xfrm>
          <a:prstGeom prst="rect">
            <a:avLst/>
          </a:prstGeom>
          <a:solidFill>
            <a:srgbClr val="F7F9FB"/>
          </a:solidFill>
          <a:ln w="6350">
            <a:solidFill>
              <a:srgbClr val="D3DCE5"/>
            </a:solidFill>
            <a:prstDash val="solid"/>
          </a:ln>
        </p:spPr>
      </p:sp>
      <p:sp>
        <p:nvSpPr>
          <p:cNvPr id="18" name="Text 15"/>
          <p:cNvSpPr txBox="1"/>
          <p:nvPr/>
        </p:nvSpPr>
        <p:spPr>
          <a:xfrm>
            <a:off x="9921240" y="222199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19" name="Shape 16"/>
          <p:cNvSpPr/>
          <p:nvPr/>
        </p:nvSpPr>
        <p:spPr>
          <a:xfrm>
            <a:off x="7525512" y="2523744"/>
            <a:ext cx="2331720" cy="301752"/>
          </a:xfrm>
          <a:prstGeom prst="rect">
            <a:avLst/>
          </a:prstGeom>
          <a:solidFill>
            <a:srgbClr val="FFFFFF"/>
          </a:solidFill>
          <a:ln w="6350">
            <a:solidFill>
              <a:srgbClr val="D3DCE5"/>
            </a:solidFill>
            <a:prstDash val="solid"/>
          </a:ln>
        </p:spPr>
      </p:sp>
      <p:sp>
        <p:nvSpPr>
          <p:cNvPr id="20" name="Text 17"/>
          <p:cNvSpPr txBox="1"/>
          <p:nvPr/>
        </p:nvSpPr>
        <p:spPr>
          <a:xfrm>
            <a:off x="7589520" y="252374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1" name="Shape 18"/>
          <p:cNvSpPr/>
          <p:nvPr/>
        </p:nvSpPr>
        <p:spPr>
          <a:xfrm>
            <a:off x="9857232" y="2523744"/>
            <a:ext cx="1929384" cy="301752"/>
          </a:xfrm>
          <a:prstGeom prst="rect">
            <a:avLst/>
          </a:prstGeom>
          <a:solidFill>
            <a:srgbClr val="FFFFFF"/>
          </a:solidFill>
          <a:ln w="6350">
            <a:solidFill>
              <a:srgbClr val="D3DCE5"/>
            </a:solidFill>
            <a:prstDash val="solid"/>
          </a:ln>
        </p:spPr>
      </p:sp>
      <p:sp>
        <p:nvSpPr>
          <p:cNvPr id="22" name="Text 19"/>
          <p:cNvSpPr txBox="1"/>
          <p:nvPr/>
        </p:nvSpPr>
        <p:spPr>
          <a:xfrm>
            <a:off x="9921240" y="252374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3" name="Shape 20"/>
          <p:cNvSpPr/>
          <p:nvPr/>
        </p:nvSpPr>
        <p:spPr>
          <a:xfrm>
            <a:off x="7525512" y="2825496"/>
            <a:ext cx="2331720" cy="301752"/>
          </a:xfrm>
          <a:prstGeom prst="rect">
            <a:avLst/>
          </a:prstGeom>
          <a:solidFill>
            <a:srgbClr val="F7F9FB"/>
          </a:solidFill>
          <a:ln w="6350">
            <a:solidFill>
              <a:srgbClr val="D3DCE5"/>
            </a:solidFill>
            <a:prstDash val="solid"/>
          </a:ln>
        </p:spPr>
      </p:sp>
      <p:sp>
        <p:nvSpPr>
          <p:cNvPr id="24" name="Text 21"/>
          <p:cNvSpPr txBox="1"/>
          <p:nvPr/>
        </p:nvSpPr>
        <p:spPr>
          <a:xfrm>
            <a:off x="7589520" y="2825496"/>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5" name="Shape 22"/>
          <p:cNvSpPr/>
          <p:nvPr/>
        </p:nvSpPr>
        <p:spPr>
          <a:xfrm>
            <a:off x="9857232" y="2825496"/>
            <a:ext cx="1929384" cy="301752"/>
          </a:xfrm>
          <a:prstGeom prst="rect">
            <a:avLst/>
          </a:prstGeom>
          <a:solidFill>
            <a:srgbClr val="F7F9FB"/>
          </a:solidFill>
          <a:ln w="6350">
            <a:solidFill>
              <a:srgbClr val="D3DCE5"/>
            </a:solidFill>
            <a:prstDash val="solid"/>
          </a:ln>
        </p:spPr>
      </p:sp>
      <p:sp>
        <p:nvSpPr>
          <p:cNvPr id="26" name="Text 23"/>
          <p:cNvSpPr txBox="1"/>
          <p:nvPr/>
        </p:nvSpPr>
        <p:spPr>
          <a:xfrm>
            <a:off x="9921240" y="2825496"/>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7" name="Shape 24"/>
          <p:cNvSpPr/>
          <p:nvPr/>
        </p:nvSpPr>
        <p:spPr>
          <a:xfrm>
            <a:off x="7525512" y="3127248"/>
            <a:ext cx="2331720" cy="301752"/>
          </a:xfrm>
          <a:prstGeom prst="rect">
            <a:avLst/>
          </a:prstGeom>
          <a:solidFill>
            <a:srgbClr val="FFFFFF"/>
          </a:solidFill>
          <a:ln w="6350">
            <a:solidFill>
              <a:srgbClr val="D3DCE5"/>
            </a:solidFill>
            <a:prstDash val="solid"/>
          </a:ln>
        </p:spPr>
      </p:sp>
      <p:sp>
        <p:nvSpPr>
          <p:cNvPr id="28" name="Text 25"/>
          <p:cNvSpPr txBox="1"/>
          <p:nvPr/>
        </p:nvSpPr>
        <p:spPr>
          <a:xfrm>
            <a:off x="7589520" y="3127248"/>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29" name="Shape 26"/>
          <p:cNvSpPr/>
          <p:nvPr/>
        </p:nvSpPr>
        <p:spPr>
          <a:xfrm>
            <a:off x="9857232" y="3127248"/>
            <a:ext cx="1929384" cy="301752"/>
          </a:xfrm>
          <a:prstGeom prst="rect">
            <a:avLst/>
          </a:prstGeom>
          <a:solidFill>
            <a:srgbClr val="FFFFFF"/>
          </a:solidFill>
          <a:ln w="6350">
            <a:solidFill>
              <a:srgbClr val="D3DCE5"/>
            </a:solidFill>
            <a:prstDash val="solid"/>
          </a:ln>
        </p:spPr>
      </p:sp>
      <p:sp>
        <p:nvSpPr>
          <p:cNvPr id="30" name="Text 27"/>
          <p:cNvSpPr txBox="1"/>
          <p:nvPr/>
        </p:nvSpPr>
        <p:spPr>
          <a:xfrm>
            <a:off x="9921240" y="3127248"/>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1" name="Shape 28"/>
          <p:cNvSpPr/>
          <p:nvPr/>
        </p:nvSpPr>
        <p:spPr>
          <a:xfrm>
            <a:off x="7525512" y="3429000"/>
            <a:ext cx="2331720" cy="301752"/>
          </a:xfrm>
          <a:prstGeom prst="rect">
            <a:avLst/>
          </a:prstGeom>
          <a:solidFill>
            <a:srgbClr val="F7F9FB"/>
          </a:solidFill>
          <a:ln w="6350">
            <a:solidFill>
              <a:srgbClr val="D3DCE5"/>
            </a:solidFill>
            <a:prstDash val="solid"/>
          </a:ln>
        </p:spPr>
      </p:sp>
      <p:sp>
        <p:nvSpPr>
          <p:cNvPr id="32" name="Text 29"/>
          <p:cNvSpPr txBox="1"/>
          <p:nvPr/>
        </p:nvSpPr>
        <p:spPr>
          <a:xfrm>
            <a:off x="7589520" y="342900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3" name="Shape 30"/>
          <p:cNvSpPr/>
          <p:nvPr/>
        </p:nvSpPr>
        <p:spPr>
          <a:xfrm>
            <a:off x="9857232" y="3429000"/>
            <a:ext cx="1929384" cy="301752"/>
          </a:xfrm>
          <a:prstGeom prst="rect">
            <a:avLst/>
          </a:prstGeom>
          <a:solidFill>
            <a:srgbClr val="F7F9FB"/>
          </a:solidFill>
          <a:ln w="6350">
            <a:solidFill>
              <a:srgbClr val="D3DCE5"/>
            </a:solidFill>
            <a:prstDash val="solid"/>
          </a:ln>
        </p:spPr>
      </p:sp>
      <p:sp>
        <p:nvSpPr>
          <p:cNvPr id="34" name="Text 31"/>
          <p:cNvSpPr txBox="1"/>
          <p:nvPr/>
        </p:nvSpPr>
        <p:spPr>
          <a:xfrm>
            <a:off x="9921240" y="342900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5" name="Shape 32"/>
          <p:cNvSpPr/>
          <p:nvPr/>
        </p:nvSpPr>
        <p:spPr>
          <a:xfrm>
            <a:off x="7525512" y="3730752"/>
            <a:ext cx="2331720" cy="301752"/>
          </a:xfrm>
          <a:prstGeom prst="rect">
            <a:avLst/>
          </a:prstGeom>
          <a:solidFill>
            <a:srgbClr val="FFFFFF"/>
          </a:solidFill>
          <a:ln w="6350">
            <a:solidFill>
              <a:srgbClr val="D3DCE5"/>
            </a:solidFill>
            <a:prstDash val="solid"/>
          </a:ln>
        </p:spPr>
      </p:sp>
      <p:sp>
        <p:nvSpPr>
          <p:cNvPr id="36" name="Text 33"/>
          <p:cNvSpPr txBox="1"/>
          <p:nvPr/>
        </p:nvSpPr>
        <p:spPr>
          <a:xfrm>
            <a:off x="7589520" y="373075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7" name="Shape 34"/>
          <p:cNvSpPr/>
          <p:nvPr/>
        </p:nvSpPr>
        <p:spPr>
          <a:xfrm>
            <a:off x="9857232" y="3730752"/>
            <a:ext cx="1929384" cy="301752"/>
          </a:xfrm>
          <a:prstGeom prst="rect">
            <a:avLst/>
          </a:prstGeom>
          <a:solidFill>
            <a:srgbClr val="FFFFFF"/>
          </a:solidFill>
          <a:ln w="6350">
            <a:solidFill>
              <a:srgbClr val="D3DCE5"/>
            </a:solidFill>
            <a:prstDash val="solid"/>
          </a:ln>
        </p:spPr>
      </p:sp>
      <p:sp>
        <p:nvSpPr>
          <p:cNvPr id="38" name="Text 35"/>
          <p:cNvSpPr txBox="1"/>
          <p:nvPr/>
        </p:nvSpPr>
        <p:spPr>
          <a:xfrm>
            <a:off x="9921240" y="373075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39" name="Shape 36"/>
          <p:cNvSpPr/>
          <p:nvPr/>
        </p:nvSpPr>
        <p:spPr>
          <a:xfrm>
            <a:off x="7525512" y="4032504"/>
            <a:ext cx="2331720" cy="301752"/>
          </a:xfrm>
          <a:prstGeom prst="rect">
            <a:avLst/>
          </a:prstGeom>
          <a:solidFill>
            <a:srgbClr val="F7F9FB"/>
          </a:solidFill>
          <a:ln w="6350">
            <a:solidFill>
              <a:srgbClr val="D3DCE5"/>
            </a:solidFill>
            <a:prstDash val="solid"/>
          </a:ln>
        </p:spPr>
      </p:sp>
      <p:sp>
        <p:nvSpPr>
          <p:cNvPr id="40" name="Text 37"/>
          <p:cNvSpPr txBox="1"/>
          <p:nvPr/>
        </p:nvSpPr>
        <p:spPr>
          <a:xfrm>
            <a:off x="7589520" y="403250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1" name="Shape 38"/>
          <p:cNvSpPr/>
          <p:nvPr/>
        </p:nvSpPr>
        <p:spPr>
          <a:xfrm>
            <a:off x="9857232" y="4032504"/>
            <a:ext cx="1929384" cy="301752"/>
          </a:xfrm>
          <a:prstGeom prst="rect">
            <a:avLst/>
          </a:prstGeom>
          <a:solidFill>
            <a:srgbClr val="F7F9FB"/>
          </a:solidFill>
          <a:ln w="6350">
            <a:solidFill>
              <a:srgbClr val="D3DCE5"/>
            </a:solidFill>
            <a:prstDash val="solid"/>
          </a:ln>
        </p:spPr>
      </p:sp>
      <p:sp>
        <p:nvSpPr>
          <p:cNvPr id="42" name="Text 39"/>
          <p:cNvSpPr txBox="1"/>
          <p:nvPr/>
        </p:nvSpPr>
        <p:spPr>
          <a:xfrm>
            <a:off x="9921240" y="403250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3" name="Shape 40"/>
          <p:cNvSpPr/>
          <p:nvPr/>
        </p:nvSpPr>
        <p:spPr>
          <a:xfrm>
            <a:off x="411480" y="4572000"/>
            <a:ext cx="11375136" cy="1188720"/>
          </a:xfrm>
          <a:prstGeom prst="rect">
            <a:avLst/>
          </a:prstGeom>
          <a:solidFill>
            <a:srgbClr val="D6EBE7"/>
          </a:solidFill>
          <a:ln w="9525">
            <a:solidFill>
              <a:srgbClr val="AFD3CC"/>
            </a:solidFill>
            <a:prstDash val="solid"/>
          </a:ln>
        </p:spPr>
      </p:sp>
      <p:sp>
        <p:nvSpPr>
          <p:cNvPr id="44" name="Text 41"/>
          <p:cNvSpPr txBox="1"/>
          <p:nvPr/>
        </p:nvSpPr>
        <p:spPr>
          <a:xfrm>
            <a:off x="576072" y="470001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5" name="Text 42"/>
          <p:cNvSpPr txBox="1"/>
          <p:nvPr/>
        </p:nvSpPr>
        <p:spPr>
          <a:xfrm>
            <a:off x="576072" y="50292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6" name="Text 4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50" dirty="0"/>
          </a:p>
        </p:txBody>
      </p:sp>
      <p:sp>
        <p:nvSpPr>
          <p:cNvPr id="47" name="Text 4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B3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Where the world's lithium actually comes from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countries supply most of it, from three geologically different sources with very different cost and carbon profiles.</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8" name="Shape 6"/>
          <p:cNvSpPr/>
          <p:nvPr/>
        </p:nvSpPr>
        <p:spPr>
          <a:xfrm>
            <a:off x="2560320" y="1627632"/>
            <a:ext cx="2103120" cy="292608"/>
          </a:xfrm>
          <a:prstGeom prst="rect">
            <a:avLst/>
          </a:prstGeom>
          <a:solidFill>
            <a:srgbClr val="10233A"/>
          </a:solidFill>
          <a:ln/>
        </p:spPr>
      </p:sp>
      <p:sp>
        <p:nvSpPr>
          <p:cNvPr id="9" name="Text 7"/>
          <p:cNvSpPr txBox="1"/>
          <p:nvPr/>
        </p:nvSpPr>
        <p:spPr>
          <a:xfrm>
            <a:off x="262432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0" name="Shape 8"/>
          <p:cNvSpPr/>
          <p:nvPr/>
        </p:nvSpPr>
        <p:spPr>
          <a:xfrm>
            <a:off x="4663440" y="1627632"/>
            <a:ext cx="2331720" cy="292608"/>
          </a:xfrm>
          <a:prstGeom prst="rect">
            <a:avLst/>
          </a:prstGeom>
          <a:solidFill>
            <a:srgbClr val="10233A"/>
          </a:solidFill>
          <a:ln/>
        </p:spPr>
      </p:sp>
      <p:sp>
        <p:nvSpPr>
          <p:cNvPr id="11" name="Text 9"/>
          <p:cNvSpPr txBox="1"/>
          <p:nvPr/>
        </p:nvSpPr>
        <p:spPr>
          <a:xfrm>
            <a:off x="472744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2" name="Shape 10"/>
          <p:cNvSpPr/>
          <p:nvPr/>
        </p:nvSpPr>
        <p:spPr>
          <a:xfrm>
            <a:off x="6995160" y="1627632"/>
            <a:ext cx="2514600" cy="292608"/>
          </a:xfrm>
          <a:prstGeom prst="rect">
            <a:avLst/>
          </a:prstGeom>
          <a:solidFill>
            <a:srgbClr val="10233A"/>
          </a:solidFill>
          <a:ln/>
        </p:spPr>
      </p:sp>
      <p:sp>
        <p:nvSpPr>
          <p:cNvPr id="13" name="Text 11"/>
          <p:cNvSpPr txBox="1"/>
          <p:nvPr/>
        </p:nvSpPr>
        <p:spPr>
          <a:xfrm>
            <a:off x="705916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4" name="Shape 12"/>
          <p:cNvSpPr/>
          <p:nvPr/>
        </p:nvSpPr>
        <p:spPr>
          <a:xfrm>
            <a:off x="9509760" y="1627632"/>
            <a:ext cx="2276856" cy="292608"/>
          </a:xfrm>
          <a:prstGeom prst="rect">
            <a:avLst/>
          </a:prstGeom>
          <a:solidFill>
            <a:srgbClr val="10233A"/>
          </a:solidFill>
          <a:ln/>
        </p:spPr>
      </p:sp>
      <p:sp>
        <p:nvSpPr>
          <p:cNvPr id="15" name="Text 13"/>
          <p:cNvSpPr txBox="1"/>
          <p:nvPr/>
        </p:nvSpPr>
        <p:spPr>
          <a:xfrm>
            <a:off x="9573768" y="1627632"/>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6" name="Shape 14"/>
          <p:cNvSpPr/>
          <p:nvPr/>
        </p:nvSpPr>
        <p:spPr>
          <a:xfrm>
            <a:off x="411480" y="1920240"/>
            <a:ext cx="2148840" cy="658368"/>
          </a:xfrm>
          <a:prstGeom prst="rect">
            <a:avLst/>
          </a:prstGeom>
          <a:solidFill>
            <a:srgbClr val="D6EBE7"/>
          </a:solidFill>
          <a:ln w="6350">
            <a:solidFill>
              <a:srgbClr val="D3DCE5"/>
            </a:solidFill>
            <a:prstDash val="solid"/>
          </a:ln>
        </p:spPr>
      </p:sp>
      <p:sp>
        <p:nvSpPr>
          <p:cNvPr id="17" name="Text 15"/>
          <p:cNvSpPr txBox="1"/>
          <p:nvPr/>
        </p:nvSpPr>
        <p:spPr>
          <a:xfrm>
            <a:off x="475488" y="192024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8" name="Shape 16"/>
          <p:cNvSpPr/>
          <p:nvPr/>
        </p:nvSpPr>
        <p:spPr>
          <a:xfrm>
            <a:off x="2560320" y="1920240"/>
            <a:ext cx="2103120" cy="658368"/>
          </a:xfrm>
          <a:prstGeom prst="rect">
            <a:avLst/>
          </a:prstGeom>
          <a:solidFill>
            <a:srgbClr val="D6EBE7"/>
          </a:solidFill>
          <a:ln w="6350">
            <a:solidFill>
              <a:srgbClr val="D3DCE5"/>
            </a:solidFill>
            <a:prstDash val="solid"/>
          </a:ln>
        </p:spPr>
      </p:sp>
      <p:sp>
        <p:nvSpPr>
          <p:cNvPr id="19" name="Text 17"/>
          <p:cNvSpPr txBox="1"/>
          <p:nvPr/>
        </p:nvSpPr>
        <p:spPr>
          <a:xfrm>
            <a:off x="2624328" y="192024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0" name="Shape 18"/>
          <p:cNvSpPr/>
          <p:nvPr/>
        </p:nvSpPr>
        <p:spPr>
          <a:xfrm>
            <a:off x="4663440" y="1920240"/>
            <a:ext cx="2331720" cy="658368"/>
          </a:xfrm>
          <a:prstGeom prst="rect">
            <a:avLst/>
          </a:prstGeom>
          <a:solidFill>
            <a:srgbClr val="D6EBE7"/>
          </a:solidFill>
          <a:ln w="6350">
            <a:solidFill>
              <a:srgbClr val="D3DCE5"/>
            </a:solidFill>
            <a:prstDash val="solid"/>
          </a:ln>
        </p:spPr>
      </p:sp>
      <p:sp>
        <p:nvSpPr>
          <p:cNvPr id="21" name="Text 19"/>
          <p:cNvSpPr txBox="1"/>
          <p:nvPr/>
        </p:nvSpPr>
        <p:spPr>
          <a:xfrm>
            <a:off x="4727448" y="192024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2" name="Shape 20"/>
          <p:cNvSpPr/>
          <p:nvPr/>
        </p:nvSpPr>
        <p:spPr>
          <a:xfrm>
            <a:off x="6995160" y="1920240"/>
            <a:ext cx="2514600" cy="658368"/>
          </a:xfrm>
          <a:prstGeom prst="rect">
            <a:avLst/>
          </a:prstGeom>
          <a:solidFill>
            <a:srgbClr val="D6EBE7"/>
          </a:solidFill>
          <a:ln w="6350">
            <a:solidFill>
              <a:srgbClr val="D3DCE5"/>
            </a:solidFill>
            <a:prstDash val="solid"/>
          </a:ln>
        </p:spPr>
      </p:sp>
      <p:sp>
        <p:nvSpPr>
          <p:cNvPr id="23" name="Text 21"/>
          <p:cNvSpPr txBox="1"/>
          <p:nvPr/>
        </p:nvSpPr>
        <p:spPr>
          <a:xfrm>
            <a:off x="7059168" y="192024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4" name="Shape 22"/>
          <p:cNvSpPr/>
          <p:nvPr/>
        </p:nvSpPr>
        <p:spPr>
          <a:xfrm>
            <a:off x="9509760" y="1920240"/>
            <a:ext cx="2276856" cy="658368"/>
          </a:xfrm>
          <a:prstGeom prst="rect">
            <a:avLst/>
          </a:prstGeom>
          <a:solidFill>
            <a:srgbClr val="D6EBE7"/>
          </a:solidFill>
          <a:ln w="6350">
            <a:solidFill>
              <a:srgbClr val="D3DCE5"/>
            </a:solidFill>
            <a:prstDash val="solid"/>
          </a:ln>
        </p:spPr>
      </p:sp>
      <p:sp>
        <p:nvSpPr>
          <p:cNvPr id="25" name="Text 23"/>
          <p:cNvSpPr txBox="1"/>
          <p:nvPr/>
        </p:nvSpPr>
        <p:spPr>
          <a:xfrm>
            <a:off x="9573768" y="192024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6" name="Shape 24"/>
          <p:cNvSpPr/>
          <p:nvPr/>
        </p:nvSpPr>
        <p:spPr>
          <a:xfrm>
            <a:off x="411480" y="2578608"/>
            <a:ext cx="2148840" cy="658368"/>
          </a:xfrm>
          <a:prstGeom prst="rect">
            <a:avLst/>
          </a:prstGeom>
          <a:solidFill>
            <a:srgbClr val="F7F9FB"/>
          </a:solidFill>
          <a:ln w="6350">
            <a:solidFill>
              <a:srgbClr val="D3DCE5"/>
            </a:solidFill>
            <a:prstDash val="solid"/>
          </a:ln>
        </p:spPr>
      </p:sp>
      <p:sp>
        <p:nvSpPr>
          <p:cNvPr id="27" name="Text 25"/>
          <p:cNvSpPr txBox="1"/>
          <p:nvPr/>
        </p:nvSpPr>
        <p:spPr>
          <a:xfrm>
            <a:off x="475488" y="2578608"/>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8" name="Shape 26"/>
          <p:cNvSpPr/>
          <p:nvPr/>
        </p:nvSpPr>
        <p:spPr>
          <a:xfrm>
            <a:off x="2560320" y="2578608"/>
            <a:ext cx="2103120" cy="658368"/>
          </a:xfrm>
          <a:prstGeom prst="rect">
            <a:avLst/>
          </a:prstGeom>
          <a:solidFill>
            <a:srgbClr val="F7F9FB"/>
          </a:solidFill>
          <a:ln w="6350">
            <a:solidFill>
              <a:srgbClr val="D3DCE5"/>
            </a:solidFill>
            <a:prstDash val="solid"/>
          </a:ln>
        </p:spPr>
      </p:sp>
      <p:sp>
        <p:nvSpPr>
          <p:cNvPr id="29" name="Text 27"/>
          <p:cNvSpPr txBox="1"/>
          <p:nvPr/>
        </p:nvSpPr>
        <p:spPr>
          <a:xfrm>
            <a:off x="2624328" y="2578608"/>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0" name="Shape 28"/>
          <p:cNvSpPr/>
          <p:nvPr/>
        </p:nvSpPr>
        <p:spPr>
          <a:xfrm>
            <a:off x="4663440" y="2578608"/>
            <a:ext cx="2331720" cy="658368"/>
          </a:xfrm>
          <a:prstGeom prst="rect">
            <a:avLst/>
          </a:prstGeom>
          <a:solidFill>
            <a:srgbClr val="F7F9FB"/>
          </a:solidFill>
          <a:ln w="6350">
            <a:solidFill>
              <a:srgbClr val="D3DCE5"/>
            </a:solidFill>
            <a:prstDash val="solid"/>
          </a:ln>
        </p:spPr>
      </p:sp>
      <p:sp>
        <p:nvSpPr>
          <p:cNvPr id="31" name="Text 29"/>
          <p:cNvSpPr txBox="1"/>
          <p:nvPr/>
        </p:nvSpPr>
        <p:spPr>
          <a:xfrm>
            <a:off x="4727448" y="2578608"/>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2" name="Shape 30"/>
          <p:cNvSpPr/>
          <p:nvPr/>
        </p:nvSpPr>
        <p:spPr>
          <a:xfrm>
            <a:off x="6995160" y="2578608"/>
            <a:ext cx="2514600" cy="658368"/>
          </a:xfrm>
          <a:prstGeom prst="rect">
            <a:avLst/>
          </a:prstGeom>
          <a:solidFill>
            <a:srgbClr val="F7F9FB"/>
          </a:solidFill>
          <a:ln w="6350">
            <a:solidFill>
              <a:srgbClr val="D3DCE5"/>
            </a:solidFill>
            <a:prstDash val="solid"/>
          </a:ln>
        </p:spPr>
      </p:sp>
      <p:sp>
        <p:nvSpPr>
          <p:cNvPr id="33" name="Text 31"/>
          <p:cNvSpPr txBox="1"/>
          <p:nvPr/>
        </p:nvSpPr>
        <p:spPr>
          <a:xfrm>
            <a:off x="7059168" y="2578608"/>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4" name="Shape 32"/>
          <p:cNvSpPr/>
          <p:nvPr/>
        </p:nvSpPr>
        <p:spPr>
          <a:xfrm>
            <a:off x="9509760" y="2578608"/>
            <a:ext cx="2276856" cy="658368"/>
          </a:xfrm>
          <a:prstGeom prst="rect">
            <a:avLst/>
          </a:prstGeom>
          <a:solidFill>
            <a:srgbClr val="F7F9FB"/>
          </a:solidFill>
          <a:ln w="6350">
            <a:solidFill>
              <a:srgbClr val="D3DCE5"/>
            </a:solidFill>
            <a:prstDash val="solid"/>
          </a:ln>
        </p:spPr>
      </p:sp>
      <p:sp>
        <p:nvSpPr>
          <p:cNvPr id="35" name="Text 33"/>
          <p:cNvSpPr txBox="1"/>
          <p:nvPr/>
        </p:nvSpPr>
        <p:spPr>
          <a:xfrm>
            <a:off x="9573768" y="2578608"/>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6" name="Shape 34"/>
          <p:cNvSpPr/>
          <p:nvPr/>
        </p:nvSpPr>
        <p:spPr>
          <a:xfrm>
            <a:off x="411480" y="3236976"/>
            <a:ext cx="2148840" cy="658368"/>
          </a:xfrm>
          <a:prstGeom prst="rect">
            <a:avLst/>
          </a:prstGeom>
          <a:solidFill>
            <a:srgbClr val="F7E2E2"/>
          </a:solidFill>
          <a:ln w="6350">
            <a:solidFill>
              <a:srgbClr val="D3DCE5"/>
            </a:solidFill>
            <a:prstDash val="solid"/>
          </a:ln>
        </p:spPr>
      </p:sp>
      <p:sp>
        <p:nvSpPr>
          <p:cNvPr id="37" name="Text 35"/>
          <p:cNvSpPr txBox="1"/>
          <p:nvPr/>
        </p:nvSpPr>
        <p:spPr>
          <a:xfrm>
            <a:off x="475488" y="323697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8" name="Shape 36"/>
          <p:cNvSpPr/>
          <p:nvPr/>
        </p:nvSpPr>
        <p:spPr>
          <a:xfrm>
            <a:off x="2560320" y="3236976"/>
            <a:ext cx="2103120" cy="658368"/>
          </a:xfrm>
          <a:prstGeom prst="rect">
            <a:avLst/>
          </a:prstGeom>
          <a:solidFill>
            <a:srgbClr val="F7E2E2"/>
          </a:solidFill>
          <a:ln w="6350">
            <a:solidFill>
              <a:srgbClr val="D3DCE5"/>
            </a:solidFill>
            <a:prstDash val="solid"/>
          </a:ln>
        </p:spPr>
      </p:sp>
      <p:sp>
        <p:nvSpPr>
          <p:cNvPr id="39" name="Text 37"/>
          <p:cNvSpPr txBox="1"/>
          <p:nvPr/>
        </p:nvSpPr>
        <p:spPr>
          <a:xfrm>
            <a:off x="2624328" y="323697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0" name="Shape 38"/>
          <p:cNvSpPr/>
          <p:nvPr/>
        </p:nvSpPr>
        <p:spPr>
          <a:xfrm>
            <a:off x="4663440" y="3236976"/>
            <a:ext cx="2331720" cy="658368"/>
          </a:xfrm>
          <a:prstGeom prst="rect">
            <a:avLst/>
          </a:prstGeom>
          <a:solidFill>
            <a:srgbClr val="F7E2E2"/>
          </a:solidFill>
          <a:ln w="6350">
            <a:solidFill>
              <a:srgbClr val="D3DCE5"/>
            </a:solidFill>
            <a:prstDash val="solid"/>
          </a:ln>
        </p:spPr>
      </p:sp>
      <p:sp>
        <p:nvSpPr>
          <p:cNvPr id="41" name="Text 39"/>
          <p:cNvSpPr txBox="1"/>
          <p:nvPr/>
        </p:nvSpPr>
        <p:spPr>
          <a:xfrm>
            <a:off x="4727448" y="323697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2" name="Shape 40"/>
          <p:cNvSpPr/>
          <p:nvPr/>
        </p:nvSpPr>
        <p:spPr>
          <a:xfrm>
            <a:off x="6995160" y="3236976"/>
            <a:ext cx="2514600" cy="658368"/>
          </a:xfrm>
          <a:prstGeom prst="rect">
            <a:avLst/>
          </a:prstGeom>
          <a:solidFill>
            <a:srgbClr val="F7E2E2"/>
          </a:solidFill>
          <a:ln w="6350">
            <a:solidFill>
              <a:srgbClr val="D3DCE5"/>
            </a:solidFill>
            <a:prstDash val="solid"/>
          </a:ln>
        </p:spPr>
      </p:sp>
      <p:sp>
        <p:nvSpPr>
          <p:cNvPr id="43" name="Text 41"/>
          <p:cNvSpPr txBox="1"/>
          <p:nvPr/>
        </p:nvSpPr>
        <p:spPr>
          <a:xfrm>
            <a:off x="7059168" y="323697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4" name="Shape 42"/>
          <p:cNvSpPr/>
          <p:nvPr/>
        </p:nvSpPr>
        <p:spPr>
          <a:xfrm>
            <a:off x="9509760" y="3236976"/>
            <a:ext cx="2276856" cy="658368"/>
          </a:xfrm>
          <a:prstGeom prst="rect">
            <a:avLst/>
          </a:prstGeom>
          <a:solidFill>
            <a:srgbClr val="F7E2E2"/>
          </a:solidFill>
          <a:ln w="6350">
            <a:solidFill>
              <a:srgbClr val="D3DCE5"/>
            </a:solidFill>
            <a:prstDash val="solid"/>
          </a:ln>
        </p:spPr>
      </p:sp>
      <p:sp>
        <p:nvSpPr>
          <p:cNvPr id="45" name="Text 43"/>
          <p:cNvSpPr txBox="1"/>
          <p:nvPr/>
        </p:nvSpPr>
        <p:spPr>
          <a:xfrm>
            <a:off x="9573768" y="323697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6" name="Shape 44"/>
          <p:cNvSpPr/>
          <p:nvPr/>
        </p:nvSpPr>
        <p:spPr>
          <a:xfrm>
            <a:off x="411480" y="3895344"/>
            <a:ext cx="2148840" cy="658368"/>
          </a:xfrm>
          <a:prstGeom prst="rect">
            <a:avLst/>
          </a:prstGeom>
          <a:solidFill>
            <a:srgbClr val="F7F9FB"/>
          </a:solidFill>
          <a:ln w="6350">
            <a:solidFill>
              <a:srgbClr val="D3DCE5"/>
            </a:solidFill>
            <a:prstDash val="solid"/>
          </a:ln>
        </p:spPr>
      </p:sp>
      <p:sp>
        <p:nvSpPr>
          <p:cNvPr id="47" name="Text 45"/>
          <p:cNvSpPr txBox="1"/>
          <p:nvPr/>
        </p:nvSpPr>
        <p:spPr>
          <a:xfrm>
            <a:off x="475488" y="389534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8" name="Shape 46"/>
          <p:cNvSpPr/>
          <p:nvPr/>
        </p:nvSpPr>
        <p:spPr>
          <a:xfrm>
            <a:off x="2560320" y="3895344"/>
            <a:ext cx="2103120" cy="658368"/>
          </a:xfrm>
          <a:prstGeom prst="rect">
            <a:avLst/>
          </a:prstGeom>
          <a:solidFill>
            <a:srgbClr val="F7F9FB"/>
          </a:solidFill>
          <a:ln w="6350">
            <a:solidFill>
              <a:srgbClr val="D3DCE5"/>
            </a:solidFill>
            <a:prstDash val="solid"/>
          </a:ln>
        </p:spPr>
      </p:sp>
      <p:sp>
        <p:nvSpPr>
          <p:cNvPr id="49" name="Text 47"/>
          <p:cNvSpPr txBox="1"/>
          <p:nvPr/>
        </p:nvSpPr>
        <p:spPr>
          <a:xfrm>
            <a:off x="2624328" y="389534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0" name="Shape 48"/>
          <p:cNvSpPr/>
          <p:nvPr/>
        </p:nvSpPr>
        <p:spPr>
          <a:xfrm>
            <a:off x="4663440" y="3895344"/>
            <a:ext cx="2331720" cy="658368"/>
          </a:xfrm>
          <a:prstGeom prst="rect">
            <a:avLst/>
          </a:prstGeom>
          <a:solidFill>
            <a:srgbClr val="F7F9FB"/>
          </a:solidFill>
          <a:ln w="6350">
            <a:solidFill>
              <a:srgbClr val="D3DCE5"/>
            </a:solidFill>
            <a:prstDash val="solid"/>
          </a:ln>
        </p:spPr>
      </p:sp>
      <p:sp>
        <p:nvSpPr>
          <p:cNvPr id="51" name="Text 49"/>
          <p:cNvSpPr txBox="1"/>
          <p:nvPr/>
        </p:nvSpPr>
        <p:spPr>
          <a:xfrm>
            <a:off x="4727448" y="389534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2" name="Shape 50"/>
          <p:cNvSpPr/>
          <p:nvPr/>
        </p:nvSpPr>
        <p:spPr>
          <a:xfrm>
            <a:off x="6995160" y="3895344"/>
            <a:ext cx="2514600" cy="658368"/>
          </a:xfrm>
          <a:prstGeom prst="rect">
            <a:avLst/>
          </a:prstGeom>
          <a:solidFill>
            <a:srgbClr val="F7F9FB"/>
          </a:solidFill>
          <a:ln w="6350">
            <a:solidFill>
              <a:srgbClr val="D3DCE5"/>
            </a:solidFill>
            <a:prstDash val="solid"/>
          </a:ln>
        </p:spPr>
      </p:sp>
      <p:sp>
        <p:nvSpPr>
          <p:cNvPr id="53" name="Text 51"/>
          <p:cNvSpPr txBox="1"/>
          <p:nvPr/>
        </p:nvSpPr>
        <p:spPr>
          <a:xfrm>
            <a:off x="7059168" y="389534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4" name="Shape 52"/>
          <p:cNvSpPr/>
          <p:nvPr/>
        </p:nvSpPr>
        <p:spPr>
          <a:xfrm>
            <a:off x="9509760" y="3895344"/>
            <a:ext cx="2276856" cy="658368"/>
          </a:xfrm>
          <a:prstGeom prst="rect">
            <a:avLst/>
          </a:prstGeom>
          <a:solidFill>
            <a:srgbClr val="F7F9FB"/>
          </a:solidFill>
          <a:ln w="6350">
            <a:solidFill>
              <a:srgbClr val="D3DCE5"/>
            </a:solidFill>
            <a:prstDash val="solid"/>
          </a:ln>
        </p:spPr>
      </p:sp>
      <p:sp>
        <p:nvSpPr>
          <p:cNvPr id="55" name="Text 53"/>
          <p:cNvSpPr txBox="1"/>
          <p:nvPr/>
        </p:nvSpPr>
        <p:spPr>
          <a:xfrm>
            <a:off x="9573768" y="389534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6" name="Shape 54"/>
          <p:cNvSpPr/>
          <p:nvPr/>
        </p:nvSpPr>
        <p:spPr>
          <a:xfrm>
            <a:off x="411480" y="4645152"/>
            <a:ext cx="5577840" cy="1298448"/>
          </a:xfrm>
          <a:prstGeom prst="rect">
            <a:avLst/>
          </a:prstGeom>
          <a:solidFill>
            <a:srgbClr val="D6EBE7"/>
          </a:solidFill>
          <a:ln w="9525">
            <a:solidFill>
              <a:srgbClr val="AFD3CC"/>
            </a:solidFill>
            <a:prstDash val="solid"/>
          </a:ln>
        </p:spPr>
      </p:sp>
      <p:sp>
        <p:nvSpPr>
          <p:cNvPr id="57" name="Text 55"/>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8" name="Text 56"/>
          <p:cNvSpPr txBox="1"/>
          <p:nvPr/>
        </p:nvSpPr>
        <p:spPr>
          <a:xfrm>
            <a:off x="576072"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900" dirty="0"/>
          </a:p>
        </p:txBody>
      </p:sp>
      <p:sp>
        <p:nvSpPr>
          <p:cNvPr id="59" name="Shape 57"/>
          <p:cNvSpPr/>
          <p:nvPr/>
        </p:nvSpPr>
        <p:spPr>
          <a:xfrm>
            <a:off x="6208776" y="4645152"/>
            <a:ext cx="5577840" cy="1298448"/>
          </a:xfrm>
          <a:prstGeom prst="rect">
            <a:avLst/>
          </a:prstGeom>
          <a:solidFill>
            <a:srgbClr val="FBEBD9"/>
          </a:solidFill>
          <a:ln w="9525">
            <a:solidFill>
              <a:srgbClr val="E8C9A3"/>
            </a:solidFill>
            <a:prstDash val="solid"/>
          </a:ln>
        </p:spPr>
      </p:sp>
      <p:sp>
        <p:nvSpPr>
          <p:cNvPr id="60" name="Text 58"/>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1" name="Text 59"/>
          <p:cNvSpPr txBox="1"/>
          <p:nvPr/>
        </p:nvSpPr>
        <p:spPr>
          <a:xfrm>
            <a:off x="6373368"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900" dirty="0"/>
          </a:p>
        </p:txBody>
      </p:sp>
      <p:sp>
        <p:nvSpPr>
          <p:cNvPr id="62" name="Text 6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50" dirty="0"/>
          </a:p>
        </p:txBody>
      </p:sp>
      <p:sp>
        <p:nvSpPr>
          <p:cNvPr id="63" name="Text 6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B4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Jianxiawo timeline: how one Chinese mine moved the world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About 150,000 tonnes a year of lithium carbonate equivalent, suspended, restarted and re-suspended inside thirteen months.</a:t>
            </a:r>
            <a:endParaRPr lang="en-US" sz="1200" dirty="0"/>
          </a:p>
        </p:txBody>
      </p:sp>
      <p:sp>
        <p:nvSpPr>
          <p:cNvPr id="6" name="Shape 4"/>
          <p:cNvSpPr/>
          <p:nvPr/>
        </p:nvSpPr>
        <p:spPr>
          <a:xfrm>
            <a:off x="411480" y="1627632"/>
            <a:ext cx="11375136" cy="713232"/>
          </a:xfrm>
          <a:prstGeom prst="rect">
            <a:avLst/>
          </a:prstGeom>
          <a:solidFill>
            <a:srgbClr val="FFFFFF"/>
          </a:solidFill>
          <a:ln w="7620">
            <a:solidFill>
              <a:srgbClr val="D3DCE5"/>
            </a:solidFill>
            <a:prstDash val="solid"/>
          </a:ln>
        </p:spPr>
      </p:sp>
      <p:sp>
        <p:nvSpPr>
          <p:cNvPr id="7" name="Text 5"/>
          <p:cNvSpPr txBox="1"/>
          <p:nvPr/>
        </p:nvSpPr>
        <p:spPr>
          <a:xfrm>
            <a:off x="576072" y="1627632"/>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8" name="Text 6"/>
          <p:cNvSpPr txBox="1"/>
          <p:nvPr/>
        </p:nvSpPr>
        <p:spPr>
          <a:xfrm>
            <a:off x="1892808" y="16276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9" name="Text 7"/>
          <p:cNvSpPr txBox="1"/>
          <p:nvPr/>
        </p:nvSpPr>
        <p:spPr>
          <a:xfrm>
            <a:off x="4361688" y="16824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0" name="Shape 8"/>
          <p:cNvSpPr/>
          <p:nvPr/>
        </p:nvSpPr>
        <p:spPr>
          <a:xfrm>
            <a:off x="411480" y="2414016"/>
            <a:ext cx="11375136" cy="713232"/>
          </a:xfrm>
          <a:prstGeom prst="rect">
            <a:avLst/>
          </a:prstGeom>
          <a:solidFill>
            <a:srgbClr val="F7F9FB"/>
          </a:solidFill>
          <a:ln w="7620">
            <a:solidFill>
              <a:srgbClr val="D3DCE5"/>
            </a:solidFill>
            <a:prstDash val="solid"/>
          </a:ln>
        </p:spPr>
      </p:sp>
      <p:sp>
        <p:nvSpPr>
          <p:cNvPr id="11" name="Text 9"/>
          <p:cNvSpPr txBox="1"/>
          <p:nvPr/>
        </p:nvSpPr>
        <p:spPr>
          <a:xfrm>
            <a:off x="576072" y="2414016"/>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2" name="Text 10"/>
          <p:cNvSpPr txBox="1"/>
          <p:nvPr/>
        </p:nvSpPr>
        <p:spPr>
          <a:xfrm>
            <a:off x="1892808" y="24140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3" name="Text 11"/>
          <p:cNvSpPr txBox="1"/>
          <p:nvPr/>
        </p:nvSpPr>
        <p:spPr>
          <a:xfrm>
            <a:off x="4361688" y="24688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4" name="Shape 12"/>
          <p:cNvSpPr/>
          <p:nvPr/>
        </p:nvSpPr>
        <p:spPr>
          <a:xfrm>
            <a:off x="411480" y="3200400"/>
            <a:ext cx="11375136" cy="713232"/>
          </a:xfrm>
          <a:prstGeom prst="rect">
            <a:avLst/>
          </a:prstGeom>
          <a:solidFill>
            <a:srgbClr val="FFFFFF"/>
          </a:solidFill>
          <a:ln w="7620">
            <a:solidFill>
              <a:srgbClr val="D3DCE5"/>
            </a:solidFill>
            <a:prstDash val="solid"/>
          </a:ln>
        </p:spPr>
      </p:sp>
      <p:sp>
        <p:nvSpPr>
          <p:cNvPr id="15" name="Text 13"/>
          <p:cNvSpPr txBox="1"/>
          <p:nvPr/>
        </p:nvSpPr>
        <p:spPr>
          <a:xfrm>
            <a:off x="576072" y="3200400"/>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6" name="Text 14"/>
          <p:cNvSpPr txBox="1"/>
          <p:nvPr/>
        </p:nvSpPr>
        <p:spPr>
          <a:xfrm>
            <a:off x="1892808" y="32004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7" name="Text 15"/>
          <p:cNvSpPr txBox="1"/>
          <p:nvPr/>
        </p:nvSpPr>
        <p:spPr>
          <a:xfrm>
            <a:off x="4361688" y="32552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8" name="Shape 16"/>
          <p:cNvSpPr/>
          <p:nvPr/>
        </p:nvSpPr>
        <p:spPr>
          <a:xfrm>
            <a:off x="411480" y="3986784"/>
            <a:ext cx="11375136" cy="713232"/>
          </a:xfrm>
          <a:prstGeom prst="rect">
            <a:avLst/>
          </a:prstGeom>
          <a:solidFill>
            <a:srgbClr val="F7F9FB"/>
          </a:solidFill>
          <a:ln w="7620">
            <a:solidFill>
              <a:srgbClr val="D3DCE5"/>
            </a:solidFill>
            <a:prstDash val="solid"/>
          </a:ln>
        </p:spPr>
      </p:sp>
      <p:sp>
        <p:nvSpPr>
          <p:cNvPr id="19" name="Text 17"/>
          <p:cNvSpPr txBox="1"/>
          <p:nvPr/>
        </p:nvSpPr>
        <p:spPr>
          <a:xfrm>
            <a:off x="576072" y="3986784"/>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0" name="Text 18"/>
          <p:cNvSpPr txBox="1"/>
          <p:nvPr/>
        </p:nvSpPr>
        <p:spPr>
          <a:xfrm>
            <a:off x="1892808" y="3986784"/>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1" name="Text 19"/>
          <p:cNvSpPr txBox="1"/>
          <p:nvPr/>
        </p:nvSpPr>
        <p:spPr>
          <a:xfrm>
            <a:off x="4361688" y="4041648"/>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2" name="Shape 20"/>
          <p:cNvSpPr/>
          <p:nvPr/>
        </p:nvSpPr>
        <p:spPr>
          <a:xfrm>
            <a:off x="411480" y="4937760"/>
            <a:ext cx="11375136" cy="1298448"/>
          </a:xfrm>
          <a:prstGeom prst="rect">
            <a:avLst/>
          </a:prstGeom>
          <a:solidFill>
            <a:srgbClr val="EEF2F6"/>
          </a:solidFill>
          <a:ln w="9525">
            <a:solidFill>
              <a:srgbClr val="D3DCE5"/>
            </a:solidFill>
            <a:prstDash val="solid"/>
          </a:ln>
        </p:spPr>
      </p:sp>
      <p:sp>
        <p:nvSpPr>
          <p:cNvPr id="23" name="Text 21"/>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4" name="Text 22"/>
          <p:cNvSpPr txBox="1"/>
          <p:nvPr/>
        </p:nvSpPr>
        <p:spPr>
          <a:xfrm>
            <a:off x="576072" y="5394960"/>
            <a:ext cx="11045952" cy="74980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940" dirty="0"/>
          </a:p>
        </p:txBody>
      </p:sp>
      <p:sp>
        <p:nvSpPr>
          <p:cNvPr id="25" name="Text 2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50" dirty="0"/>
          </a:p>
        </p:txBody>
      </p:sp>
      <p:sp>
        <p:nvSpPr>
          <p:cNvPr id="26" name="Text 2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B5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nationalism is now a supply variable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Zimbabwe banned concentrate exports a year earlier than expected. Two sovereign-driven disruptions in twelve months is a pattern, not a coincidence.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8" name="Shape 6"/>
          <p:cNvSpPr/>
          <p:nvPr/>
        </p:nvSpPr>
        <p:spPr>
          <a:xfrm>
            <a:off x="2286000" y="1627632"/>
            <a:ext cx="3886200" cy="292608"/>
          </a:xfrm>
          <a:prstGeom prst="rect">
            <a:avLst/>
          </a:prstGeom>
          <a:solidFill>
            <a:srgbClr val="10233A"/>
          </a:solidFill>
          <a:ln/>
        </p:spPr>
      </p:sp>
      <p:sp>
        <p:nvSpPr>
          <p:cNvPr id="9" name="Text 7"/>
          <p:cNvSpPr txBox="1"/>
          <p:nvPr/>
        </p:nvSpPr>
        <p:spPr>
          <a:xfrm>
            <a:off x="2350008" y="1627632"/>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0" name="Shape 8"/>
          <p:cNvSpPr/>
          <p:nvPr/>
        </p:nvSpPr>
        <p:spPr>
          <a:xfrm>
            <a:off x="6172200" y="1627632"/>
            <a:ext cx="1691640" cy="292608"/>
          </a:xfrm>
          <a:prstGeom prst="rect">
            <a:avLst/>
          </a:prstGeom>
          <a:solidFill>
            <a:srgbClr val="10233A"/>
          </a:solidFill>
          <a:ln/>
        </p:spPr>
      </p:sp>
      <p:sp>
        <p:nvSpPr>
          <p:cNvPr id="11" name="Text 9"/>
          <p:cNvSpPr txBox="1"/>
          <p:nvPr/>
        </p:nvSpPr>
        <p:spPr>
          <a:xfrm>
            <a:off x="6236208" y="1627632"/>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2" name="Shape 10"/>
          <p:cNvSpPr/>
          <p:nvPr/>
        </p:nvSpPr>
        <p:spPr>
          <a:xfrm>
            <a:off x="7863840" y="1627632"/>
            <a:ext cx="3922776" cy="292608"/>
          </a:xfrm>
          <a:prstGeom prst="rect">
            <a:avLst/>
          </a:prstGeom>
          <a:solidFill>
            <a:srgbClr val="10233A"/>
          </a:solidFill>
          <a:ln/>
        </p:spPr>
      </p:sp>
      <p:sp>
        <p:nvSpPr>
          <p:cNvPr id="13" name="Text 11"/>
          <p:cNvSpPr txBox="1"/>
          <p:nvPr/>
        </p:nvSpPr>
        <p:spPr>
          <a:xfrm>
            <a:off x="7927848" y="1627632"/>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4" name="Shape 12"/>
          <p:cNvSpPr/>
          <p:nvPr/>
        </p:nvSpPr>
        <p:spPr>
          <a:xfrm>
            <a:off x="411480" y="1920240"/>
            <a:ext cx="1874520" cy="548640"/>
          </a:xfrm>
          <a:prstGeom prst="rect">
            <a:avLst/>
          </a:prstGeom>
          <a:solidFill>
            <a:srgbClr val="FFFFFF"/>
          </a:solidFill>
          <a:ln w="6350">
            <a:solidFill>
              <a:srgbClr val="D3DCE5"/>
            </a:solidFill>
            <a:prstDash val="solid"/>
          </a:ln>
        </p:spPr>
      </p:sp>
      <p:sp>
        <p:nvSpPr>
          <p:cNvPr id="15" name="Text 13"/>
          <p:cNvSpPr txBox="1"/>
          <p:nvPr/>
        </p:nvSpPr>
        <p:spPr>
          <a:xfrm>
            <a:off x="475488" y="192024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6" name="Shape 14"/>
          <p:cNvSpPr/>
          <p:nvPr/>
        </p:nvSpPr>
        <p:spPr>
          <a:xfrm>
            <a:off x="2286000" y="1920240"/>
            <a:ext cx="3886200" cy="548640"/>
          </a:xfrm>
          <a:prstGeom prst="rect">
            <a:avLst/>
          </a:prstGeom>
          <a:solidFill>
            <a:srgbClr val="FFFFFF"/>
          </a:solidFill>
          <a:ln w="6350">
            <a:solidFill>
              <a:srgbClr val="D3DCE5"/>
            </a:solidFill>
            <a:prstDash val="solid"/>
          </a:ln>
        </p:spPr>
      </p:sp>
      <p:sp>
        <p:nvSpPr>
          <p:cNvPr id="17" name="Text 15"/>
          <p:cNvSpPr txBox="1"/>
          <p:nvPr/>
        </p:nvSpPr>
        <p:spPr>
          <a:xfrm>
            <a:off x="2350008" y="192024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8" name="Shape 16"/>
          <p:cNvSpPr/>
          <p:nvPr/>
        </p:nvSpPr>
        <p:spPr>
          <a:xfrm>
            <a:off x="6172200" y="1920240"/>
            <a:ext cx="1691640" cy="548640"/>
          </a:xfrm>
          <a:prstGeom prst="rect">
            <a:avLst/>
          </a:prstGeom>
          <a:solidFill>
            <a:srgbClr val="FFFFFF"/>
          </a:solidFill>
          <a:ln w="6350">
            <a:solidFill>
              <a:srgbClr val="D3DCE5"/>
            </a:solidFill>
            <a:prstDash val="solid"/>
          </a:ln>
        </p:spPr>
      </p:sp>
      <p:sp>
        <p:nvSpPr>
          <p:cNvPr id="19" name="Text 17"/>
          <p:cNvSpPr txBox="1"/>
          <p:nvPr/>
        </p:nvSpPr>
        <p:spPr>
          <a:xfrm>
            <a:off x="6236208" y="1920240"/>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0" name="Shape 18"/>
          <p:cNvSpPr/>
          <p:nvPr/>
        </p:nvSpPr>
        <p:spPr>
          <a:xfrm>
            <a:off x="7863840" y="1920240"/>
            <a:ext cx="3922776" cy="548640"/>
          </a:xfrm>
          <a:prstGeom prst="rect">
            <a:avLst/>
          </a:prstGeom>
          <a:solidFill>
            <a:srgbClr val="FFFFFF"/>
          </a:solidFill>
          <a:ln w="6350">
            <a:solidFill>
              <a:srgbClr val="D3DCE5"/>
            </a:solidFill>
            <a:prstDash val="solid"/>
          </a:ln>
        </p:spPr>
      </p:sp>
      <p:sp>
        <p:nvSpPr>
          <p:cNvPr id="21" name="Text 19"/>
          <p:cNvSpPr txBox="1"/>
          <p:nvPr/>
        </p:nvSpPr>
        <p:spPr>
          <a:xfrm>
            <a:off x="7927848" y="192024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2" name="Shape 20"/>
          <p:cNvSpPr/>
          <p:nvPr/>
        </p:nvSpPr>
        <p:spPr>
          <a:xfrm>
            <a:off x="411480" y="2468880"/>
            <a:ext cx="1874520" cy="548640"/>
          </a:xfrm>
          <a:prstGeom prst="rect">
            <a:avLst/>
          </a:prstGeom>
          <a:solidFill>
            <a:srgbClr val="F7F9FB"/>
          </a:solidFill>
          <a:ln w="6350">
            <a:solidFill>
              <a:srgbClr val="D3DCE5"/>
            </a:solidFill>
            <a:prstDash val="solid"/>
          </a:ln>
        </p:spPr>
      </p:sp>
      <p:sp>
        <p:nvSpPr>
          <p:cNvPr id="23" name="Text 21"/>
          <p:cNvSpPr txBox="1"/>
          <p:nvPr/>
        </p:nvSpPr>
        <p:spPr>
          <a:xfrm>
            <a:off x="475488" y="246888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4" name="Shape 22"/>
          <p:cNvSpPr/>
          <p:nvPr/>
        </p:nvSpPr>
        <p:spPr>
          <a:xfrm>
            <a:off x="2286000" y="2468880"/>
            <a:ext cx="3886200" cy="548640"/>
          </a:xfrm>
          <a:prstGeom prst="rect">
            <a:avLst/>
          </a:prstGeom>
          <a:solidFill>
            <a:srgbClr val="F7F9FB"/>
          </a:solidFill>
          <a:ln w="6350">
            <a:solidFill>
              <a:srgbClr val="D3DCE5"/>
            </a:solidFill>
            <a:prstDash val="solid"/>
          </a:ln>
        </p:spPr>
      </p:sp>
      <p:sp>
        <p:nvSpPr>
          <p:cNvPr id="25" name="Text 23"/>
          <p:cNvSpPr txBox="1"/>
          <p:nvPr/>
        </p:nvSpPr>
        <p:spPr>
          <a:xfrm>
            <a:off x="2350008" y="246888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6" name="Shape 24"/>
          <p:cNvSpPr/>
          <p:nvPr/>
        </p:nvSpPr>
        <p:spPr>
          <a:xfrm>
            <a:off x="6172200" y="2468880"/>
            <a:ext cx="1691640" cy="548640"/>
          </a:xfrm>
          <a:prstGeom prst="rect">
            <a:avLst/>
          </a:prstGeom>
          <a:solidFill>
            <a:srgbClr val="F7F9FB"/>
          </a:solidFill>
          <a:ln w="6350">
            <a:solidFill>
              <a:srgbClr val="D3DCE5"/>
            </a:solidFill>
            <a:prstDash val="solid"/>
          </a:ln>
        </p:spPr>
      </p:sp>
      <p:sp>
        <p:nvSpPr>
          <p:cNvPr id="27" name="Text 25"/>
          <p:cNvSpPr txBox="1"/>
          <p:nvPr/>
        </p:nvSpPr>
        <p:spPr>
          <a:xfrm>
            <a:off x="6236208" y="246888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8" name="Shape 26"/>
          <p:cNvSpPr/>
          <p:nvPr/>
        </p:nvSpPr>
        <p:spPr>
          <a:xfrm>
            <a:off x="7863840" y="2468880"/>
            <a:ext cx="3922776" cy="548640"/>
          </a:xfrm>
          <a:prstGeom prst="rect">
            <a:avLst/>
          </a:prstGeom>
          <a:solidFill>
            <a:srgbClr val="F7F9FB"/>
          </a:solidFill>
          <a:ln w="6350">
            <a:solidFill>
              <a:srgbClr val="D3DCE5"/>
            </a:solidFill>
            <a:prstDash val="solid"/>
          </a:ln>
        </p:spPr>
      </p:sp>
      <p:sp>
        <p:nvSpPr>
          <p:cNvPr id="29" name="Text 27"/>
          <p:cNvSpPr txBox="1"/>
          <p:nvPr/>
        </p:nvSpPr>
        <p:spPr>
          <a:xfrm>
            <a:off x="7927848" y="246888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0" name="Shape 28"/>
          <p:cNvSpPr/>
          <p:nvPr/>
        </p:nvSpPr>
        <p:spPr>
          <a:xfrm>
            <a:off x="411480" y="3017520"/>
            <a:ext cx="1874520" cy="548640"/>
          </a:xfrm>
          <a:prstGeom prst="rect">
            <a:avLst/>
          </a:prstGeom>
          <a:solidFill>
            <a:srgbClr val="FFFFFF"/>
          </a:solidFill>
          <a:ln w="6350">
            <a:solidFill>
              <a:srgbClr val="D3DCE5"/>
            </a:solidFill>
            <a:prstDash val="solid"/>
          </a:ln>
        </p:spPr>
      </p:sp>
      <p:sp>
        <p:nvSpPr>
          <p:cNvPr id="31" name="Text 29"/>
          <p:cNvSpPr txBox="1"/>
          <p:nvPr/>
        </p:nvSpPr>
        <p:spPr>
          <a:xfrm>
            <a:off x="475488" y="301752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2" name="Shape 30"/>
          <p:cNvSpPr/>
          <p:nvPr/>
        </p:nvSpPr>
        <p:spPr>
          <a:xfrm>
            <a:off x="2286000" y="3017520"/>
            <a:ext cx="3886200" cy="548640"/>
          </a:xfrm>
          <a:prstGeom prst="rect">
            <a:avLst/>
          </a:prstGeom>
          <a:solidFill>
            <a:srgbClr val="FFFFFF"/>
          </a:solidFill>
          <a:ln w="6350">
            <a:solidFill>
              <a:srgbClr val="D3DCE5"/>
            </a:solidFill>
            <a:prstDash val="solid"/>
          </a:ln>
        </p:spPr>
      </p:sp>
      <p:sp>
        <p:nvSpPr>
          <p:cNvPr id="33" name="Text 31"/>
          <p:cNvSpPr txBox="1"/>
          <p:nvPr/>
        </p:nvSpPr>
        <p:spPr>
          <a:xfrm>
            <a:off x="2350008" y="301752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4" name="Shape 32"/>
          <p:cNvSpPr/>
          <p:nvPr/>
        </p:nvSpPr>
        <p:spPr>
          <a:xfrm>
            <a:off x="6172200" y="3017520"/>
            <a:ext cx="1691640" cy="548640"/>
          </a:xfrm>
          <a:prstGeom prst="rect">
            <a:avLst/>
          </a:prstGeom>
          <a:solidFill>
            <a:srgbClr val="FFFFFF"/>
          </a:solidFill>
          <a:ln w="6350">
            <a:solidFill>
              <a:srgbClr val="D3DCE5"/>
            </a:solidFill>
            <a:prstDash val="solid"/>
          </a:ln>
        </p:spPr>
      </p:sp>
      <p:sp>
        <p:nvSpPr>
          <p:cNvPr id="35" name="Text 33"/>
          <p:cNvSpPr txBox="1"/>
          <p:nvPr/>
        </p:nvSpPr>
        <p:spPr>
          <a:xfrm>
            <a:off x="6236208" y="301752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6" name="Shape 34"/>
          <p:cNvSpPr/>
          <p:nvPr/>
        </p:nvSpPr>
        <p:spPr>
          <a:xfrm>
            <a:off x="7863840" y="3017520"/>
            <a:ext cx="3922776" cy="548640"/>
          </a:xfrm>
          <a:prstGeom prst="rect">
            <a:avLst/>
          </a:prstGeom>
          <a:solidFill>
            <a:srgbClr val="FFFFFF"/>
          </a:solidFill>
          <a:ln w="6350">
            <a:solidFill>
              <a:srgbClr val="D3DCE5"/>
            </a:solidFill>
            <a:prstDash val="solid"/>
          </a:ln>
        </p:spPr>
      </p:sp>
      <p:sp>
        <p:nvSpPr>
          <p:cNvPr id="37" name="Text 35"/>
          <p:cNvSpPr txBox="1"/>
          <p:nvPr/>
        </p:nvSpPr>
        <p:spPr>
          <a:xfrm>
            <a:off x="7927848" y="301752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8" name="Shape 36"/>
          <p:cNvSpPr/>
          <p:nvPr/>
        </p:nvSpPr>
        <p:spPr>
          <a:xfrm>
            <a:off x="411480" y="3566160"/>
            <a:ext cx="1874520" cy="548640"/>
          </a:xfrm>
          <a:prstGeom prst="rect">
            <a:avLst/>
          </a:prstGeom>
          <a:solidFill>
            <a:srgbClr val="F7F9FB"/>
          </a:solidFill>
          <a:ln w="6350">
            <a:solidFill>
              <a:srgbClr val="D3DCE5"/>
            </a:solidFill>
            <a:prstDash val="solid"/>
          </a:ln>
        </p:spPr>
      </p:sp>
      <p:sp>
        <p:nvSpPr>
          <p:cNvPr id="39" name="Text 37"/>
          <p:cNvSpPr txBox="1"/>
          <p:nvPr/>
        </p:nvSpPr>
        <p:spPr>
          <a:xfrm>
            <a:off x="475488" y="356616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0" name="Shape 38"/>
          <p:cNvSpPr/>
          <p:nvPr/>
        </p:nvSpPr>
        <p:spPr>
          <a:xfrm>
            <a:off x="2286000" y="3566160"/>
            <a:ext cx="3886200" cy="548640"/>
          </a:xfrm>
          <a:prstGeom prst="rect">
            <a:avLst/>
          </a:prstGeom>
          <a:solidFill>
            <a:srgbClr val="F7F9FB"/>
          </a:solidFill>
          <a:ln w="6350">
            <a:solidFill>
              <a:srgbClr val="D3DCE5"/>
            </a:solidFill>
            <a:prstDash val="solid"/>
          </a:ln>
        </p:spPr>
      </p:sp>
      <p:sp>
        <p:nvSpPr>
          <p:cNvPr id="41" name="Text 39"/>
          <p:cNvSpPr txBox="1"/>
          <p:nvPr/>
        </p:nvSpPr>
        <p:spPr>
          <a:xfrm>
            <a:off x="2350008" y="356616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2" name="Shape 40"/>
          <p:cNvSpPr/>
          <p:nvPr/>
        </p:nvSpPr>
        <p:spPr>
          <a:xfrm>
            <a:off x="6172200" y="3566160"/>
            <a:ext cx="1691640" cy="548640"/>
          </a:xfrm>
          <a:prstGeom prst="rect">
            <a:avLst/>
          </a:prstGeom>
          <a:solidFill>
            <a:srgbClr val="F7F9FB"/>
          </a:solidFill>
          <a:ln w="6350">
            <a:solidFill>
              <a:srgbClr val="D3DCE5"/>
            </a:solidFill>
            <a:prstDash val="solid"/>
          </a:ln>
        </p:spPr>
      </p:sp>
      <p:sp>
        <p:nvSpPr>
          <p:cNvPr id="43" name="Text 41"/>
          <p:cNvSpPr txBox="1"/>
          <p:nvPr/>
        </p:nvSpPr>
        <p:spPr>
          <a:xfrm>
            <a:off x="6236208" y="356616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4" name="Shape 42"/>
          <p:cNvSpPr/>
          <p:nvPr/>
        </p:nvSpPr>
        <p:spPr>
          <a:xfrm>
            <a:off x="7863840" y="3566160"/>
            <a:ext cx="3922776" cy="548640"/>
          </a:xfrm>
          <a:prstGeom prst="rect">
            <a:avLst/>
          </a:prstGeom>
          <a:solidFill>
            <a:srgbClr val="F7F9FB"/>
          </a:solidFill>
          <a:ln w="6350">
            <a:solidFill>
              <a:srgbClr val="D3DCE5"/>
            </a:solidFill>
            <a:prstDash val="solid"/>
          </a:ln>
        </p:spPr>
      </p:sp>
      <p:sp>
        <p:nvSpPr>
          <p:cNvPr id="45" name="Text 43"/>
          <p:cNvSpPr txBox="1"/>
          <p:nvPr/>
        </p:nvSpPr>
        <p:spPr>
          <a:xfrm>
            <a:off x="7927848" y="356616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6" name="Shape 44"/>
          <p:cNvSpPr/>
          <p:nvPr/>
        </p:nvSpPr>
        <p:spPr>
          <a:xfrm>
            <a:off x="411480" y="4114800"/>
            <a:ext cx="1874520" cy="548640"/>
          </a:xfrm>
          <a:prstGeom prst="rect">
            <a:avLst/>
          </a:prstGeom>
          <a:solidFill>
            <a:srgbClr val="FFFFFF"/>
          </a:solidFill>
          <a:ln w="6350">
            <a:solidFill>
              <a:srgbClr val="D3DCE5"/>
            </a:solidFill>
            <a:prstDash val="solid"/>
          </a:ln>
        </p:spPr>
      </p:sp>
      <p:sp>
        <p:nvSpPr>
          <p:cNvPr id="47" name="Text 45"/>
          <p:cNvSpPr txBox="1"/>
          <p:nvPr/>
        </p:nvSpPr>
        <p:spPr>
          <a:xfrm>
            <a:off x="475488" y="411480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8" name="Shape 46"/>
          <p:cNvSpPr/>
          <p:nvPr/>
        </p:nvSpPr>
        <p:spPr>
          <a:xfrm>
            <a:off x="2286000" y="4114800"/>
            <a:ext cx="3886200" cy="548640"/>
          </a:xfrm>
          <a:prstGeom prst="rect">
            <a:avLst/>
          </a:prstGeom>
          <a:solidFill>
            <a:srgbClr val="FFFFFF"/>
          </a:solidFill>
          <a:ln w="6350">
            <a:solidFill>
              <a:srgbClr val="D3DCE5"/>
            </a:solidFill>
            <a:prstDash val="solid"/>
          </a:ln>
        </p:spPr>
      </p:sp>
      <p:sp>
        <p:nvSpPr>
          <p:cNvPr id="49" name="Text 47"/>
          <p:cNvSpPr txBox="1"/>
          <p:nvPr/>
        </p:nvSpPr>
        <p:spPr>
          <a:xfrm>
            <a:off x="2350008" y="411480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0" name="Shape 48"/>
          <p:cNvSpPr/>
          <p:nvPr/>
        </p:nvSpPr>
        <p:spPr>
          <a:xfrm>
            <a:off x="6172200" y="4114800"/>
            <a:ext cx="1691640" cy="548640"/>
          </a:xfrm>
          <a:prstGeom prst="rect">
            <a:avLst/>
          </a:prstGeom>
          <a:solidFill>
            <a:srgbClr val="FFFFFF"/>
          </a:solidFill>
          <a:ln w="6350">
            <a:solidFill>
              <a:srgbClr val="D3DCE5"/>
            </a:solidFill>
            <a:prstDash val="solid"/>
          </a:ln>
        </p:spPr>
      </p:sp>
      <p:sp>
        <p:nvSpPr>
          <p:cNvPr id="51" name="Text 49"/>
          <p:cNvSpPr txBox="1"/>
          <p:nvPr/>
        </p:nvSpPr>
        <p:spPr>
          <a:xfrm>
            <a:off x="6236208" y="411480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2" name="Shape 50"/>
          <p:cNvSpPr/>
          <p:nvPr/>
        </p:nvSpPr>
        <p:spPr>
          <a:xfrm>
            <a:off x="7863840" y="4114800"/>
            <a:ext cx="3922776" cy="548640"/>
          </a:xfrm>
          <a:prstGeom prst="rect">
            <a:avLst/>
          </a:prstGeom>
          <a:solidFill>
            <a:srgbClr val="FFFFFF"/>
          </a:solidFill>
          <a:ln w="6350">
            <a:solidFill>
              <a:srgbClr val="D3DCE5"/>
            </a:solidFill>
            <a:prstDash val="solid"/>
          </a:ln>
        </p:spPr>
      </p:sp>
      <p:sp>
        <p:nvSpPr>
          <p:cNvPr id="53" name="Text 51"/>
          <p:cNvSpPr txBox="1"/>
          <p:nvPr/>
        </p:nvSpPr>
        <p:spPr>
          <a:xfrm>
            <a:off x="7927848" y="411480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4" name="Shape 52"/>
          <p:cNvSpPr/>
          <p:nvPr/>
        </p:nvSpPr>
        <p:spPr>
          <a:xfrm>
            <a:off x="411480" y="4754880"/>
            <a:ext cx="5577840" cy="1335024"/>
          </a:xfrm>
          <a:prstGeom prst="rect">
            <a:avLst/>
          </a:prstGeom>
          <a:solidFill>
            <a:srgbClr val="D6EBE7"/>
          </a:solidFill>
          <a:ln w="9525">
            <a:solidFill>
              <a:srgbClr val="AFD3CC"/>
            </a:solidFill>
            <a:prstDash val="solid"/>
          </a:ln>
        </p:spPr>
      </p:sp>
      <p:sp>
        <p:nvSpPr>
          <p:cNvPr id="55" name="Text 53"/>
          <p:cNvSpPr txBox="1"/>
          <p:nvPr/>
        </p:nvSpPr>
        <p:spPr>
          <a:xfrm>
            <a:off x="576072" y="48828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6" name="Text 54"/>
          <p:cNvSpPr txBox="1"/>
          <p:nvPr/>
        </p:nvSpPr>
        <p:spPr>
          <a:xfrm>
            <a:off x="576072"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7" name="Shape 55"/>
          <p:cNvSpPr/>
          <p:nvPr/>
        </p:nvSpPr>
        <p:spPr>
          <a:xfrm>
            <a:off x="6208776" y="4754880"/>
            <a:ext cx="5577840" cy="1335024"/>
          </a:xfrm>
          <a:prstGeom prst="rect">
            <a:avLst/>
          </a:prstGeom>
          <a:solidFill>
            <a:srgbClr val="FBEBD9"/>
          </a:solidFill>
          <a:ln w="9525">
            <a:solidFill>
              <a:srgbClr val="E8C9A3"/>
            </a:solidFill>
            <a:prstDash val="solid"/>
          </a:ln>
        </p:spPr>
      </p:sp>
      <p:sp>
        <p:nvSpPr>
          <p:cNvPr id="58" name="Text 56"/>
          <p:cNvSpPr txBox="1"/>
          <p:nvPr/>
        </p:nvSpPr>
        <p:spPr>
          <a:xfrm>
            <a:off x="6373368" y="48828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59" name="Text 57"/>
          <p:cNvSpPr txBox="1"/>
          <p:nvPr/>
        </p:nvSpPr>
        <p:spPr>
          <a:xfrm>
            <a:off x="6373368"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B6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restart tracker: what came back, and what it did to the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idled operations moved to restart in the same window, and the Platts benchmark fell US$270 a tonne in a single week.</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8" name="Shape 6"/>
          <p:cNvSpPr/>
          <p:nvPr/>
        </p:nvSpPr>
        <p:spPr>
          <a:xfrm>
            <a:off x="2743200" y="1627632"/>
            <a:ext cx="2011680" cy="292608"/>
          </a:xfrm>
          <a:prstGeom prst="rect">
            <a:avLst/>
          </a:prstGeom>
          <a:solidFill>
            <a:srgbClr val="10233A"/>
          </a:solidFill>
          <a:ln/>
        </p:spPr>
      </p:sp>
      <p:sp>
        <p:nvSpPr>
          <p:cNvPr id="9" name="Text 7"/>
          <p:cNvSpPr txBox="1"/>
          <p:nvPr/>
        </p:nvSpPr>
        <p:spPr>
          <a:xfrm>
            <a:off x="2807208" y="1627632"/>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0" name="Shape 8"/>
          <p:cNvSpPr/>
          <p:nvPr/>
        </p:nvSpPr>
        <p:spPr>
          <a:xfrm>
            <a:off x="4754880" y="1627632"/>
            <a:ext cx="2514600" cy="292608"/>
          </a:xfrm>
          <a:prstGeom prst="rect">
            <a:avLst/>
          </a:prstGeom>
          <a:solidFill>
            <a:srgbClr val="10233A"/>
          </a:solidFill>
          <a:ln/>
        </p:spPr>
      </p:sp>
      <p:sp>
        <p:nvSpPr>
          <p:cNvPr id="11" name="Text 9"/>
          <p:cNvSpPr txBox="1"/>
          <p:nvPr/>
        </p:nvSpPr>
        <p:spPr>
          <a:xfrm>
            <a:off x="48188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7269480" y="1627632"/>
            <a:ext cx="4517136" cy="292608"/>
          </a:xfrm>
          <a:prstGeom prst="rect">
            <a:avLst/>
          </a:prstGeom>
          <a:solidFill>
            <a:srgbClr val="10233A"/>
          </a:solidFill>
          <a:ln/>
        </p:spPr>
      </p:sp>
      <p:sp>
        <p:nvSpPr>
          <p:cNvPr id="13" name="Text 11"/>
          <p:cNvSpPr txBox="1"/>
          <p:nvPr/>
        </p:nvSpPr>
        <p:spPr>
          <a:xfrm>
            <a:off x="7333488" y="1627632"/>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4" name="Shape 12"/>
          <p:cNvSpPr/>
          <p:nvPr/>
        </p:nvSpPr>
        <p:spPr>
          <a:xfrm>
            <a:off x="411480" y="1920240"/>
            <a:ext cx="2331720" cy="530352"/>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6" name="Shape 14"/>
          <p:cNvSpPr/>
          <p:nvPr/>
        </p:nvSpPr>
        <p:spPr>
          <a:xfrm>
            <a:off x="2743200" y="1920240"/>
            <a:ext cx="2011680" cy="530352"/>
          </a:xfrm>
          <a:prstGeom prst="rect">
            <a:avLst/>
          </a:prstGeom>
          <a:solidFill>
            <a:srgbClr val="FFFFFF"/>
          </a:solidFill>
          <a:ln w="6350">
            <a:solidFill>
              <a:srgbClr val="D3DCE5"/>
            </a:solidFill>
            <a:prstDash val="solid"/>
          </a:ln>
        </p:spPr>
      </p:sp>
      <p:sp>
        <p:nvSpPr>
          <p:cNvPr id="17" name="Text 15"/>
          <p:cNvSpPr txBox="1"/>
          <p:nvPr/>
        </p:nvSpPr>
        <p:spPr>
          <a:xfrm>
            <a:off x="2807208" y="192024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8" name="Shape 16"/>
          <p:cNvSpPr/>
          <p:nvPr/>
        </p:nvSpPr>
        <p:spPr>
          <a:xfrm>
            <a:off x="4754880" y="1920240"/>
            <a:ext cx="2514600" cy="530352"/>
          </a:xfrm>
          <a:prstGeom prst="rect">
            <a:avLst/>
          </a:prstGeom>
          <a:solidFill>
            <a:srgbClr val="FFFFFF"/>
          </a:solidFill>
          <a:ln w="6350">
            <a:solidFill>
              <a:srgbClr val="D3DCE5"/>
            </a:solidFill>
            <a:prstDash val="solid"/>
          </a:ln>
        </p:spPr>
      </p:sp>
      <p:sp>
        <p:nvSpPr>
          <p:cNvPr id="19" name="Text 17"/>
          <p:cNvSpPr txBox="1"/>
          <p:nvPr/>
        </p:nvSpPr>
        <p:spPr>
          <a:xfrm>
            <a:off x="4818888" y="192024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0" name="Shape 18"/>
          <p:cNvSpPr/>
          <p:nvPr/>
        </p:nvSpPr>
        <p:spPr>
          <a:xfrm>
            <a:off x="7269480" y="1920240"/>
            <a:ext cx="4517136" cy="530352"/>
          </a:xfrm>
          <a:prstGeom prst="rect">
            <a:avLst/>
          </a:prstGeom>
          <a:solidFill>
            <a:srgbClr val="FFFFFF"/>
          </a:solidFill>
          <a:ln w="6350">
            <a:solidFill>
              <a:srgbClr val="D3DCE5"/>
            </a:solidFill>
            <a:prstDash val="solid"/>
          </a:ln>
        </p:spPr>
      </p:sp>
      <p:sp>
        <p:nvSpPr>
          <p:cNvPr id="21" name="Text 19"/>
          <p:cNvSpPr txBox="1"/>
          <p:nvPr/>
        </p:nvSpPr>
        <p:spPr>
          <a:xfrm>
            <a:off x="7333488" y="192024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2" name="Shape 20"/>
          <p:cNvSpPr/>
          <p:nvPr/>
        </p:nvSpPr>
        <p:spPr>
          <a:xfrm>
            <a:off x="411480" y="2450592"/>
            <a:ext cx="2331720" cy="530352"/>
          </a:xfrm>
          <a:prstGeom prst="rect">
            <a:avLst/>
          </a:prstGeom>
          <a:solidFill>
            <a:srgbClr val="F7F9FB"/>
          </a:solidFill>
          <a:ln w="6350">
            <a:solidFill>
              <a:srgbClr val="D3DCE5"/>
            </a:solidFill>
            <a:prstDash val="solid"/>
          </a:ln>
        </p:spPr>
      </p:sp>
      <p:sp>
        <p:nvSpPr>
          <p:cNvPr id="23" name="Text 21"/>
          <p:cNvSpPr txBox="1"/>
          <p:nvPr/>
        </p:nvSpPr>
        <p:spPr>
          <a:xfrm>
            <a:off x="475488" y="245059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4" name="Shape 22"/>
          <p:cNvSpPr/>
          <p:nvPr/>
        </p:nvSpPr>
        <p:spPr>
          <a:xfrm>
            <a:off x="2743200" y="2450592"/>
            <a:ext cx="2011680" cy="530352"/>
          </a:xfrm>
          <a:prstGeom prst="rect">
            <a:avLst/>
          </a:prstGeom>
          <a:solidFill>
            <a:srgbClr val="F7F9FB"/>
          </a:solidFill>
          <a:ln w="6350">
            <a:solidFill>
              <a:srgbClr val="D3DCE5"/>
            </a:solidFill>
            <a:prstDash val="solid"/>
          </a:ln>
        </p:spPr>
      </p:sp>
      <p:sp>
        <p:nvSpPr>
          <p:cNvPr id="25" name="Text 23"/>
          <p:cNvSpPr txBox="1"/>
          <p:nvPr/>
        </p:nvSpPr>
        <p:spPr>
          <a:xfrm>
            <a:off x="2807208" y="2450592"/>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6" name="Shape 24"/>
          <p:cNvSpPr/>
          <p:nvPr/>
        </p:nvSpPr>
        <p:spPr>
          <a:xfrm>
            <a:off x="4754880" y="2450592"/>
            <a:ext cx="2514600" cy="530352"/>
          </a:xfrm>
          <a:prstGeom prst="rect">
            <a:avLst/>
          </a:prstGeom>
          <a:solidFill>
            <a:srgbClr val="F7F9FB"/>
          </a:solidFill>
          <a:ln w="6350">
            <a:solidFill>
              <a:srgbClr val="D3DCE5"/>
            </a:solidFill>
            <a:prstDash val="solid"/>
          </a:ln>
        </p:spPr>
      </p:sp>
      <p:sp>
        <p:nvSpPr>
          <p:cNvPr id="27" name="Text 25"/>
          <p:cNvSpPr txBox="1"/>
          <p:nvPr/>
        </p:nvSpPr>
        <p:spPr>
          <a:xfrm>
            <a:off x="4818888" y="245059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8" name="Shape 26"/>
          <p:cNvSpPr/>
          <p:nvPr/>
        </p:nvSpPr>
        <p:spPr>
          <a:xfrm>
            <a:off x="7269480" y="2450592"/>
            <a:ext cx="4517136" cy="530352"/>
          </a:xfrm>
          <a:prstGeom prst="rect">
            <a:avLst/>
          </a:prstGeom>
          <a:solidFill>
            <a:srgbClr val="F7F9FB"/>
          </a:solidFill>
          <a:ln w="6350">
            <a:solidFill>
              <a:srgbClr val="D3DCE5"/>
            </a:solidFill>
            <a:prstDash val="solid"/>
          </a:ln>
        </p:spPr>
      </p:sp>
      <p:sp>
        <p:nvSpPr>
          <p:cNvPr id="29" name="Text 27"/>
          <p:cNvSpPr txBox="1"/>
          <p:nvPr/>
        </p:nvSpPr>
        <p:spPr>
          <a:xfrm>
            <a:off x="7333488" y="245059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0" name="Shape 28"/>
          <p:cNvSpPr/>
          <p:nvPr/>
        </p:nvSpPr>
        <p:spPr>
          <a:xfrm>
            <a:off x="411480" y="2980944"/>
            <a:ext cx="2331720" cy="530352"/>
          </a:xfrm>
          <a:prstGeom prst="rect">
            <a:avLst/>
          </a:prstGeom>
          <a:solidFill>
            <a:srgbClr val="FFFFFF"/>
          </a:solidFill>
          <a:ln w="6350">
            <a:solidFill>
              <a:srgbClr val="D3DCE5"/>
            </a:solidFill>
            <a:prstDash val="solid"/>
          </a:ln>
        </p:spPr>
      </p:sp>
      <p:sp>
        <p:nvSpPr>
          <p:cNvPr id="31" name="Text 29"/>
          <p:cNvSpPr txBox="1"/>
          <p:nvPr/>
        </p:nvSpPr>
        <p:spPr>
          <a:xfrm>
            <a:off x="475488" y="2980944"/>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2" name="Shape 30"/>
          <p:cNvSpPr/>
          <p:nvPr/>
        </p:nvSpPr>
        <p:spPr>
          <a:xfrm>
            <a:off x="2743200" y="2980944"/>
            <a:ext cx="2011680" cy="530352"/>
          </a:xfrm>
          <a:prstGeom prst="rect">
            <a:avLst/>
          </a:prstGeom>
          <a:solidFill>
            <a:srgbClr val="FFFFFF"/>
          </a:solidFill>
          <a:ln w="6350">
            <a:solidFill>
              <a:srgbClr val="D3DCE5"/>
            </a:solidFill>
            <a:prstDash val="solid"/>
          </a:ln>
        </p:spPr>
      </p:sp>
      <p:sp>
        <p:nvSpPr>
          <p:cNvPr id="33" name="Text 31"/>
          <p:cNvSpPr txBox="1"/>
          <p:nvPr/>
        </p:nvSpPr>
        <p:spPr>
          <a:xfrm>
            <a:off x="2807208" y="2980944"/>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4" name="Shape 32"/>
          <p:cNvSpPr/>
          <p:nvPr/>
        </p:nvSpPr>
        <p:spPr>
          <a:xfrm>
            <a:off x="4754880" y="2980944"/>
            <a:ext cx="2514600" cy="530352"/>
          </a:xfrm>
          <a:prstGeom prst="rect">
            <a:avLst/>
          </a:prstGeom>
          <a:solidFill>
            <a:srgbClr val="FFFFFF"/>
          </a:solidFill>
          <a:ln w="6350">
            <a:solidFill>
              <a:srgbClr val="D3DCE5"/>
            </a:solidFill>
            <a:prstDash val="solid"/>
          </a:ln>
        </p:spPr>
      </p:sp>
      <p:sp>
        <p:nvSpPr>
          <p:cNvPr id="35" name="Text 33"/>
          <p:cNvSpPr txBox="1"/>
          <p:nvPr/>
        </p:nvSpPr>
        <p:spPr>
          <a:xfrm>
            <a:off x="4818888" y="2980944"/>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6" name="Shape 34"/>
          <p:cNvSpPr/>
          <p:nvPr/>
        </p:nvSpPr>
        <p:spPr>
          <a:xfrm>
            <a:off x="7269480" y="2980944"/>
            <a:ext cx="4517136" cy="530352"/>
          </a:xfrm>
          <a:prstGeom prst="rect">
            <a:avLst/>
          </a:prstGeom>
          <a:solidFill>
            <a:srgbClr val="FFFFFF"/>
          </a:solidFill>
          <a:ln w="6350">
            <a:solidFill>
              <a:srgbClr val="D3DCE5"/>
            </a:solidFill>
            <a:prstDash val="solid"/>
          </a:ln>
        </p:spPr>
      </p:sp>
      <p:sp>
        <p:nvSpPr>
          <p:cNvPr id="37" name="Text 35"/>
          <p:cNvSpPr txBox="1"/>
          <p:nvPr/>
        </p:nvSpPr>
        <p:spPr>
          <a:xfrm>
            <a:off x="7333488" y="2980944"/>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8" name="Shape 36"/>
          <p:cNvSpPr/>
          <p:nvPr/>
        </p:nvSpPr>
        <p:spPr>
          <a:xfrm>
            <a:off x="411480" y="3511296"/>
            <a:ext cx="2331720" cy="530352"/>
          </a:xfrm>
          <a:prstGeom prst="rect">
            <a:avLst/>
          </a:prstGeom>
          <a:solidFill>
            <a:srgbClr val="D6EBE7"/>
          </a:solidFill>
          <a:ln w="6350">
            <a:solidFill>
              <a:srgbClr val="D3DCE5"/>
            </a:solidFill>
            <a:prstDash val="solid"/>
          </a:ln>
        </p:spPr>
      </p:sp>
      <p:sp>
        <p:nvSpPr>
          <p:cNvPr id="39" name="Text 37"/>
          <p:cNvSpPr txBox="1"/>
          <p:nvPr/>
        </p:nvSpPr>
        <p:spPr>
          <a:xfrm>
            <a:off x="475488" y="351129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0" name="Shape 38"/>
          <p:cNvSpPr/>
          <p:nvPr/>
        </p:nvSpPr>
        <p:spPr>
          <a:xfrm>
            <a:off x="2743200" y="3511296"/>
            <a:ext cx="2011680" cy="530352"/>
          </a:xfrm>
          <a:prstGeom prst="rect">
            <a:avLst/>
          </a:prstGeom>
          <a:solidFill>
            <a:srgbClr val="D6EBE7"/>
          </a:solidFill>
          <a:ln w="6350">
            <a:solidFill>
              <a:srgbClr val="D3DCE5"/>
            </a:solidFill>
            <a:prstDash val="solid"/>
          </a:ln>
        </p:spPr>
      </p:sp>
      <p:sp>
        <p:nvSpPr>
          <p:cNvPr id="41" name="Text 39"/>
          <p:cNvSpPr txBox="1"/>
          <p:nvPr/>
        </p:nvSpPr>
        <p:spPr>
          <a:xfrm>
            <a:off x="2807208" y="3511296"/>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2" name="Shape 40"/>
          <p:cNvSpPr/>
          <p:nvPr/>
        </p:nvSpPr>
        <p:spPr>
          <a:xfrm>
            <a:off x="4754880" y="3511296"/>
            <a:ext cx="2514600" cy="530352"/>
          </a:xfrm>
          <a:prstGeom prst="rect">
            <a:avLst/>
          </a:prstGeom>
          <a:solidFill>
            <a:srgbClr val="D6EBE7"/>
          </a:solidFill>
          <a:ln w="6350">
            <a:solidFill>
              <a:srgbClr val="D3DCE5"/>
            </a:solidFill>
            <a:prstDash val="solid"/>
          </a:ln>
        </p:spPr>
      </p:sp>
      <p:sp>
        <p:nvSpPr>
          <p:cNvPr id="43" name="Text 41"/>
          <p:cNvSpPr txBox="1"/>
          <p:nvPr/>
        </p:nvSpPr>
        <p:spPr>
          <a:xfrm>
            <a:off x="4818888" y="351129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4" name="Shape 42"/>
          <p:cNvSpPr/>
          <p:nvPr/>
        </p:nvSpPr>
        <p:spPr>
          <a:xfrm>
            <a:off x="7269480" y="3511296"/>
            <a:ext cx="4517136" cy="530352"/>
          </a:xfrm>
          <a:prstGeom prst="rect">
            <a:avLst/>
          </a:prstGeom>
          <a:solidFill>
            <a:srgbClr val="D6EBE7"/>
          </a:solidFill>
          <a:ln w="6350">
            <a:solidFill>
              <a:srgbClr val="D3DCE5"/>
            </a:solidFill>
            <a:prstDash val="solid"/>
          </a:ln>
        </p:spPr>
      </p:sp>
      <p:sp>
        <p:nvSpPr>
          <p:cNvPr id="45" name="Text 43"/>
          <p:cNvSpPr txBox="1"/>
          <p:nvPr/>
        </p:nvSpPr>
        <p:spPr>
          <a:xfrm>
            <a:off x="7333488" y="351129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 We are not pretending otherwise</a:t>
            </a:r>
            <a:endParaRPr lang="en-US" sz="860" dirty="0"/>
          </a:p>
        </p:txBody>
      </p:sp>
      <p:sp>
        <p:nvSpPr>
          <p:cNvPr id="46" name="Shape 44"/>
          <p:cNvSpPr/>
          <p:nvPr/>
        </p:nvSpPr>
        <p:spPr>
          <a:xfrm>
            <a:off x="411480" y="4279392"/>
            <a:ext cx="11375136" cy="1700784"/>
          </a:xfrm>
          <a:prstGeom prst="rect">
            <a:avLst/>
          </a:prstGeom>
          <a:solidFill>
            <a:srgbClr val="EEF2F6"/>
          </a:solidFill>
          <a:ln w="9525">
            <a:solidFill>
              <a:srgbClr val="D3DCE5"/>
            </a:solidFill>
            <a:prstDash val="solid"/>
          </a:ln>
        </p:spPr>
      </p:sp>
      <p:sp>
        <p:nvSpPr>
          <p:cNvPr id="47" name="Text 45"/>
          <p:cNvSpPr txBox="1"/>
          <p:nvPr/>
        </p:nvSpPr>
        <p:spPr>
          <a:xfrm>
            <a:off x="576072" y="44074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uncomfortable point we put on the slide rather than in a footnote</a:t>
            </a:r>
            <a:endParaRPr lang="en-US" sz="1150" dirty="0"/>
          </a:p>
        </p:txBody>
      </p:sp>
      <p:sp>
        <p:nvSpPr>
          <p:cNvPr id="48" name="Text 46"/>
          <p:cNvSpPr txBox="1"/>
          <p:nvPr/>
        </p:nvSpPr>
        <p:spPr>
          <a:xfrm>
            <a:off x="576072" y="4736592"/>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B7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Cost curve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Australian hard rock sits at the bottom, Chinese lepidolite at the top, and Argentine brine has moved from the cheap end to the middle.</a:t>
            </a:r>
            <a:endParaRPr lang="en-US" sz="1200" dirty="0"/>
          </a:p>
        </p:txBody>
      </p:sp>
      <p:sp>
        <p:nvSpPr>
          <p:cNvPr id="6" name="Shape 4"/>
          <p:cNvSpPr/>
          <p:nvPr/>
        </p:nvSpPr>
        <p:spPr>
          <a:xfrm>
            <a:off x="411480" y="1627632"/>
            <a:ext cx="3977640" cy="292608"/>
          </a:xfrm>
          <a:prstGeom prst="rect">
            <a:avLst/>
          </a:prstGeom>
          <a:solidFill>
            <a:srgbClr val="10233A"/>
          </a:solidFill>
          <a:ln/>
        </p:spPr>
      </p:sp>
      <p:sp>
        <p:nvSpPr>
          <p:cNvPr id="7" name="Text 5"/>
          <p:cNvSpPr txBox="1"/>
          <p:nvPr/>
        </p:nvSpPr>
        <p:spPr>
          <a:xfrm>
            <a:off x="47548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8" name="Shape 6"/>
          <p:cNvSpPr/>
          <p:nvPr/>
        </p:nvSpPr>
        <p:spPr>
          <a:xfrm>
            <a:off x="4389120" y="1627632"/>
            <a:ext cx="2240280" cy="292608"/>
          </a:xfrm>
          <a:prstGeom prst="rect">
            <a:avLst/>
          </a:prstGeom>
          <a:solidFill>
            <a:srgbClr val="10233A"/>
          </a:solidFill>
          <a:ln/>
        </p:spPr>
      </p:sp>
      <p:sp>
        <p:nvSpPr>
          <p:cNvPr id="9" name="Text 7"/>
          <p:cNvSpPr txBox="1"/>
          <p:nvPr/>
        </p:nvSpPr>
        <p:spPr>
          <a:xfrm>
            <a:off x="4453128" y="1627632"/>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0" name="Shape 8"/>
          <p:cNvSpPr/>
          <p:nvPr/>
        </p:nvSpPr>
        <p:spPr>
          <a:xfrm>
            <a:off x="6629400" y="1627632"/>
            <a:ext cx="2148840" cy="292608"/>
          </a:xfrm>
          <a:prstGeom prst="rect">
            <a:avLst/>
          </a:prstGeom>
          <a:solidFill>
            <a:srgbClr val="10233A"/>
          </a:solidFill>
          <a:ln/>
        </p:spPr>
      </p:sp>
      <p:sp>
        <p:nvSpPr>
          <p:cNvPr id="11" name="Text 9"/>
          <p:cNvSpPr txBox="1"/>
          <p:nvPr/>
        </p:nvSpPr>
        <p:spPr>
          <a:xfrm>
            <a:off x="669340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2" name="Shape 10"/>
          <p:cNvSpPr/>
          <p:nvPr/>
        </p:nvSpPr>
        <p:spPr>
          <a:xfrm>
            <a:off x="8778240" y="1627632"/>
            <a:ext cx="3008376" cy="292608"/>
          </a:xfrm>
          <a:prstGeom prst="rect">
            <a:avLst/>
          </a:prstGeom>
          <a:solidFill>
            <a:srgbClr val="10233A"/>
          </a:solidFill>
          <a:ln/>
        </p:spPr>
      </p:sp>
      <p:sp>
        <p:nvSpPr>
          <p:cNvPr id="13" name="Text 11"/>
          <p:cNvSpPr txBox="1"/>
          <p:nvPr/>
        </p:nvSpPr>
        <p:spPr>
          <a:xfrm>
            <a:off x="8842248" y="1627632"/>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4" name="Shape 12"/>
          <p:cNvSpPr/>
          <p:nvPr/>
        </p:nvSpPr>
        <p:spPr>
          <a:xfrm>
            <a:off x="411480" y="1920240"/>
            <a:ext cx="3977640" cy="365760"/>
          </a:xfrm>
          <a:prstGeom prst="rect">
            <a:avLst/>
          </a:prstGeom>
          <a:solidFill>
            <a:srgbClr val="FFFFFF"/>
          </a:solidFill>
          <a:ln w="6350">
            <a:solidFill>
              <a:srgbClr val="D3DCE5"/>
            </a:solidFill>
            <a:prstDash val="solid"/>
          </a:ln>
        </p:spPr>
      </p:sp>
      <p:sp>
        <p:nvSpPr>
          <p:cNvPr id="15" name="Text 13"/>
          <p:cNvSpPr txBox="1"/>
          <p:nvPr/>
        </p:nvSpPr>
        <p:spPr>
          <a:xfrm>
            <a:off x="475488" y="19202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6" name="Shape 14"/>
          <p:cNvSpPr/>
          <p:nvPr/>
        </p:nvSpPr>
        <p:spPr>
          <a:xfrm>
            <a:off x="4389120" y="1920240"/>
            <a:ext cx="2240280" cy="365760"/>
          </a:xfrm>
          <a:prstGeom prst="rect">
            <a:avLst/>
          </a:prstGeom>
          <a:solidFill>
            <a:srgbClr val="FFFFFF"/>
          </a:solidFill>
          <a:ln w="6350">
            <a:solidFill>
              <a:srgbClr val="D3DCE5"/>
            </a:solidFill>
            <a:prstDash val="solid"/>
          </a:ln>
        </p:spPr>
      </p:sp>
      <p:sp>
        <p:nvSpPr>
          <p:cNvPr id="17" name="Text 15"/>
          <p:cNvSpPr txBox="1"/>
          <p:nvPr/>
        </p:nvSpPr>
        <p:spPr>
          <a:xfrm>
            <a:off x="4453128" y="19202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8" name="Shape 16"/>
          <p:cNvSpPr/>
          <p:nvPr/>
        </p:nvSpPr>
        <p:spPr>
          <a:xfrm>
            <a:off x="6629400" y="1920240"/>
            <a:ext cx="2148840" cy="365760"/>
          </a:xfrm>
          <a:prstGeom prst="rect">
            <a:avLst/>
          </a:prstGeom>
          <a:solidFill>
            <a:srgbClr val="FFFFFF"/>
          </a:solidFill>
          <a:ln w="6350">
            <a:solidFill>
              <a:srgbClr val="D3DCE5"/>
            </a:solidFill>
            <a:prstDash val="solid"/>
          </a:ln>
        </p:spPr>
      </p:sp>
      <p:sp>
        <p:nvSpPr>
          <p:cNvPr id="19" name="Text 17"/>
          <p:cNvSpPr txBox="1"/>
          <p:nvPr/>
        </p:nvSpPr>
        <p:spPr>
          <a:xfrm>
            <a:off x="6693408" y="19202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0" name="Shape 18"/>
          <p:cNvSpPr/>
          <p:nvPr/>
        </p:nvSpPr>
        <p:spPr>
          <a:xfrm>
            <a:off x="8778240" y="1920240"/>
            <a:ext cx="3008376" cy="365760"/>
          </a:xfrm>
          <a:prstGeom prst="rect">
            <a:avLst/>
          </a:prstGeom>
          <a:solidFill>
            <a:srgbClr val="FFFFFF"/>
          </a:solidFill>
          <a:ln w="6350">
            <a:solidFill>
              <a:srgbClr val="D3DCE5"/>
            </a:solidFill>
            <a:prstDash val="solid"/>
          </a:ln>
        </p:spPr>
      </p:sp>
      <p:sp>
        <p:nvSpPr>
          <p:cNvPr id="21" name="Text 19"/>
          <p:cNvSpPr txBox="1"/>
          <p:nvPr/>
        </p:nvSpPr>
        <p:spPr>
          <a:xfrm>
            <a:off x="8842248" y="19202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2" name="Shape 20"/>
          <p:cNvSpPr/>
          <p:nvPr/>
        </p:nvSpPr>
        <p:spPr>
          <a:xfrm>
            <a:off x="411480" y="2286000"/>
            <a:ext cx="3977640" cy="365760"/>
          </a:xfrm>
          <a:prstGeom prst="rect">
            <a:avLst/>
          </a:prstGeom>
          <a:solidFill>
            <a:srgbClr val="D6EBE7"/>
          </a:solidFill>
          <a:ln w="6350">
            <a:solidFill>
              <a:srgbClr val="D3DCE5"/>
            </a:solidFill>
            <a:prstDash val="solid"/>
          </a:ln>
        </p:spPr>
      </p:sp>
      <p:sp>
        <p:nvSpPr>
          <p:cNvPr id="23" name="Text 21"/>
          <p:cNvSpPr txBox="1"/>
          <p:nvPr/>
        </p:nvSpPr>
        <p:spPr>
          <a:xfrm>
            <a:off x="475488" y="22860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4" name="Shape 22"/>
          <p:cNvSpPr/>
          <p:nvPr/>
        </p:nvSpPr>
        <p:spPr>
          <a:xfrm>
            <a:off x="4389120" y="2286000"/>
            <a:ext cx="2240280" cy="365760"/>
          </a:xfrm>
          <a:prstGeom prst="rect">
            <a:avLst/>
          </a:prstGeom>
          <a:solidFill>
            <a:srgbClr val="D6EBE7"/>
          </a:solidFill>
          <a:ln w="6350">
            <a:solidFill>
              <a:srgbClr val="D3DCE5"/>
            </a:solidFill>
            <a:prstDash val="solid"/>
          </a:ln>
        </p:spPr>
      </p:sp>
      <p:sp>
        <p:nvSpPr>
          <p:cNvPr id="25" name="Text 23"/>
          <p:cNvSpPr txBox="1"/>
          <p:nvPr/>
        </p:nvSpPr>
        <p:spPr>
          <a:xfrm>
            <a:off x="4453128" y="2286000"/>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6" name="Shape 24"/>
          <p:cNvSpPr/>
          <p:nvPr/>
        </p:nvSpPr>
        <p:spPr>
          <a:xfrm>
            <a:off x="6629400" y="2286000"/>
            <a:ext cx="2148840" cy="365760"/>
          </a:xfrm>
          <a:prstGeom prst="rect">
            <a:avLst/>
          </a:prstGeom>
          <a:solidFill>
            <a:srgbClr val="D6EBE7"/>
          </a:solidFill>
          <a:ln w="6350">
            <a:solidFill>
              <a:srgbClr val="D3DCE5"/>
            </a:solidFill>
            <a:prstDash val="solid"/>
          </a:ln>
        </p:spPr>
      </p:sp>
      <p:sp>
        <p:nvSpPr>
          <p:cNvPr id="27" name="Text 25"/>
          <p:cNvSpPr txBox="1"/>
          <p:nvPr/>
        </p:nvSpPr>
        <p:spPr>
          <a:xfrm>
            <a:off x="6693408" y="22860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8" name="Shape 26"/>
          <p:cNvSpPr/>
          <p:nvPr/>
        </p:nvSpPr>
        <p:spPr>
          <a:xfrm>
            <a:off x="8778240" y="2286000"/>
            <a:ext cx="3008376" cy="365760"/>
          </a:xfrm>
          <a:prstGeom prst="rect">
            <a:avLst/>
          </a:prstGeom>
          <a:solidFill>
            <a:srgbClr val="D6EBE7"/>
          </a:solidFill>
          <a:ln w="6350">
            <a:solidFill>
              <a:srgbClr val="D3DCE5"/>
            </a:solidFill>
            <a:prstDash val="solid"/>
          </a:ln>
        </p:spPr>
      </p:sp>
      <p:sp>
        <p:nvSpPr>
          <p:cNvPr id="29" name="Text 27"/>
          <p:cNvSpPr txBox="1"/>
          <p:nvPr/>
        </p:nvSpPr>
        <p:spPr>
          <a:xfrm>
            <a:off x="8842248" y="22860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0" name="Shape 28"/>
          <p:cNvSpPr/>
          <p:nvPr/>
        </p:nvSpPr>
        <p:spPr>
          <a:xfrm>
            <a:off x="411480" y="2651760"/>
            <a:ext cx="3977640" cy="365760"/>
          </a:xfrm>
          <a:prstGeom prst="rect">
            <a:avLst/>
          </a:prstGeom>
          <a:solidFill>
            <a:srgbClr val="FFFFFF"/>
          </a:solidFill>
          <a:ln w="6350">
            <a:solidFill>
              <a:srgbClr val="D3DCE5"/>
            </a:solidFill>
            <a:prstDash val="solid"/>
          </a:ln>
        </p:spPr>
      </p:sp>
      <p:sp>
        <p:nvSpPr>
          <p:cNvPr id="31" name="Text 29"/>
          <p:cNvSpPr txBox="1"/>
          <p:nvPr/>
        </p:nvSpPr>
        <p:spPr>
          <a:xfrm>
            <a:off x="475488" y="26517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2" name="Shape 30"/>
          <p:cNvSpPr/>
          <p:nvPr/>
        </p:nvSpPr>
        <p:spPr>
          <a:xfrm>
            <a:off x="4389120" y="2651760"/>
            <a:ext cx="2240280" cy="365760"/>
          </a:xfrm>
          <a:prstGeom prst="rect">
            <a:avLst/>
          </a:prstGeom>
          <a:solidFill>
            <a:srgbClr val="FFFFFF"/>
          </a:solidFill>
          <a:ln w="6350">
            <a:solidFill>
              <a:srgbClr val="D3DCE5"/>
            </a:solidFill>
            <a:prstDash val="solid"/>
          </a:ln>
        </p:spPr>
      </p:sp>
      <p:sp>
        <p:nvSpPr>
          <p:cNvPr id="33" name="Text 31"/>
          <p:cNvSpPr txBox="1"/>
          <p:nvPr/>
        </p:nvSpPr>
        <p:spPr>
          <a:xfrm>
            <a:off x="4453128" y="26517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4" name="Shape 32"/>
          <p:cNvSpPr/>
          <p:nvPr/>
        </p:nvSpPr>
        <p:spPr>
          <a:xfrm>
            <a:off x="6629400" y="2651760"/>
            <a:ext cx="2148840" cy="365760"/>
          </a:xfrm>
          <a:prstGeom prst="rect">
            <a:avLst/>
          </a:prstGeom>
          <a:solidFill>
            <a:srgbClr val="FFFFFF"/>
          </a:solidFill>
          <a:ln w="6350">
            <a:solidFill>
              <a:srgbClr val="D3DCE5"/>
            </a:solidFill>
            <a:prstDash val="solid"/>
          </a:ln>
        </p:spPr>
      </p:sp>
      <p:sp>
        <p:nvSpPr>
          <p:cNvPr id="35" name="Text 33"/>
          <p:cNvSpPr txBox="1"/>
          <p:nvPr/>
        </p:nvSpPr>
        <p:spPr>
          <a:xfrm>
            <a:off x="6693408" y="26517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6" name="Shape 34"/>
          <p:cNvSpPr/>
          <p:nvPr/>
        </p:nvSpPr>
        <p:spPr>
          <a:xfrm>
            <a:off x="8778240" y="2651760"/>
            <a:ext cx="3008376" cy="365760"/>
          </a:xfrm>
          <a:prstGeom prst="rect">
            <a:avLst/>
          </a:prstGeom>
          <a:solidFill>
            <a:srgbClr val="FFFFFF"/>
          </a:solidFill>
          <a:ln w="6350">
            <a:solidFill>
              <a:srgbClr val="D3DCE5"/>
            </a:solidFill>
            <a:prstDash val="solid"/>
          </a:ln>
        </p:spPr>
      </p:sp>
      <p:sp>
        <p:nvSpPr>
          <p:cNvPr id="37" name="Text 35"/>
          <p:cNvSpPr txBox="1"/>
          <p:nvPr/>
        </p:nvSpPr>
        <p:spPr>
          <a:xfrm>
            <a:off x="8842248" y="26517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8" name="Shape 36"/>
          <p:cNvSpPr/>
          <p:nvPr/>
        </p:nvSpPr>
        <p:spPr>
          <a:xfrm>
            <a:off x="411480" y="3017520"/>
            <a:ext cx="3977640" cy="365760"/>
          </a:xfrm>
          <a:prstGeom prst="rect">
            <a:avLst/>
          </a:prstGeom>
          <a:solidFill>
            <a:srgbClr val="F7E2E2"/>
          </a:solidFill>
          <a:ln w="6350">
            <a:solidFill>
              <a:srgbClr val="D3DCE5"/>
            </a:solidFill>
            <a:prstDash val="solid"/>
          </a:ln>
        </p:spPr>
      </p:sp>
      <p:sp>
        <p:nvSpPr>
          <p:cNvPr id="39" name="Text 37"/>
          <p:cNvSpPr txBox="1"/>
          <p:nvPr/>
        </p:nvSpPr>
        <p:spPr>
          <a:xfrm>
            <a:off x="475488" y="301752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0" name="Shape 38"/>
          <p:cNvSpPr/>
          <p:nvPr/>
        </p:nvSpPr>
        <p:spPr>
          <a:xfrm>
            <a:off x="4389120" y="3017520"/>
            <a:ext cx="2240280" cy="365760"/>
          </a:xfrm>
          <a:prstGeom prst="rect">
            <a:avLst/>
          </a:prstGeom>
          <a:solidFill>
            <a:srgbClr val="F7E2E2"/>
          </a:solidFill>
          <a:ln w="6350">
            <a:solidFill>
              <a:srgbClr val="D3DCE5"/>
            </a:solidFill>
            <a:prstDash val="solid"/>
          </a:ln>
        </p:spPr>
      </p:sp>
      <p:sp>
        <p:nvSpPr>
          <p:cNvPr id="41" name="Text 39"/>
          <p:cNvSpPr txBox="1"/>
          <p:nvPr/>
        </p:nvSpPr>
        <p:spPr>
          <a:xfrm>
            <a:off x="4453128" y="3017520"/>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2" name="Shape 40"/>
          <p:cNvSpPr/>
          <p:nvPr/>
        </p:nvSpPr>
        <p:spPr>
          <a:xfrm>
            <a:off x="6629400" y="3017520"/>
            <a:ext cx="2148840" cy="365760"/>
          </a:xfrm>
          <a:prstGeom prst="rect">
            <a:avLst/>
          </a:prstGeom>
          <a:solidFill>
            <a:srgbClr val="F7E2E2"/>
          </a:solidFill>
          <a:ln w="6350">
            <a:solidFill>
              <a:srgbClr val="D3DCE5"/>
            </a:solidFill>
            <a:prstDash val="solid"/>
          </a:ln>
        </p:spPr>
      </p:sp>
      <p:sp>
        <p:nvSpPr>
          <p:cNvPr id="43" name="Text 41"/>
          <p:cNvSpPr txBox="1"/>
          <p:nvPr/>
        </p:nvSpPr>
        <p:spPr>
          <a:xfrm>
            <a:off x="6693408" y="301752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4" name="Shape 42"/>
          <p:cNvSpPr/>
          <p:nvPr/>
        </p:nvSpPr>
        <p:spPr>
          <a:xfrm>
            <a:off x="8778240" y="3017520"/>
            <a:ext cx="3008376" cy="365760"/>
          </a:xfrm>
          <a:prstGeom prst="rect">
            <a:avLst/>
          </a:prstGeom>
          <a:solidFill>
            <a:srgbClr val="F7E2E2"/>
          </a:solidFill>
          <a:ln w="6350">
            <a:solidFill>
              <a:srgbClr val="D3DCE5"/>
            </a:solidFill>
            <a:prstDash val="solid"/>
          </a:ln>
        </p:spPr>
      </p:sp>
      <p:sp>
        <p:nvSpPr>
          <p:cNvPr id="45" name="Text 43"/>
          <p:cNvSpPr txBox="1"/>
          <p:nvPr/>
        </p:nvSpPr>
        <p:spPr>
          <a:xfrm>
            <a:off x="8842248" y="301752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6" name="Shape 44"/>
          <p:cNvSpPr/>
          <p:nvPr/>
        </p:nvSpPr>
        <p:spPr>
          <a:xfrm>
            <a:off x="411480" y="3383280"/>
            <a:ext cx="3977640" cy="365760"/>
          </a:xfrm>
          <a:prstGeom prst="rect">
            <a:avLst/>
          </a:prstGeom>
          <a:solidFill>
            <a:srgbClr val="FFFFFF"/>
          </a:solidFill>
          <a:ln w="6350">
            <a:solidFill>
              <a:srgbClr val="D3DCE5"/>
            </a:solidFill>
            <a:prstDash val="solid"/>
          </a:ln>
        </p:spPr>
      </p:sp>
      <p:sp>
        <p:nvSpPr>
          <p:cNvPr id="47" name="Text 45"/>
          <p:cNvSpPr txBox="1"/>
          <p:nvPr/>
        </p:nvSpPr>
        <p:spPr>
          <a:xfrm>
            <a:off x="475488" y="338328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8" name="Shape 46"/>
          <p:cNvSpPr/>
          <p:nvPr/>
        </p:nvSpPr>
        <p:spPr>
          <a:xfrm>
            <a:off x="4389120" y="3383280"/>
            <a:ext cx="2240280" cy="365760"/>
          </a:xfrm>
          <a:prstGeom prst="rect">
            <a:avLst/>
          </a:prstGeom>
          <a:solidFill>
            <a:srgbClr val="FFFFFF"/>
          </a:solidFill>
          <a:ln w="6350">
            <a:solidFill>
              <a:srgbClr val="D3DCE5"/>
            </a:solidFill>
            <a:prstDash val="solid"/>
          </a:ln>
        </p:spPr>
      </p:sp>
      <p:sp>
        <p:nvSpPr>
          <p:cNvPr id="49" name="Text 47"/>
          <p:cNvSpPr txBox="1"/>
          <p:nvPr/>
        </p:nvSpPr>
        <p:spPr>
          <a:xfrm>
            <a:off x="4453128" y="338328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0" name="Shape 48"/>
          <p:cNvSpPr/>
          <p:nvPr/>
        </p:nvSpPr>
        <p:spPr>
          <a:xfrm>
            <a:off x="6629400" y="3383280"/>
            <a:ext cx="2148840" cy="365760"/>
          </a:xfrm>
          <a:prstGeom prst="rect">
            <a:avLst/>
          </a:prstGeom>
          <a:solidFill>
            <a:srgbClr val="FFFFFF"/>
          </a:solidFill>
          <a:ln w="6350">
            <a:solidFill>
              <a:srgbClr val="D3DCE5"/>
            </a:solidFill>
            <a:prstDash val="solid"/>
          </a:ln>
        </p:spPr>
      </p:sp>
      <p:sp>
        <p:nvSpPr>
          <p:cNvPr id="51" name="Text 49"/>
          <p:cNvSpPr txBox="1"/>
          <p:nvPr/>
        </p:nvSpPr>
        <p:spPr>
          <a:xfrm>
            <a:off x="6693408" y="338328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2" name="Shape 50"/>
          <p:cNvSpPr/>
          <p:nvPr/>
        </p:nvSpPr>
        <p:spPr>
          <a:xfrm>
            <a:off x="8778240" y="3383280"/>
            <a:ext cx="3008376" cy="365760"/>
          </a:xfrm>
          <a:prstGeom prst="rect">
            <a:avLst/>
          </a:prstGeom>
          <a:solidFill>
            <a:srgbClr val="FFFFFF"/>
          </a:solidFill>
          <a:ln w="6350">
            <a:solidFill>
              <a:srgbClr val="D3DCE5"/>
            </a:solidFill>
            <a:prstDash val="solid"/>
          </a:ln>
        </p:spPr>
      </p:sp>
      <p:sp>
        <p:nvSpPr>
          <p:cNvPr id="53" name="Text 51"/>
          <p:cNvSpPr txBox="1"/>
          <p:nvPr/>
        </p:nvSpPr>
        <p:spPr>
          <a:xfrm>
            <a:off x="8842248" y="338328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4" name="Shape 52"/>
          <p:cNvSpPr/>
          <p:nvPr/>
        </p:nvSpPr>
        <p:spPr>
          <a:xfrm>
            <a:off x="411480" y="3749040"/>
            <a:ext cx="3977640" cy="365760"/>
          </a:xfrm>
          <a:prstGeom prst="rect">
            <a:avLst/>
          </a:prstGeom>
          <a:solidFill>
            <a:srgbClr val="F7F9FB"/>
          </a:solidFill>
          <a:ln w="6350">
            <a:solidFill>
              <a:srgbClr val="D3DCE5"/>
            </a:solidFill>
            <a:prstDash val="solid"/>
          </a:ln>
        </p:spPr>
      </p:sp>
      <p:sp>
        <p:nvSpPr>
          <p:cNvPr id="55" name="Text 53"/>
          <p:cNvSpPr txBox="1"/>
          <p:nvPr/>
        </p:nvSpPr>
        <p:spPr>
          <a:xfrm>
            <a:off x="475488" y="37490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6" name="Shape 54"/>
          <p:cNvSpPr/>
          <p:nvPr/>
        </p:nvSpPr>
        <p:spPr>
          <a:xfrm>
            <a:off x="4389120" y="3749040"/>
            <a:ext cx="2240280" cy="365760"/>
          </a:xfrm>
          <a:prstGeom prst="rect">
            <a:avLst/>
          </a:prstGeom>
          <a:solidFill>
            <a:srgbClr val="F7F9FB"/>
          </a:solidFill>
          <a:ln w="6350">
            <a:solidFill>
              <a:srgbClr val="D3DCE5"/>
            </a:solidFill>
            <a:prstDash val="solid"/>
          </a:ln>
        </p:spPr>
      </p:sp>
      <p:sp>
        <p:nvSpPr>
          <p:cNvPr id="57" name="Text 55"/>
          <p:cNvSpPr txBox="1"/>
          <p:nvPr/>
        </p:nvSpPr>
        <p:spPr>
          <a:xfrm>
            <a:off x="4453128" y="37490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8" name="Shape 56"/>
          <p:cNvSpPr/>
          <p:nvPr/>
        </p:nvSpPr>
        <p:spPr>
          <a:xfrm>
            <a:off x="6629400" y="3749040"/>
            <a:ext cx="2148840" cy="365760"/>
          </a:xfrm>
          <a:prstGeom prst="rect">
            <a:avLst/>
          </a:prstGeom>
          <a:solidFill>
            <a:srgbClr val="F7F9FB"/>
          </a:solidFill>
          <a:ln w="6350">
            <a:solidFill>
              <a:srgbClr val="D3DCE5"/>
            </a:solidFill>
            <a:prstDash val="solid"/>
          </a:ln>
        </p:spPr>
      </p:sp>
      <p:sp>
        <p:nvSpPr>
          <p:cNvPr id="59" name="Text 57"/>
          <p:cNvSpPr txBox="1"/>
          <p:nvPr/>
        </p:nvSpPr>
        <p:spPr>
          <a:xfrm>
            <a:off x="6693408" y="37490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0" name="Shape 58"/>
          <p:cNvSpPr/>
          <p:nvPr/>
        </p:nvSpPr>
        <p:spPr>
          <a:xfrm>
            <a:off x="8778240" y="3749040"/>
            <a:ext cx="3008376" cy="365760"/>
          </a:xfrm>
          <a:prstGeom prst="rect">
            <a:avLst/>
          </a:prstGeom>
          <a:solidFill>
            <a:srgbClr val="F7F9FB"/>
          </a:solidFill>
          <a:ln w="6350">
            <a:solidFill>
              <a:srgbClr val="D3DCE5"/>
            </a:solidFill>
            <a:prstDash val="solid"/>
          </a:ln>
        </p:spPr>
      </p:sp>
      <p:sp>
        <p:nvSpPr>
          <p:cNvPr id="61" name="Text 59"/>
          <p:cNvSpPr txBox="1"/>
          <p:nvPr/>
        </p:nvSpPr>
        <p:spPr>
          <a:xfrm>
            <a:off x="8842248" y="37490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2" name="Shape 60"/>
          <p:cNvSpPr/>
          <p:nvPr/>
        </p:nvSpPr>
        <p:spPr>
          <a:xfrm>
            <a:off x="411480" y="4114800"/>
            <a:ext cx="3977640" cy="365760"/>
          </a:xfrm>
          <a:prstGeom prst="rect">
            <a:avLst/>
          </a:prstGeom>
          <a:solidFill>
            <a:srgbClr val="FFFFFF"/>
          </a:solidFill>
          <a:ln w="6350">
            <a:solidFill>
              <a:srgbClr val="D3DCE5"/>
            </a:solidFill>
            <a:prstDash val="solid"/>
          </a:ln>
        </p:spPr>
      </p:sp>
      <p:sp>
        <p:nvSpPr>
          <p:cNvPr id="63" name="Text 61"/>
          <p:cNvSpPr txBox="1"/>
          <p:nvPr/>
        </p:nvSpPr>
        <p:spPr>
          <a:xfrm>
            <a:off x="475488" y="41148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4" name="Shape 62"/>
          <p:cNvSpPr/>
          <p:nvPr/>
        </p:nvSpPr>
        <p:spPr>
          <a:xfrm>
            <a:off x="4389120" y="4114800"/>
            <a:ext cx="2240280" cy="365760"/>
          </a:xfrm>
          <a:prstGeom prst="rect">
            <a:avLst/>
          </a:prstGeom>
          <a:solidFill>
            <a:srgbClr val="FFFFFF"/>
          </a:solidFill>
          <a:ln w="6350">
            <a:solidFill>
              <a:srgbClr val="D3DCE5"/>
            </a:solidFill>
            <a:prstDash val="solid"/>
          </a:ln>
        </p:spPr>
      </p:sp>
      <p:sp>
        <p:nvSpPr>
          <p:cNvPr id="65" name="Text 63"/>
          <p:cNvSpPr txBox="1"/>
          <p:nvPr/>
        </p:nvSpPr>
        <p:spPr>
          <a:xfrm>
            <a:off x="4453128" y="411480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6" name="Shape 64"/>
          <p:cNvSpPr/>
          <p:nvPr/>
        </p:nvSpPr>
        <p:spPr>
          <a:xfrm>
            <a:off x="6629400" y="4114800"/>
            <a:ext cx="2148840" cy="365760"/>
          </a:xfrm>
          <a:prstGeom prst="rect">
            <a:avLst/>
          </a:prstGeom>
          <a:solidFill>
            <a:srgbClr val="FFFFFF"/>
          </a:solidFill>
          <a:ln w="6350">
            <a:solidFill>
              <a:srgbClr val="D3DCE5"/>
            </a:solidFill>
            <a:prstDash val="solid"/>
          </a:ln>
        </p:spPr>
      </p:sp>
      <p:sp>
        <p:nvSpPr>
          <p:cNvPr id="67" name="Text 65"/>
          <p:cNvSpPr txBox="1"/>
          <p:nvPr/>
        </p:nvSpPr>
        <p:spPr>
          <a:xfrm>
            <a:off x="6693408" y="41148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8" name="Shape 66"/>
          <p:cNvSpPr/>
          <p:nvPr/>
        </p:nvSpPr>
        <p:spPr>
          <a:xfrm>
            <a:off x="8778240" y="4114800"/>
            <a:ext cx="3008376" cy="365760"/>
          </a:xfrm>
          <a:prstGeom prst="rect">
            <a:avLst/>
          </a:prstGeom>
          <a:solidFill>
            <a:srgbClr val="FFFFFF"/>
          </a:solidFill>
          <a:ln w="6350">
            <a:solidFill>
              <a:srgbClr val="D3DCE5"/>
            </a:solidFill>
            <a:prstDash val="solid"/>
          </a:ln>
        </p:spPr>
      </p:sp>
      <p:sp>
        <p:nvSpPr>
          <p:cNvPr id="69" name="Text 67"/>
          <p:cNvSpPr txBox="1"/>
          <p:nvPr/>
        </p:nvSpPr>
        <p:spPr>
          <a:xfrm>
            <a:off x="8842248" y="41148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0" name="Shape 68"/>
          <p:cNvSpPr/>
          <p:nvPr/>
        </p:nvSpPr>
        <p:spPr>
          <a:xfrm>
            <a:off x="411480" y="4480560"/>
            <a:ext cx="3977640" cy="365760"/>
          </a:xfrm>
          <a:prstGeom prst="rect">
            <a:avLst/>
          </a:prstGeom>
          <a:solidFill>
            <a:srgbClr val="F7F9FB"/>
          </a:solidFill>
          <a:ln w="6350">
            <a:solidFill>
              <a:srgbClr val="D3DCE5"/>
            </a:solidFill>
            <a:prstDash val="solid"/>
          </a:ln>
        </p:spPr>
      </p:sp>
      <p:sp>
        <p:nvSpPr>
          <p:cNvPr id="71" name="Text 69"/>
          <p:cNvSpPr txBox="1"/>
          <p:nvPr/>
        </p:nvSpPr>
        <p:spPr>
          <a:xfrm>
            <a:off x="475488" y="44805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2" name="Shape 70"/>
          <p:cNvSpPr/>
          <p:nvPr/>
        </p:nvSpPr>
        <p:spPr>
          <a:xfrm>
            <a:off x="4389120" y="4480560"/>
            <a:ext cx="2240280" cy="365760"/>
          </a:xfrm>
          <a:prstGeom prst="rect">
            <a:avLst/>
          </a:prstGeom>
          <a:solidFill>
            <a:srgbClr val="F7F9FB"/>
          </a:solidFill>
          <a:ln w="6350">
            <a:solidFill>
              <a:srgbClr val="D3DCE5"/>
            </a:solidFill>
            <a:prstDash val="solid"/>
          </a:ln>
        </p:spPr>
      </p:sp>
      <p:sp>
        <p:nvSpPr>
          <p:cNvPr id="73" name="Text 71"/>
          <p:cNvSpPr txBox="1"/>
          <p:nvPr/>
        </p:nvSpPr>
        <p:spPr>
          <a:xfrm>
            <a:off x="4453128" y="44805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4" name="Shape 72"/>
          <p:cNvSpPr/>
          <p:nvPr/>
        </p:nvSpPr>
        <p:spPr>
          <a:xfrm>
            <a:off x="6629400" y="4480560"/>
            <a:ext cx="2148840" cy="365760"/>
          </a:xfrm>
          <a:prstGeom prst="rect">
            <a:avLst/>
          </a:prstGeom>
          <a:solidFill>
            <a:srgbClr val="F7F9FB"/>
          </a:solidFill>
          <a:ln w="6350">
            <a:solidFill>
              <a:srgbClr val="D3DCE5"/>
            </a:solidFill>
            <a:prstDash val="solid"/>
          </a:ln>
        </p:spPr>
      </p:sp>
      <p:sp>
        <p:nvSpPr>
          <p:cNvPr id="75" name="Text 73"/>
          <p:cNvSpPr txBox="1"/>
          <p:nvPr/>
        </p:nvSpPr>
        <p:spPr>
          <a:xfrm>
            <a:off x="6693408" y="44805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6" name="Shape 74"/>
          <p:cNvSpPr/>
          <p:nvPr/>
        </p:nvSpPr>
        <p:spPr>
          <a:xfrm>
            <a:off x="8778240" y="4480560"/>
            <a:ext cx="3008376" cy="365760"/>
          </a:xfrm>
          <a:prstGeom prst="rect">
            <a:avLst/>
          </a:prstGeom>
          <a:solidFill>
            <a:srgbClr val="F7F9FB"/>
          </a:solidFill>
          <a:ln w="6350">
            <a:solidFill>
              <a:srgbClr val="D3DCE5"/>
            </a:solidFill>
            <a:prstDash val="solid"/>
          </a:ln>
        </p:spPr>
      </p:sp>
      <p:sp>
        <p:nvSpPr>
          <p:cNvPr id="77" name="Text 75"/>
          <p:cNvSpPr txBox="1"/>
          <p:nvPr/>
        </p:nvSpPr>
        <p:spPr>
          <a:xfrm>
            <a:off x="8842248" y="44805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8" name="Shape 76"/>
          <p:cNvSpPr/>
          <p:nvPr/>
        </p:nvSpPr>
        <p:spPr>
          <a:xfrm>
            <a:off x="411480" y="4937760"/>
            <a:ext cx="5577840" cy="1243584"/>
          </a:xfrm>
          <a:prstGeom prst="rect">
            <a:avLst/>
          </a:prstGeom>
          <a:solidFill>
            <a:srgbClr val="EEF2F6"/>
          </a:solidFill>
          <a:ln w="9525">
            <a:solidFill>
              <a:srgbClr val="D3DCE5"/>
            </a:solidFill>
            <a:prstDash val="solid"/>
          </a:ln>
        </p:spPr>
      </p:sp>
      <p:sp>
        <p:nvSpPr>
          <p:cNvPr id="79" name="Text 77"/>
          <p:cNvSpPr txBox="1"/>
          <p:nvPr/>
        </p:nvSpPr>
        <p:spPr>
          <a:xfrm>
            <a:off x="576072" y="506577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0" name="Text 78"/>
          <p:cNvSpPr txBox="1"/>
          <p:nvPr/>
        </p:nvSpPr>
        <p:spPr>
          <a:xfrm>
            <a:off x="576072"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1" name="Shape 79"/>
          <p:cNvSpPr/>
          <p:nvPr/>
        </p:nvSpPr>
        <p:spPr>
          <a:xfrm>
            <a:off x="6208776" y="4937760"/>
            <a:ext cx="5577840" cy="1243584"/>
          </a:xfrm>
          <a:prstGeom prst="rect">
            <a:avLst/>
          </a:prstGeom>
          <a:solidFill>
            <a:srgbClr val="D6EBE7"/>
          </a:solidFill>
          <a:ln w="9525">
            <a:solidFill>
              <a:srgbClr val="AFD3CC"/>
            </a:solidFill>
            <a:prstDash val="solid"/>
          </a:ln>
        </p:spPr>
      </p:sp>
      <p:sp>
        <p:nvSpPr>
          <p:cNvPr id="82" name="Text 80"/>
          <p:cNvSpPr txBox="1"/>
          <p:nvPr/>
        </p:nvSpPr>
        <p:spPr>
          <a:xfrm>
            <a:off x="6373368" y="506577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3" name="Text 81"/>
          <p:cNvSpPr txBox="1"/>
          <p:nvPr/>
        </p:nvSpPr>
        <p:spPr>
          <a:xfrm>
            <a:off x="6373368"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90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B8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Electric-vehicle demand: still the largest leg, and the most politically exposed</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It remains most of lithium demand, and it is the part of the thesis a single government can damage. That is why we do not rest the case on it.</a:t>
            </a:r>
            <a:endParaRPr lang="en-US" sz="1200" dirty="0"/>
          </a:p>
        </p:txBody>
      </p:sp>
      <p:sp>
        <p:nvSpPr>
          <p:cNvPr id="6" name="Shape 4"/>
          <p:cNvSpPr/>
          <p:nvPr/>
        </p:nvSpPr>
        <p:spPr>
          <a:xfrm>
            <a:off x="411480" y="1627632"/>
            <a:ext cx="3675888" cy="1920240"/>
          </a:xfrm>
          <a:prstGeom prst="rect">
            <a:avLst/>
          </a:prstGeom>
          <a:solidFill>
            <a:srgbClr val="F7F9FB"/>
          </a:solidFill>
          <a:ln w="9525">
            <a:solidFill>
              <a:srgbClr val="D3DCE5"/>
            </a:solidFill>
            <a:prstDash val="solid"/>
          </a:ln>
        </p:spPr>
      </p:sp>
      <p:sp>
        <p:nvSpPr>
          <p:cNvPr id="7" name="Shape 5"/>
          <p:cNvSpPr/>
          <p:nvPr/>
        </p:nvSpPr>
        <p:spPr>
          <a:xfrm>
            <a:off x="557784" y="1773936"/>
            <a:ext cx="310896" cy="310896"/>
          </a:xfrm>
          <a:prstGeom prst="ellipse">
            <a:avLst/>
          </a:prstGeom>
          <a:solidFill>
            <a:srgbClr val="10233A"/>
          </a:solidFill>
          <a:ln/>
        </p:spPr>
      </p:sp>
      <p:sp>
        <p:nvSpPr>
          <p:cNvPr id="8" name="Text 6"/>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0" name="Text 8"/>
          <p:cNvSpPr txBox="1"/>
          <p:nvPr/>
        </p:nvSpPr>
        <p:spPr>
          <a:xfrm>
            <a:off x="594360"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1" name="Shape 9"/>
          <p:cNvSpPr/>
          <p:nvPr/>
        </p:nvSpPr>
        <p:spPr>
          <a:xfrm>
            <a:off x="4261104" y="1627632"/>
            <a:ext cx="3675888" cy="1920240"/>
          </a:xfrm>
          <a:prstGeom prst="rect">
            <a:avLst/>
          </a:prstGeom>
          <a:solidFill>
            <a:srgbClr val="F7F9FB"/>
          </a:solidFill>
          <a:ln w="9525">
            <a:solidFill>
              <a:srgbClr val="D3DCE5"/>
            </a:solidFill>
            <a:prstDash val="solid"/>
          </a:ln>
        </p:spPr>
      </p:sp>
      <p:sp>
        <p:nvSpPr>
          <p:cNvPr id="12" name="Shape 10"/>
          <p:cNvSpPr/>
          <p:nvPr/>
        </p:nvSpPr>
        <p:spPr>
          <a:xfrm>
            <a:off x="4407408" y="1773936"/>
            <a:ext cx="310896" cy="310896"/>
          </a:xfrm>
          <a:prstGeom prst="ellipse">
            <a:avLst/>
          </a:prstGeom>
          <a:solidFill>
            <a:srgbClr val="C2610A"/>
          </a:solidFill>
          <a:ln/>
        </p:spPr>
      </p:sp>
      <p:sp>
        <p:nvSpPr>
          <p:cNvPr id="13" name="Text 11"/>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5" name="Text 13"/>
          <p:cNvSpPr txBox="1"/>
          <p:nvPr/>
        </p:nvSpPr>
        <p:spPr>
          <a:xfrm>
            <a:off x="4443984"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6" name="Shape 14"/>
          <p:cNvSpPr/>
          <p:nvPr/>
        </p:nvSpPr>
        <p:spPr>
          <a:xfrm>
            <a:off x="8110728" y="1627632"/>
            <a:ext cx="3675888" cy="1920240"/>
          </a:xfrm>
          <a:prstGeom prst="rect">
            <a:avLst/>
          </a:prstGeom>
          <a:solidFill>
            <a:srgbClr val="F7F9FB"/>
          </a:solidFill>
          <a:ln w="9525">
            <a:solidFill>
              <a:srgbClr val="D3DCE5"/>
            </a:solidFill>
            <a:prstDash val="solid"/>
          </a:ln>
        </p:spPr>
      </p:sp>
      <p:sp>
        <p:nvSpPr>
          <p:cNvPr id="17" name="Shape 15"/>
          <p:cNvSpPr/>
          <p:nvPr/>
        </p:nvSpPr>
        <p:spPr>
          <a:xfrm>
            <a:off x="8257032" y="1773936"/>
            <a:ext cx="310896" cy="310896"/>
          </a:xfrm>
          <a:prstGeom prst="ellipse">
            <a:avLst/>
          </a:prstGeom>
          <a:solidFill>
            <a:srgbClr val="10233A"/>
          </a:solidFill>
          <a:ln/>
        </p:spPr>
      </p:sp>
      <p:sp>
        <p:nvSpPr>
          <p:cNvPr id="18" name="Text 16"/>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0" name="Text 18"/>
          <p:cNvSpPr txBox="1"/>
          <p:nvPr/>
        </p:nvSpPr>
        <p:spPr>
          <a:xfrm>
            <a:off x="8293608"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1" name="Shape 19"/>
          <p:cNvSpPr/>
          <p:nvPr/>
        </p:nvSpPr>
        <p:spPr>
          <a:xfrm>
            <a:off x="411480" y="3712464"/>
            <a:ext cx="11375136" cy="1700784"/>
          </a:xfrm>
          <a:prstGeom prst="rect">
            <a:avLst/>
          </a:prstGeom>
          <a:solidFill>
            <a:srgbClr val="EEF2F6"/>
          </a:solidFill>
          <a:ln w="9525">
            <a:solidFill>
              <a:srgbClr val="D3DCE5"/>
            </a:solidFill>
            <a:prstDash val="solid"/>
          </a:ln>
        </p:spPr>
      </p:sp>
      <p:sp>
        <p:nvSpPr>
          <p:cNvPr id="22" name="Text 20"/>
          <p:cNvSpPr txBox="1"/>
          <p:nvPr/>
        </p:nvSpPr>
        <p:spPr>
          <a:xfrm>
            <a:off x="576072" y="38404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3" name="Text 21"/>
          <p:cNvSpPr txBox="1"/>
          <p:nvPr/>
        </p:nvSpPr>
        <p:spPr>
          <a:xfrm>
            <a:off x="576072" y="4169664"/>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B9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Storage demand: the leg nobody was modelling three years ago</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Installations grew about 51% in 2025 and storage went from roughly 23% to about 31% of lithium demand in a single year, pulled partly by datacentre power.</a:t>
            </a:r>
            <a:endParaRPr lang="en-US" sz="1200" dirty="0"/>
          </a:p>
        </p:txBody>
      </p:sp>
      <p:graphicFrame>
        <p:nvGraphicFramePr>
          <p:cNvPr id="6" name="Chart 0" descr=""/>
          <p:cNvGraphicFramePr/>
          <p:nvPr/>
        </p:nvGraphicFramePr>
        <p:xfrm>
          <a:off x="411480" y="1627632"/>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77256" y="1627632"/>
            <a:ext cx="6309360" cy="2377440"/>
          </a:xfrm>
          <a:prstGeom prst="rect">
            <a:avLst/>
          </a:prstGeom>
          <a:solidFill>
            <a:srgbClr val="D6EBE7"/>
          </a:solidFill>
          <a:ln w="9525">
            <a:solidFill>
              <a:srgbClr val="AFD3CC"/>
            </a:solidFill>
            <a:prstDash val="solid"/>
          </a:ln>
        </p:spPr>
      </p:sp>
      <p:sp>
        <p:nvSpPr>
          <p:cNvPr id="8" name="Text 5"/>
          <p:cNvSpPr txBox="1"/>
          <p:nvPr/>
        </p:nvSpPr>
        <p:spPr>
          <a:xfrm>
            <a:off x="5641848" y="1755648"/>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9" name="Text 6"/>
          <p:cNvSpPr txBox="1"/>
          <p:nvPr/>
        </p:nvSpPr>
        <p:spPr>
          <a:xfrm>
            <a:off x="5660136" y="2194560"/>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900" dirty="0"/>
          </a:p>
        </p:txBody>
      </p:sp>
      <p:sp>
        <p:nvSpPr>
          <p:cNvPr id="10" name="Shape 7"/>
          <p:cNvSpPr/>
          <p:nvPr/>
        </p:nvSpPr>
        <p:spPr>
          <a:xfrm>
            <a:off x="411480" y="4169664"/>
            <a:ext cx="11375136" cy="1243584"/>
          </a:xfrm>
          <a:prstGeom prst="rect">
            <a:avLst/>
          </a:prstGeom>
          <a:solidFill>
            <a:srgbClr val="EEF2F6"/>
          </a:solidFill>
          <a:ln w="9525">
            <a:solidFill>
              <a:srgbClr val="D3DCE5"/>
            </a:solidFill>
            <a:prstDash val="solid"/>
          </a:ln>
        </p:spPr>
      </p:sp>
      <p:sp>
        <p:nvSpPr>
          <p:cNvPr id="11" name="Text 8"/>
          <p:cNvSpPr txBox="1"/>
          <p:nvPr/>
        </p:nvSpPr>
        <p:spPr>
          <a:xfrm>
            <a:off x="576072" y="42976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2" name="Text 9"/>
          <p:cNvSpPr txBox="1"/>
          <p:nvPr/>
        </p:nvSpPr>
        <p:spPr>
          <a:xfrm>
            <a:off x="576072" y="4626864"/>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B10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Market balance: the forecasters do not agree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Presented as found rather than smoothed into a house view, because the disagreement is itself the most useful thing on this page.</a:t>
            </a:r>
            <a:endParaRPr lang="en-US" sz="1200" dirty="0"/>
          </a:p>
        </p:txBody>
      </p:sp>
      <p:sp>
        <p:nvSpPr>
          <p:cNvPr id="6" name="Shape 4"/>
          <p:cNvSpPr/>
          <p:nvPr/>
        </p:nvSpPr>
        <p:spPr>
          <a:xfrm>
            <a:off x="411480" y="1627632"/>
            <a:ext cx="1051560" cy="292608"/>
          </a:xfrm>
          <a:prstGeom prst="rect">
            <a:avLst/>
          </a:prstGeom>
          <a:solidFill>
            <a:srgbClr val="10233A"/>
          </a:solidFill>
          <a:ln/>
        </p:spPr>
      </p:sp>
      <p:sp>
        <p:nvSpPr>
          <p:cNvPr id="7" name="Text 5"/>
          <p:cNvSpPr txBox="1"/>
          <p:nvPr/>
        </p:nvSpPr>
        <p:spPr>
          <a:xfrm>
            <a:off x="475488" y="1627632"/>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8" name="Shape 6"/>
          <p:cNvSpPr/>
          <p:nvPr/>
        </p:nvSpPr>
        <p:spPr>
          <a:xfrm>
            <a:off x="1463040" y="1627632"/>
            <a:ext cx="2606040" cy="292608"/>
          </a:xfrm>
          <a:prstGeom prst="rect">
            <a:avLst/>
          </a:prstGeom>
          <a:solidFill>
            <a:srgbClr val="10233A"/>
          </a:solidFill>
          <a:ln/>
        </p:spPr>
      </p:sp>
      <p:sp>
        <p:nvSpPr>
          <p:cNvPr id="9" name="Text 7"/>
          <p:cNvSpPr txBox="1"/>
          <p:nvPr/>
        </p:nvSpPr>
        <p:spPr>
          <a:xfrm>
            <a:off x="152704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0" name="Shape 8"/>
          <p:cNvSpPr/>
          <p:nvPr/>
        </p:nvSpPr>
        <p:spPr>
          <a:xfrm>
            <a:off x="4069080" y="1627632"/>
            <a:ext cx="2148840" cy="292608"/>
          </a:xfrm>
          <a:prstGeom prst="rect">
            <a:avLst/>
          </a:prstGeom>
          <a:solidFill>
            <a:srgbClr val="10233A"/>
          </a:solidFill>
          <a:ln/>
        </p:spPr>
      </p:sp>
      <p:sp>
        <p:nvSpPr>
          <p:cNvPr id="11" name="Text 9"/>
          <p:cNvSpPr txBox="1"/>
          <p:nvPr/>
        </p:nvSpPr>
        <p:spPr>
          <a:xfrm>
            <a:off x="4133088" y="162763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2" name="Shape 10"/>
          <p:cNvSpPr/>
          <p:nvPr/>
        </p:nvSpPr>
        <p:spPr>
          <a:xfrm>
            <a:off x="6217920" y="1627632"/>
            <a:ext cx="5568696" cy="292608"/>
          </a:xfrm>
          <a:prstGeom prst="rect">
            <a:avLst/>
          </a:prstGeom>
          <a:solidFill>
            <a:srgbClr val="10233A"/>
          </a:solidFill>
          <a:ln/>
        </p:spPr>
      </p:sp>
      <p:sp>
        <p:nvSpPr>
          <p:cNvPr id="13" name="Text 11"/>
          <p:cNvSpPr txBox="1"/>
          <p:nvPr/>
        </p:nvSpPr>
        <p:spPr>
          <a:xfrm>
            <a:off x="6281928" y="1627632"/>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4" name="Shape 12"/>
          <p:cNvSpPr/>
          <p:nvPr/>
        </p:nvSpPr>
        <p:spPr>
          <a:xfrm>
            <a:off x="411480" y="1920240"/>
            <a:ext cx="1051560" cy="260604"/>
          </a:xfrm>
          <a:prstGeom prst="rect">
            <a:avLst/>
          </a:prstGeom>
          <a:solidFill>
            <a:srgbClr val="FFFFFF"/>
          </a:solidFill>
          <a:ln w="6350">
            <a:solidFill>
              <a:srgbClr val="D3DCE5"/>
            </a:solidFill>
            <a:prstDash val="solid"/>
          </a:ln>
        </p:spPr>
      </p:sp>
      <p:sp>
        <p:nvSpPr>
          <p:cNvPr id="15" name="Text 13"/>
          <p:cNvSpPr txBox="1"/>
          <p:nvPr/>
        </p:nvSpPr>
        <p:spPr>
          <a:xfrm>
            <a:off x="475488" y="192024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6" name="Shape 14"/>
          <p:cNvSpPr/>
          <p:nvPr/>
        </p:nvSpPr>
        <p:spPr>
          <a:xfrm>
            <a:off x="1463040" y="1920240"/>
            <a:ext cx="2606040" cy="260604"/>
          </a:xfrm>
          <a:prstGeom prst="rect">
            <a:avLst/>
          </a:prstGeom>
          <a:solidFill>
            <a:srgbClr val="FFFFFF"/>
          </a:solidFill>
          <a:ln w="6350">
            <a:solidFill>
              <a:srgbClr val="D3DCE5"/>
            </a:solidFill>
            <a:prstDash val="solid"/>
          </a:ln>
        </p:spPr>
      </p:sp>
      <p:sp>
        <p:nvSpPr>
          <p:cNvPr id="17" name="Text 15"/>
          <p:cNvSpPr txBox="1"/>
          <p:nvPr/>
        </p:nvSpPr>
        <p:spPr>
          <a:xfrm>
            <a:off x="1527048" y="192024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8" name="Shape 16"/>
          <p:cNvSpPr/>
          <p:nvPr/>
        </p:nvSpPr>
        <p:spPr>
          <a:xfrm>
            <a:off x="4069080" y="1920240"/>
            <a:ext cx="2148840" cy="260604"/>
          </a:xfrm>
          <a:prstGeom prst="rect">
            <a:avLst/>
          </a:prstGeom>
          <a:solidFill>
            <a:srgbClr val="FFFFFF"/>
          </a:solidFill>
          <a:ln w="6350">
            <a:solidFill>
              <a:srgbClr val="D3DCE5"/>
            </a:solidFill>
            <a:prstDash val="solid"/>
          </a:ln>
        </p:spPr>
      </p:sp>
      <p:sp>
        <p:nvSpPr>
          <p:cNvPr id="19" name="Text 17"/>
          <p:cNvSpPr txBox="1"/>
          <p:nvPr/>
        </p:nvSpPr>
        <p:spPr>
          <a:xfrm>
            <a:off x="4133088" y="192024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0" name="Shape 18"/>
          <p:cNvSpPr/>
          <p:nvPr/>
        </p:nvSpPr>
        <p:spPr>
          <a:xfrm>
            <a:off x="6217920" y="1920240"/>
            <a:ext cx="5568696" cy="260604"/>
          </a:xfrm>
          <a:prstGeom prst="rect">
            <a:avLst/>
          </a:prstGeom>
          <a:solidFill>
            <a:srgbClr val="FFFFFF"/>
          </a:solidFill>
          <a:ln w="6350">
            <a:solidFill>
              <a:srgbClr val="D3DCE5"/>
            </a:solidFill>
            <a:prstDash val="solid"/>
          </a:ln>
        </p:spPr>
      </p:sp>
      <p:sp>
        <p:nvSpPr>
          <p:cNvPr id="21" name="Text 19"/>
          <p:cNvSpPr txBox="1"/>
          <p:nvPr/>
        </p:nvSpPr>
        <p:spPr>
          <a:xfrm>
            <a:off x="6281928" y="192024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2" name="Shape 20"/>
          <p:cNvSpPr/>
          <p:nvPr/>
        </p:nvSpPr>
        <p:spPr>
          <a:xfrm>
            <a:off x="411480" y="2180844"/>
            <a:ext cx="1051560" cy="260604"/>
          </a:xfrm>
          <a:prstGeom prst="rect">
            <a:avLst/>
          </a:prstGeom>
          <a:solidFill>
            <a:srgbClr val="F7F9FB"/>
          </a:solidFill>
          <a:ln w="6350">
            <a:solidFill>
              <a:srgbClr val="D3DCE5"/>
            </a:solidFill>
            <a:prstDash val="solid"/>
          </a:ln>
        </p:spPr>
      </p:sp>
      <p:sp>
        <p:nvSpPr>
          <p:cNvPr id="23" name="Text 21"/>
          <p:cNvSpPr txBox="1"/>
          <p:nvPr/>
        </p:nvSpPr>
        <p:spPr>
          <a:xfrm>
            <a:off x="475488" y="218084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4" name="Shape 22"/>
          <p:cNvSpPr/>
          <p:nvPr/>
        </p:nvSpPr>
        <p:spPr>
          <a:xfrm>
            <a:off x="1463040" y="2180844"/>
            <a:ext cx="2606040" cy="260604"/>
          </a:xfrm>
          <a:prstGeom prst="rect">
            <a:avLst/>
          </a:prstGeom>
          <a:solidFill>
            <a:srgbClr val="F7F9FB"/>
          </a:solidFill>
          <a:ln w="6350">
            <a:solidFill>
              <a:srgbClr val="D3DCE5"/>
            </a:solidFill>
            <a:prstDash val="solid"/>
          </a:ln>
        </p:spPr>
      </p:sp>
      <p:sp>
        <p:nvSpPr>
          <p:cNvPr id="25" name="Text 23"/>
          <p:cNvSpPr txBox="1"/>
          <p:nvPr/>
        </p:nvSpPr>
        <p:spPr>
          <a:xfrm>
            <a:off x="1527048" y="218084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6" name="Shape 24"/>
          <p:cNvSpPr/>
          <p:nvPr/>
        </p:nvSpPr>
        <p:spPr>
          <a:xfrm>
            <a:off x="4069080" y="2180844"/>
            <a:ext cx="2148840" cy="260604"/>
          </a:xfrm>
          <a:prstGeom prst="rect">
            <a:avLst/>
          </a:prstGeom>
          <a:solidFill>
            <a:srgbClr val="F7F9FB"/>
          </a:solidFill>
          <a:ln w="6350">
            <a:solidFill>
              <a:srgbClr val="D3DCE5"/>
            </a:solidFill>
            <a:prstDash val="solid"/>
          </a:ln>
        </p:spPr>
      </p:sp>
      <p:sp>
        <p:nvSpPr>
          <p:cNvPr id="27" name="Text 25"/>
          <p:cNvSpPr txBox="1"/>
          <p:nvPr/>
        </p:nvSpPr>
        <p:spPr>
          <a:xfrm>
            <a:off x="4133088" y="218084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8" name="Shape 26"/>
          <p:cNvSpPr/>
          <p:nvPr/>
        </p:nvSpPr>
        <p:spPr>
          <a:xfrm>
            <a:off x="6217920" y="2180844"/>
            <a:ext cx="5568696" cy="260604"/>
          </a:xfrm>
          <a:prstGeom prst="rect">
            <a:avLst/>
          </a:prstGeom>
          <a:solidFill>
            <a:srgbClr val="F7F9FB"/>
          </a:solidFill>
          <a:ln w="6350">
            <a:solidFill>
              <a:srgbClr val="D3DCE5"/>
            </a:solidFill>
            <a:prstDash val="solid"/>
          </a:ln>
        </p:spPr>
      </p:sp>
      <p:sp>
        <p:nvSpPr>
          <p:cNvPr id="29" name="Text 27"/>
          <p:cNvSpPr txBox="1"/>
          <p:nvPr/>
        </p:nvSpPr>
        <p:spPr>
          <a:xfrm>
            <a:off x="6281928" y="218084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0" name="Shape 28"/>
          <p:cNvSpPr/>
          <p:nvPr/>
        </p:nvSpPr>
        <p:spPr>
          <a:xfrm>
            <a:off x="411480" y="2441448"/>
            <a:ext cx="1051560" cy="260604"/>
          </a:xfrm>
          <a:prstGeom prst="rect">
            <a:avLst/>
          </a:prstGeom>
          <a:solidFill>
            <a:srgbClr val="FFFFFF"/>
          </a:solidFill>
          <a:ln w="6350">
            <a:solidFill>
              <a:srgbClr val="D3DCE5"/>
            </a:solidFill>
            <a:prstDash val="solid"/>
          </a:ln>
        </p:spPr>
      </p:sp>
      <p:sp>
        <p:nvSpPr>
          <p:cNvPr id="31" name="Text 29"/>
          <p:cNvSpPr txBox="1"/>
          <p:nvPr/>
        </p:nvSpPr>
        <p:spPr>
          <a:xfrm>
            <a:off x="475488" y="244144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2" name="Shape 30"/>
          <p:cNvSpPr/>
          <p:nvPr/>
        </p:nvSpPr>
        <p:spPr>
          <a:xfrm>
            <a:off x="1463040" y="2441448"/>
            <a:ext cx="2606040" cy="260604"/>
          </a:xfrm>
          <a:prstGeom prst="rect">
            <a:avLst/>
          </a:prstGeom>
          <a:solidFill>
            <a:srgbClr val="FFFFFF"/>
          </a:solidFill>
          <a:ln w="6350">
            <a:solidFill>
              <a:srgbClr val="D3DCE5"/>
            </a:solidFill>
            <a:prstDash val="solid"/>
          </a:ln>
        </p:spPr>
      </p:sp>
      <p:sp>
        <p:nvSpPr>
          <p:cNvPr id="33" name="Text 31"/>
          <p:cNvSpPr txBox="1"/>
          <p:nvPr/>
        </p:nvSpPr>
        <p:spPr>
          <a:xfrm>
            <a:off x="1527048" y="244144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4" name="Shape 32"/>
          <p:cNvSpPr/>
          <p:nvPr/>
        </p:nvSpPr>
        <p:spPr>
          <a:xfrm>
            <a:off x="4069080" y="2441448"/>
            <a:ext cx="2148840" cy="260604"/>
          </a:xfrm>
          <a:prstGeom prst="rect">
            <a:avLst/>
          </a:prstGeom>
          <a:solidFill>
            <a:srgbClr val="FFFFFF"/>
          </a:solidFill>
          <a:ln w="6350">
            <a:solidFill>
              <a:srgbClr val="D3DCE5"/>
            </a:solidFill>
            <a:prstDash val="solid"/>
          </a:ln>
        </p:spPr>
      </p:sp>
      <p:sp>
        <p:nvSpPr>
          <p:cNvPr id="35" name="Text 33"/>
          <p:cNvSpPr txBox="1"/>
          <p:nvPr/>
        </p:nvSpPr>
        <p:spPr>
          <a:xfrm>
            <a:off x="4133088" y="244144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6" name="Shape 34"/>
          <p:cNvSpPr/>
          <p:nvPr/>
        </p:nvSpPr>
        <p:spPr>
          <a:xfrm>
            <a:off x="6217920" y="2441448"/>
            <a:ext cx="5568696" cy="260604"/>
          </a:xfrm>
          <a:prstGeom prst="rect">
            <a:avLst/>
          </a:prstGeom>
          <a:solidFill>
            <a:srgbClr val="FFFFFF"/>
          </a:solidFill>
          <a:ln w="6350">
            <a:solidFill>
              <a:srgbClr val="D3DCE5"/>
            </a:solidFill>
            <a:prstDash val="solid"/>
          </a:ln>
        </p:spPr>
      </p:sp>
      <p:sp>
        <p:nvSpPr>
          <p:cNvPr id="37" name="Text 35"/>
          <p:cNvSpPr txBox="1"/>
          <p:nvPr/>
        </p:nvSpPr>
        <p:spPr>
          <a:xfrm>
            <a:off x="6281928" y="244144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8" name="Shape 36"/>
          <p:cNvSpPr/>
          <p:nvPr/>
        </p:nvSpPr>
        <p:spPr>
          <a:xfrm>
            <a:off x="411480" y="2702052"/>
            <a:ext cx="1051560" cy="260604"/>
          </a:xfrm>
          <a:prstGeom prst="rect">
            <a:avLst/>
          </a:prstGeom>
          <a:solidFill>
            <a:srgbClr val="F7F9FB"/>
          </a:solidFill>
          <a:ln w="6350">
            <a:solidFill>
              <a:srgbClr val="D3DCE5"/>
            </a:solidFill>
            <a:prstDash val="solid"/>
          </a:ln>
        </p:spPr>
      </p:sp>
      <p:sp>
        <p:nvSpPr>
          <p:cNvPr id="39" name="Text 37"/>
          <p:cNvSpPr txBox="1"/>
          <p:nvPr/>
        </p:nvSpPr>
        <p:spPr>
          <a:xfrm>
            <a:off x="475488" y="270205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0" name="Shape 38"/>
          <p:cNvSpPr/>
          <p:nvPr/>
        </p:nvSpPr>
        <p:spPr>
          <a:xfrm>
            <a:off x="1463040" y="2702052"/>
            <a:ext cx="2606040" cy="260604"/>
          </a:xfrm>
          <a:prstGeom prst="rect">
            <a:avLst/>
          </a:prstGeom>
          <a:solidFill>
            <a:srgbClr val="F7F9FB"/>
          </a:solidFill>
          <a:ln w="6350">
            <a:solidFill>
              <a:srgbClr val="D3DCE5"/>
            </a:solidFill>
            <a:prstDash val="solid"/>
          </a:ln>
        </p:spPr>
      </p:sp>
      <p:sp>
        <p:nvSpPr>
          <p:cNvPr id="41" name="Text 39"/>
          <p:cNvSpPr txBox="1"/>
          <p:nvPr/>
        </p:nvSpPr>
        <p:spPr>
          <a:xfrm>
            <a:off x="1527048" y="270205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2" name="Shape 40"/>
          <p:cNvSpPr/>
          <p:nvPr/>
        </p:nvSpPr>
        <p:spPr>
          <a:xfrm>
            <a:off x="4069080" y="2702052"/>
            <a:ext cx="2148840" cy="260604"/>
          </a:xfrm>
          <a:prstGeom prst="rect">
            <a:avLst/>
          </a:prstGeom>
          <a:solidFill>
            <a:srgbClr val="F7F9FB"/>
          </a:solidFill>
          <a:ln w="6350">
            <a:solidFill>
              <a:srgbClr val="D3DCE5"/>
            </a:solidFill>
            <a:prstDash val="solid"/>
          </a:ln>
        </p:spPr>
      </p:sp>
      <p:sp>
        <p:nvSpPr>
          <p:cNvPr id="43" name="Text 41"/>
          <p:cNvSpPr txBox="1"/>
          <p:nvPr/>
        </p:nvSpPr>
        <p:spPr>
          <a:xfrm>
            <a:off x="4133088" y="270205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4" name="Shape 42"/>
          <p:cNvSpPr/>
          <p:nvPr/>
        </p:nvSpPr>
        <p:spPr>
          <a:xfrm>
            <a:off x="6217920" y="2702052"/>
            <a:ext cx="5568696" cy="260604"/>
          </a:xfrm>
          <a:prstGeom prst="rect">
            <a:avLst/>
          </a:prstGeom>
          <a:solidFill>
            <a:srgbClr val="F7F9FB"/>
          </a:solidFill>
          <a:ln w="6350">
            <a:solidFill>
              <a:srgbClr val="D3DCE5"/>
            </a:solidFill>
            <a:prstDash val="solid"/>
          </a:ln>
        </p:spPr>
      </p:sp>
      <p:sp>
        <p:nvSpPr>
          <p:cNvPr id="45" name="Text 43"/>
          <p:cNvSpPr txBox="1"/>
          <p:nvPr/>
        </p:nvSpPr>
        <p:spPr>
          <a:xfrm>
            <a:off x="6281928" y="270205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6" name="Shape 44"/>
          <p:cNvSpPr/>
          <p:nvPr/>
        </p:nvSpPr>
        <p:spPr>
          <a:xfrm>
            <a:off x="411480" y="2962656"/>
            <a:ext cx="1051560" cy="260604"/>
          </a:xfrm>
          <a:prstGeom prst="rect">
            <a:avLst/>
          </a:prstGeom>
          <a:solidFill>
            <a:srgbClr val="FFFFFF"/>
          </a:solidFill>
          <a:ln w="6350">
            <a:solidFill>
              <a:srgbClr val="D3DCE5"/>
            </a:solidFill>
            <a:prstDash val="solid"/>
          </a:ln>
        </p:spPr>
      </p:sp>
      <p:sp>
        <p:nvSpPr>
          <p:cNvPr id="47" name="Text 45"/>
          <p:cNvSpPr txBox="1"/>
          <p:nvPr/>
        </p:nvSpPr>
        <p:spPr>
          <a:xfrm>
            <a:off x="475488" y="29626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8" name="Shape 46"/>
          <p:cNvSpPr/>
          <p:nvPr/>
        </p:nvSpPr>
        <p:spPr>
          <a:xfrm>
            <a:off x="1463040" y="2962656"/>
            <a:ext cx="2606040" cy="260604"/>
          </a:xfrm>
          <a:prstGeom prst="rect">
            <a:avLst/>
          </a:prstGeom>
          <a:solidFill>
            <a:srgbClr val="FFFFFF"/>
          </a:solidFill>
          <a:ln w="6350">
            <a:solidFill>
              <a:srgbClr val="D3DCE5"/>
            </a:solidFill>
            <a:prstDash val="solid"/>
          </a:ln>
        </p:spPr>
      </p:sp>
      <p:sp>
        <p:nvSpPr>
          <p:cNvPr id="49" name="Text 47"/>
          <p:cNvSpPr txBox="1"/>
          <p:nvPr/>
        </p:nvSpPr>
        <p:spPr>
          <a:xfrm>
            <a:off x="1527048" y="29626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0" name="Shape 48"/>
          <p:cNvSpPr/>
          <p:nvPr/>
        </p:nvSpPr>
        <p:spPr>
          <a:xfrm>
            <a:off x="4069080" y="2962656"/>
            <a:ext cx="2148840" cy="260604"/>
          </a:xfrm>
          <a:prstGeom prst="rect">
            <a:avLst/>
          </a:prstGeom>
          <a:solidFill>
            <a:srgbClr val="FFFFFF"/>
          </a:solidFill>
          <a:ln w="6350">
            <a:solidFill>
              <a:srgbClr val="D3DCE5"/>
            </a:solidFill>
            <a:prstDash val="solid"/>
          </a:ln>
        </p:spPr>
      </p:sp>
      <p:sp>
        <p:nvSpPr>
          <p:cNvPr id="51" name="Text 49"/>
          <p:cNvSpPr txBox="1"/>
          <p:nvPr/>
        </p:nvSpPr>
        <p:spPr>
          <a:xfrm>
            <a:off x="4133088" y="29626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2" name="Shape 50"/>
          <p:cNvSpPr/>
          <p:nvPr/>
        </p:nvSpPr>
        <p:spPr>
          <a:xfrm>
            <a:off x="6217920" y="2962656"/>
            <a:ext cx="5568696" cy="260604"/>
          </a:xfrm>
          <a:prstGeom prst="rect">
            <a:avLst/>
          </a:prstGeom>
          <a:solidFill>
            <a:srgbClr val="FFFFFF"/>
          </a:solidFill>
          <a:ln w="6350">
            <a:solidFill>
              <a:srgbClr val="D3DCE5"/>
            </a:solidFill>
            <a:prstDash val="solid"/>
          </a:ln>
        </p:spPr>
      </p:sp>
      <p:sp>
        <p:nvSpPr>
          <p:cNvPr id="53" name="Text 51"/>
          <p:cNvSpPr txBox="1"/>
          <p:nvPr/>
        </p:nvSpPr>
        <p:spPr>
          <a:xfrm>
            <a:off x="6281928" y="29626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4" name="Shape 52"/>
          <p:cNvSpPr/>
          <p:nvPr/>
        </p:nvSpPr>
        <p:spPr>
          <a:xfrm>
            <a:off x="411480" y="3223260"/>
            <a:ext cx="1051560" cy="260604"/>
          </a:xfrm>
          <a:prstGeom prst="rect">
            <a:avLst/>
          </a:prstGeom>
          <a:solidFill>
            <a:srgbClr val="F7F9FB"/>
          </a:solidFill>
          <a:ln w="6350">
            <a:solidFill>
              <a:srgbClr val="D3DCE5"/>
            </a:solidFill>
            <a:prstDash val="solid"/>
          </a:ln>
        </p:spPr>
      </p:sp>
      <p:sp>
        <p:nvSpPr>
          <p:cNvPr id="55" name="Text 53"/>
          <p:cNvSpPr txBox="1"/>
          <p:nvPr/>
        </p:nvSpPr>
        <p:spPr>
          <a:xfrm>
            <a:off x="475488" y="32232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6" name="Shape 54"/>
          <p:cNvSpPr/>
          <p:nvPr/>
        </p:nvSpPr>
        <p:spPr>
          <a:xfrm>
            <a:off x="1463040" y="3223260"/>
            <a:ext cx="2606040" cy="260604"/>
          </a:xfrm>
          <a:prstGeom prst="rect">
            <a:avLst/>
          </a:prstGeom>
          <a:solidFill>
            <a:srgbClr val="F7F9FB"/>
          </a:solidFill>
          <a:ln w="6350">
            <a:solidFill>
              <a:srgbClr val="D3DCE5"/>
            </a:solidFill>
            <a:prstDash val="solid"/>
          </a:ln>
        </p:spPr>
      </p:sp>
      <p:sp>
        <p:nvSpPr>
          <p:cNvPr id="57" name="Text 55"/>
          <p:cNvSpPr txBox="1"/>
          <p:nvPr/>
        </p:nvSpPr>
        <p:spPr>
          <a:xfrm>
            <a:off x="1527048" y="32232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8" name="Shape 56"/>
          <p:cNvSpPr/>
          <p:nvPr/>
        </p:nvSpPr>
        <p:spPr>
          <a:xfrm>
            <a:off x="4069080" y="3223260"/>
            <a:ext cx="2148840" cy="260604"/>
          </a:xfrm>
          <a:prstGeom prst="rect">
            <a:avLst/>
          </a:prstGeom>
          <a:solidFill>
            <a:srgbClr val="F7F9FB"/>
          </a:solidFill>
          <a:ln w="6350">
            <a:solidFill>
              <a:srgbClr val="D3DCE5"/>
            </a:solidFill>
            <a:prstDash val="solid"/>
          </a:ln>
        </p:spPr>
      </p:sp>
      <p:sp>
        <p:nvSpPr>
          <p:cNvPr id="59" name="Text 57"/>
          <p:cNvSpPr txBox="1"/>
          <p:nvPr/>
        </p:nvSpPr>
        <p:spPr>
          <a:xfrm>
            <a:off x="4133088" y="322326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0" name="Shape 58"/>
          <p:cNvSpPr/>
          <p:nvPr/>
        </p:nvSpPr>
        <p:spPr>
          <a:xfrm>
            <a:off x="6217920" y="3223260"/>
            <a:ext cx="5568696" cy="260604"/>
          </a:xfrm>
          <a:prstGeom prst="rect">
            <a:avLst/>
          </a:prstGeom>
          <a:solidFill>
            <a:srgbClr val="F7F9FB"/>
          </a:solidFill>
          <a:ln w="6350">
            <a:solidFill>
              <a:srgbClr val="D3DCE5"/>
            </a:solidFill>
            <a:prstDash val="solid"/>
          </a:ln>
        </p:spPr>
      </p:sp>
      <p:sp>
        <p:nvSpPr>
          <p:cNvPr id="61" name="Text 59"/>
          <p:cNvSpPr txBox="1"/>
          <p:nvPr/>
        </p:nvSpPr>
        <p:spPr>
          <a:xfrm>
            <a:off x="6281928" y="32232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2" name="Shape 60"/>
          <p:cNvSpPr/>
          <p:nvPr/>
        </p:nvSpPr>
        <p:spPr>
          <a:xfrm>
            <a:off x="411480" y="3483864"/>
            <a:ext cx="1051560" cy="260604"/>
          </a:xfrm>
          <a:prstGeom prst="rect">
            <a:avLst/>
          </a:prstGeom>
          <a:solidFill>
            <a:srgbClr val="FFFFFF"/>
          </a:solidFill>
          <a:ln w="6350">
            <a:solidFill>
              <a:srgbClr val="D3DCE5"/>
            </a:solidFill>
            <a:prstDash val="solid"/>
          </a:ln>
        </p:spPr>
      </p:sp>
      <p:sp>
        <p:nvSpPr>
          <p:cNvPr id="63" name="Text 61"/>
          <p:cNvSpPr txBox="1"/>
          <p:nvPr/>
        </p:nvSpPr>
        <p:spPr>
          <a:xfrm>
            <a:off x="475488" y="34838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4" name="Shape 62"/>
          <p:cNvSpPr/>
          <p:nvPr/>
        </p:nvSpPr>
        <p:spPr>
          <a:xfrm>
            <a:off x="1463040" y="3483864"/>
            <a:ext cx="2606040" cy="260604"/>
          </a:xfrm>
          <a:prstGeom prst="rect">
            <a:avLst/>
          </a:prstGeom>
          <a:solidFill>
            <a:srgbClr val="FFFFFF"/>
          </a:solidFill>
          <a:ln w="6350">
            <a:solidFill>
              <a:srgbClr val="D3DCE5"/>
            </a:solidFill>
            <a:prstDash val="solid"/>
          </a:ln>
        </p:spPr>
      </p:sp>
      <p:sp>
        <p:nvSpPr>
          <p:cNvPr id="65" name="Text 63"/>
          <p:cNvSpPr txBox="1"/>
          <p:nvPr/>
        </p:nvSpPr>
        <p:spPr>
          <a:xfrm>
            <a:off x="1527048" y="34838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6" name="Shape 64"/>
          <p:cNvSpPr/>
          <p:nvPr/>
        </p:nvSpPr>
        <p:spPr>
          <a:xfrm>
            <a:off x="4069080" y="3483864"/>
            <a:ext cx="2148840" cy="260604"/>
          </a:xfrm>
          <a:prstGeom prst="rect">
            <a:avLst/>
          </a:prstGeom>
          <a:solidFill>
            <a:srgbClr val="FFFFFF"/>
          </a:solidFill>
          <a:ln w="6350">
            <a:solidFill>
              <a:srgbClr val="D3DCE5"/>
            </a:solidFill>
            <a:prstDash val="solid"/>
          </a:ln>
        </p:spPr>
      </p:sp>
      <p:sp>
        <p:nvSpPr>
          <p:cNvPr id="67" name="Text 65"/>
          <p:cNvSpPr txBox="1"/>
          <p:nvPr/>
        </p:nvSpPr>
        <p:spPr>
          <a:xfrm>
            <a:off x="4133088" y="348386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8" name="Shape 66"/>
          <p:cNvSpPr/>
          <p:nvPr/>
        </p:nvSpPr>
        <p:spPr>
          <a:xfrm>
            <a:off x="6217920" y="3483864"/>
            <a:ext cx="5568696" cy="260604"/>
          </a:xfrm>
          <a:prstGeom prst="rect">
            <a:avLst/>
          </a:prstGeom>
          <a:solidFill>
            <a:srgbClr val="FFFFFF"/>
          </a:solidFill>
          <a:ln w="6350">
            <a:solidFill>
              <a:srgbClr val="D3DCE5"/>
            </a:solidFill>
            <a:prstDash val="solid"/>
          </a:ln>
        </p:spPr>
      </p:sp>
      <p:sp>
        <p:nvSpPr>
          <p:cNvPr id="69" name="Text 67"/>
          <p:cNvSpPr txBox="1"/>
          <p:nvPr/>
        </p:nvSpPr>
        <p:spPr>
          <a:xfrm>
            <a:off x="6281928" y="34838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0" name="Shape 68"/>
          <p:cNvSpPr/>
          <p:nvPr/>
        </p:nvSpPr>
        <p:spPr>
          <a:xfrm>
            <a:off x="411480" y="3744468"/>
            <a:ext cx="1051560" cy="260604"/>
          </a:xfrm>
          <a:prstGeom prst="rect">
            <a:avLst/>
          </a:prstGeom>
          <a:solidFill>
            <a:srgbClr val="F7F9FB"/>
          </a:solidFill>
          <a:ln w="6350">
            <a:solidFill>
              <a:srgbClr val="D3DCE5"/>
            </a:solidFill>
            <a:prstDash val="solid"/>
          </a:ln>
        </p:spPr>
      </p:sp>
      <p:sp>
        <p:nvSpPr>
          <p:cNvPr id="71" name="Text 69"/>
          <p:cNvSpPr txBox="1"/>
          <p:nvPr/>
        </p:nvSpPr>
        <p:spPr>
          <a:xfrm>
            <a:off x="475488" y="37444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2" name="Shape 70"/>
          <p:cNvSpPr/>
          <p:nvPr/>
        </p:nvSpPr>
        <p:spPr>
          <a:xfrm>
            <a:off x="1463040" y="3744468"/>
            <a:ext cx="2606040" cy="260604"/>
          </a:xfrm>
          <a:prstGeom prst="rect">
            <a:avLst/>
          </a:prstGeom>
          <a:solidFill>
            <a:srgbClr val="F7F9FB"/>
          </a:solidFill>
          <a:ln w="6350">
            <a:solidFill>
              <a:srgbClr val="D3DCE5"/>
            </a:solidFill>
            <a:prstDash val="solid"/>
          </a:ln>
        </p:spPr>
      </p:sp>
      <p:sp>
        <p:nvSpPr>
          <p:cNvPr id="73" name="Text 71"/>
          <p:cNvSpPr txBox="1"/>
          <p:nvPr/>
        </p:nvSpPr>
        <p:spPr>
          <a:xfrm>
            <a:off x="1527048" y="37444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4" name="Shape 72"/>
          <p:cNvSpPr/>
          <p:nvPr/>
        </p:nvSpPr>
        <p:spPr>
          <a:xfrm>
            <a:off x="4069080" y="3744468"/>
            <a:ext cx="2148840" cy="260604"/>
          </a:xfrm>
          <a:prstGeom prst="rect">
            <a:avLst/>
          </a:prstGeom>
          <a:solidFill>
            <a:srgbClr val="F7F9FB"/>
          </a:solidFill>
          <a:ln w="6350">
            <a:solidFill>
              <a:srgbClr val="D3DCE5"/>
            </a:solidFill>
            <a:prstDash val="solid"/>
          </a:ln>
        </p:spPr>
      </p:sp>
      <p:sp>
        <p:nvSpPr>
          <p:cNvPr id="75" name="Text 73"/>
          <p:cNvSpPr txBox="1"/>
          <p:nvPr/>
        </p:nvSpPr>
        <p:spPr>
          <a:xfrm>
            <a:off x="4133088" y="3744468"/>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6" name="Shape 74"/>
          <p:cNvSpPr/>
          <p:nvPr/>
        </p:nvSpPr>
        <p:spPr>
          <a:xfrm>
            <a:off x="6217920" y="3744468"/>
            <a:ext cx="5568696" cy="260604"/>
          </a:xfrm>
          <a:prstGeom prst="rect">
            <a:avLst/>
          </a:prstGeom>
          <a:solidFill>
            <a:srgbClr val="F7F9FB"/>
          </a:solidFill>
          <a:ln w="6350">
            <a:solidFill>
              <a:srgbClr val="D3DCE5"/>
            </a:solidFill>
            <a:prstDash val="solid"/>
          </a:ln>
        </p:spPr>
      </p:sp>
      <p:sp>
        <p:nvSpPr>
          <p:cNvPr id="77" name="Text 75"/>
          <p:cNvSpPr txBox="1"/>
          <p:nvPr/>
        </p:nvSpPr>
        <p:spPr>
          <a:xfrm>
            <a:off x="6281928" y="37444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8" name="Shape 76"/>
          <p:cNvSpPr/>
          <p:nvPr/>
        </p:nvSpPr>
        <p:spPr>
          <a:xfrm>
            <a:off x="411480" y="4005072"/>
            <a:ext cx="1051560" cy="260604"/>
          </a:xfrm>
          <a:prstGeom prst="rect">
            <a:avLst/>
          </a:prstGeom>
          <a:solidFill>
            <a:srgbClr val="FFFFFF"/>
          </a:solidFill>
          <a:ln w="6350">
            <a:solidFill>
              <a:srgbClr val="D3DCE5"/>
            </a:solidFill>
            <a:prstDash val="solid"/>
          </a:ln>
        </p:spPr>
      </p:sp>
      <p:sp>
        <p:nvSpPr>
          <p:cNvPr id="79" name="Text 77"/>
          <p:cNvSpPr txBox="1"/>
          <p:nvPr/>
        </p:nvSpPr>
        <p:spPr>
          <a:xfrm>
            <a:off x="475488" y="40050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0" name="Shape 78"/>
          <p:cNvSpPr/>
          <p:nvPr/>
        </p:nvSpPr>
        <p:spPr>
          <a:xfrm>
            <a:off x="1463040" y="4005072"/>
            <a:ext cx="2606040" cy="260604"/>
          </a:xfrm>
          <a:prstGeom prst="rect">
            <a:avLst/>
          </a:prstGeom>
          <a:solidFill>
            <a:srgbClr val="FFFFFF"/>
          </a:solidFill>
          <a:ln w="6350">
            <a:solidFill>
              <a:srgbClr val="D3DCE5"/>
            </a:solidFill>
            <a:prstDash val="solid"/>
          </a:ln>
        </p:spPr>
      </p:sp>
      <p:sp>
        <p:nvSpPr>
          <p:cNvPr id="81" name="Text 79"/>
          <p:cNvSpPr txBox="1"/>
          <p:nvPr/>
        </p:nvSpPr>
        <p:spPr>
          <a:xfrm>
            <a:off x="1527048" y="40050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2" name="Shape 80"/>
          <p:cNvSpPr/>
          <p:nvPr/>
        </p:nvSpPr>
        <p:spPr>
          <a:xfrm>
            <a:off x="4069080" y="4005072"/>
            <a:ext cx="2148840" cy="260604"/>
          </a:xfrm>
          <a:prstGeom prst="rect">
            <a:avLst/>
          </a:prstGeom>
          <a:solidFill>
            <a:srgbClr val="FFFFFF"/>
          </a:solidFill>
          <a:ln w="6350">
            <a:solidFill>
              <a:srgbClr val="D3DCE5"/>
            </a:solidFill>
            <a:prstDash val="solid"/>
          </a:ln>
        </p:spPr>
      </p:sp>
      <p:sp>
        <p:nvSpPr>
          <p:cNvPr id="83" name="Text 81"/>
          <p:cNvSpPr txBox="1"/>
          <p:nvPr/>
        </p:nvSpPr>
        <p:spPr>
          <a:xfrm>
            <a:off x="4133088" y="4005072"/>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4" name="Shape 82"/>
          <p:cNvSpPr/>
          <p:nvPr/>
        </p:nvSpPr>
        <p:spPr>
          <a:xfrm>
            <a:off x="6217920" y="4005072"/>
            <a:ext cx="5568696" cy="260604"/>
          </a:xfrm>
          <a:prstGeom prst="rect">
            <a:avLst/>
          </a:prstGeom>
          <a:solidFill>
            <a:srgbClr val="FFFFFF"/>
          </a:solidFill>
          <a:ln w="6350">
            <a:solidFill>
              <a:srgbClr val="D3DCE5"/>
            </a:solidFill>
            <a:prstDash val="solid"/>
          </a:ln>
        </p:spPr>
      </p:sp>
      <p:sp>
        <p:nvSpPr>
          <p:cNvPr id="85" name="Text 83"/>
          <p:cNvSpPr txBox="1"/>
          <p:nvPr/>
        </p:nvSpPr>
        <p:spPr>
          <a:xfrm>
            <a:off x="6281928" y="40050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6" name="Shape 84"/>
          <p:cNvSpPr/>
          <p:nvPr/>
        </p:nvSpPr>
        <p:spPr>
          <a:xfrm>
            <a:off x="411480" y="4265676"/>
            <a:ext cx="1051560" cy="260604"/>
          </a:xfrm>
          <a:prstGeom prst="rect">
            <a:avLst/>
          </a:prstGeom>
          <a:solidFill>
            <a:srgbClr val="F7F9FB"/>
          </a:solidFill>
          <a:ln w="6350">
            <a:solidFill>
              <a:srgbClr val="D3DCE5"/>
            </a:solidFill>
            <a:prstDash val="solid"/>
          </a:ln>
        </p:spPr>
      </p:sp>
      <p:sp>
        <p:nvSpPr>
          <p:cNvPr id="87" name="Text 85"/>
          <p:cNvSpPr txBox="1"/>
          <p:nvPr/>
        </p:nvSpPr>
        <p:spPr>
          <a:xfrm>
            <a:off x="475488" y="42656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8" name="Shape 86"/>
          <p:cNvSpPr/>
          <p:nvPr/>
        </p:nvSpPr>
        <p:spPr>
          <a:xfrm>
            <a:off x="1463040" y="4265676"/>
            <a:ext cx="2606040" cy="260604"/>
          </a:xfrm>
          <a:prstGeom prst="rect">
            <a:avLst/>
          </a:prstGeom>
          <a:solidFill>
            <a:srgbClr val="F7F9FB"/>
          </a:solidFill>
          <a:ln w="6350">
            <a:solidFill>
              <a:srgbClr val="D3DCE5"/>
            </a:solidFill>
            <a:prstDash val="solid"/>
          </a:ln>
        </p:spPr>
      </p:sp>
      <p:sp>
        <p:nvSpPr>
          <p:cNvPr id="89" name="Text 87"/>
          <p:cNvSpPr txBox="1"/>
          <p:nvPr/>
        </p:nvSpPr>
        <p:spPr>
          <a:xfrm>
            <a:off x="1527048" y="42656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0" name="Shape 88"/>
          <p:cNvSpPr/>
          <p:nvPr/>
        </p:nvSpPr>
        <p:spPr>
          <a:xfrm>
            <a:off x="4069080" y="4265676"/>
            <a:ext cx="2148840" cy="260604"/>
          </a:xfrm>
          <a:prstGeom prst="rect">
            <a:avLst/>
          </a:prstGeom>
          <a:solidFill>
            <a:srgbClr val="F7F9FB"/>
          </a:solidFill>
          <a:ln w="6350">
            <a:solidFill>
              <a:srgbClr val="D3DCE5"/>
            </a:solidFill>
            <a:prstDash val="solid"/>
          </a:ln>
        </p:spPr>
      </p:sp>
      <p:sp>
        <p:nvSpPr>
          <p:cNvPr id="91" name="Text 89"/>
          <p:cNvSpPr txBox="1"/>
          <p:nvPr/>
        </p:nvSpPr>
        <p:spPr>
          <a:xfrm>
            <a:off x="4133088" y="4265676"/>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2" name="Shape 90"/>
          <p:cNvSpPr/>
          <p:nvPr/>
        </p:nvSpPr>
        <p:spPr>
          <a:xfrm>
            <a:off x="6217920" y="4265676"/>
            <a:ext cx="5568696" cy="260604"/>
          </a:xfrm>
          <a:prstGeom prst="rect">
            <a:avLst/>
          </a:prstGeom>
          <a:solidFill>
            <a:srgbClr val="F7F9FB"/>
          </a:solidFill>
          <a:ln w="6350">
            <a:solidFill>
              <a:srgbClr val="D3DCE5"/>
            </a:solidFill>
            <a:prstDash val="solid"/>
          </a:ln>
        </p:spPr>
      </p:sp>
      <p:sp>
        <p:nvSpPr>
          <p:cNvPr id="93" name="Text 91"/>
          <p:cNvSpPr txBox="1"/>
          <p:nvPr/>
        </p:nvSpPr>
        <p:spPr>
          <a:xfrm>
            <a:off x="6281928" y="42656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4" name="Shape 92"/>
          <p:cNvSpPr/>
          <p:nvPr/>
        </p:nvSpPr>
        <p:spPr>
          <a:xfrm>
            <a:off x="411480" y="4526280"/>
            <a:ext cx="1051560" cy="260604"/>
          </a:xfrm>
          <a:prstGeom prst="rect">
            <a:avLst/>
          </a:prstGeom>
          <a:solidFill>
            <a:srgbClr val="FFFFFF"/>
          </a:solidFill>
          <a:ln w="6350">
            <a:solidFill>
              <a:srgbClr val="D3DCE5"/>
            </a:solidFill>
            <a:prstDash val="solid"/>
          </a:ln>
        </p:spPr>
      </p:sp>
      <p:sp>
        <p:nvSpPr>
          <p:cNvPr id="95" name="Text 93"/>
          <p:cNvSpPr txBox="1"/>
          <p:nvPr/>
        </p:nvSpPr>
        <p:spPr>
          <a:xfrm>
            <a:off x="475488" y="45262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6" name="Shape 94"/>
          <p:cNvSpPr/>
          <p:nvPr/>
        </p:nvSpPr>
        <p:spPr>
          <a:xfrm>
            <a:off x="1463040" y="4526280"/>
            <a:ext cx="2606040" cy="260604"/>
          </a:xfrm>
          <a:prstGeom prst="rect">
            <a:avLst/>
          </a:prstGeom>
          <a:solidFill>
            <a:srgbClr val="FFFFFF"/>
          </a:solidFill>
          <a:ln w="6350">
            <a:solidFill>
              <a:srgbClr val="D3DCE5"/>
            </a:solidFill>
            <a:prstDash val="solid"/>
          </a:ln>
        </p:spPr>
      </p:sp>
      <p:sp>
        <p:nvSpPr>
          <p:cNvPr id="97" name="Text 95"/>
          <p:cNvSpPr txBox="1"/>
          <p:nvPr/>
        </p:nvSpPr>
        <p:spPr>
          <a:xfrm>
            <a:off x="1527048" y="45262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8" name="Shape 96"/>
          <p:cNvSpPr/>
          <p:nvPr/>
        </p:nvSpPr>
        <p:spPr>
          <a:xfrm>
            <a:off x="4069080" y="4526280"/>
            <a:ext cx="2148840" cy="260604"/>
          </a:xfrm>
          <a:prstGeom prst="rect">
            <a:avLst/>
          </a:prstGeom>
          <a:solidFill>
            <a:srgbClr val="FFFFFF"/>
          </a:solidFill>
          <a:ln w="6350">
            <a:solidFill>
              <a:srgbClr val="D3DCE5"/>
            </a:solidFill>
            <a:prstDash val="solid"/>
          </a:ln>
        </p:spPr>
      </p:sp>
      <p:sp>
        <p:nvSpPr>
          <p:cNvPr id="99" name="Text 97"/>
          <p:cNvSpPr txBox="1"/>
          <p:nvPr/>
        </p:nvSpPr>
        <p:spPr>
          <a:xfrm>
            <a:off x="4133088" y="4526280"/>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0" name="Shape 98"/>
          <p:cNvSpPr/>
          <p:nvPr/>
        </p:nvSpPr>
        <p:spPr>
          <a:xfrm>
            <a:off x="6217920" y="4526280"/>
            <a:ext cx="5568696" cy="260604"/>
          </a:xfrm>
          <a:prstGeom prst="rect">
            <a:avLst/>
          </a:prstGeom>
          <a:solidFill>
            <a:srgbClr val="FFFFFF"/>
          </a:solidFill>
          <a:ln w="6350">
            <a:solidFill>
              <a:srgbClr val="D3DCE5"/>
            </a:solidFill>
            <a:prstDash val="solid"/>
          </a:ln>
        </p:spPr>
      </p:sp>
      <p:sp>
        <p:nvSpPr>
          <p:cNvPr id="101" name="Text 99"/>
          <p:cNvSpPr txBox="1"/>
          <p:nvPr/>
        </p:nvSpPr>
        <p:spPr>
          <a:xfrm>
            <a:off x="6281928" y="45262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2" name="Shape 100"/>
          <p:cNvSpPr/>
          <p:nvPr/>
        </p:nvSpPr>
        <p:spPr>
          <a:xfrm>
            <a:off x="411480" y="4786884"/>
            <a:ext cx="1051560" cy="260604"/>
          </a:xfrm>
          <a:prstGeom prst="rect">
            <a:avLst/>
          </a:prstGeom>
          <a:solidFill>
            <a:srgbClr val="F7F9FB"/>
          </a:solidFill>
          <a:ln w="6350">
            <a:solidFill>
              <a:srgbClr val="D3DCE5"/>
            </a:solidFill>
            <a:prstDash val="solid"/>
          </a:ln>
        </p:spPr>
      </p:sp>
      <p:sp>
        <p:nvSpPr>
          <p:cNvPr id="103" name="Text 101"/>
          <p:cNvSpPr txBox="1"/>
          <p:nvPr/>
        </p:nvSpPr>
        <p:spPr>
          <a:xfrm>
            <a:off x="475488" y="47868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4" name="Shape 102"/>
          <p:cNvSpPr/>
          <p:nvPr/>
        </p:nvSpPr>
        <p:spPr>
          <a:xfrm>
            <a:off x="1463040" y="4786884"/>
            <a:ext cx="2606040" cy="260604"/>
          </a:xfrm>
          <a:prstGeom prst="rect">
            <a:avLst/>
          </a:prstGeom>
          <a:solidFill>
            <a:srgbClr val="F7F9FB"/>
          </a:solidFill>
          <a:ln w="6350">
            <a:solidFill>
              <a:srgbClr val="D3DCE5"/>
            </a:solidFill>
            <a:prstDash val="solid"/>
          </a:ln>
        </p:spPr>
      </p:sp>
      <p:sp>
        <p:nvSpPr>
          <p:cNvPr id="105" name="Text 103"/>
          <p:cNvSpPr txBox="1"/>
          <p:nvPr/>
        </p:nvSpPr>
        <p:spPr>
          <a:xfrm>
            <a:off x="1527048" y="47868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6" name="Shape 104"/>
          <p:cNvSpPr/>
          <p:nvPr/>
        </p:nvSpPr>
        <p:spPr>
          <a:xfrm>
            <a:off x="4069080" y="4786884"/>
            <a:ext cx="2148840" cy="260604"/>
          </a:xfrm>
          <a:prstGeom prst="rect">
            <a:avLst/>
          </a:prstGeom>
          <a:solidFill>
            <a:srgbClr val="F7F9FB"/>
          </a:solidFill>
          <a:ln w="6350">
            <a:solidFill>
              <a:srgbClr val="D3DCE5"/>
            </a:solidFill>
            <a:prstDash val="solid"/>
          </a:ln>
        </p:spPr>
      </p:sp>
      <p:sp>
        <p:nvSpPr>
          <p:cNvPr id="107" name="Text 105"/>
          <p:cNvSpPr txBox="1"/>
          <p:nvPr/>
        </p:nvSpPr>
        <p:spPr>
          <a:xfrm>
            <a:off x="4133088" y="47868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8" name="Shape 106"/>
          <p:cNvSpPr/>
          <p:nvPr/>
        </p:nvSpPr>
        <p:spPr>
          <a:xfrm>
            <a:off x="6217920" y="4786884"/>
            <a:ext cx="5568696" cy="260604"/>
          </a:xfrm>
          <a:prstGeom prst="rect">
            <a:avLst/>
          </a:prstGeom>
          <a:solidFill>
            <a:srgbClr val="F7F9FB"/>
          </a:solidFill>
          <a:ln w="6350">
            <a:solidFill>
              <a:srgbClr val="D3DCE5"/>
            </a:solidFill>
            <a:prstDash val="solid"/>
          </a:ln>
        </p:spPr>
      </p:sp>
      <p:sp>
        <p:nvSpPr>
          <p:cNvPr id="109" name="Text 107"/>
          <p:cNvSpPr txBox="1"/>
          <p:nvPr/>
        </p:nvSpPr>
        <p:spPr>
          <a:xfrm>
            <a:off x="6281928" y="47868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0" name="Shape 108"/>
          <p:cNvSpPr/>
          <p:nvPr/>
        </p:nvSpPr>
        <p:spPr>
          <a:xfrm>
            <a:off x="411480" y="5148072"/>
            <a:ext cx="11375136" cy="1078992"/>
          </a:xfrm>
          <a:prstGeom prst="rect">
            <a:avLst/>
          </a:prstGeom>
          <a:solidFill>
            <a:srgbClr val="EEF2F6"/>
          </a:solidFill>
          <a:ln w="9525">
            <a:solidFill>
              <a:srgbClr val="D3DCE5"/>
            </a:solidFill>
            <a:prstDash val="solid"/>
          </a:ln>
        </p:spPr>
      </p:sp>
      <p:sp>
        <p:nvSpPr>
          <p:cNvPr id="111" name="Text 109"/>
          <p:cNvSpPr txBox="1"/>
          <p:nvPr/>
        </p:nvSpPr>
        <p:spPr>
          <a:xfrm>
            <a:off x="576072" y="52760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2" name="Text 110"/>
          <p:cNvSpPr txBox="1"/>
          <p:nvPr/>
        </p:nvSpPr>
        <p:spPr>
          <a:xfrm>
            <a:off x="576072" y="5605272"/>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the honest place for it to sit.</a:t>
            </a:r>
            <a:endParaRPr lang="en-US" sz="940" dirty="0"/>
          </a:p>
        </p:txBody>
      </p:sp>
      <p:sp>
        <p:nvSpPr>
          <p:cNvPr id="113" name="Text 11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50" dirty="0"/>
          </a:p>
        </p:txBody>
      </p:sp>
      <p:sp>
        <p:nvSpPr>
          <p:cNvPr id="114" name="Text 11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Substitution and recycling: the two ways this thesis dies slowly</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Neither is material inside our forecast window, but both are real, and a lithium bull who ignores them is not being serious.</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8" name="Shape 6"/>
          <p:cNvSpPr/>
          <p:nvPr/>
        </p:nvSpPr>
        <p:spPr>
          <a:xfrm>
            <a:off x="2743200" y="1627632"/>
            <a:ext cx="3977640" cy="292608"/>
          </a:xfrm>
          <a:prstGeom prst="rect">
            <a:avLst/>
          </a:prstGeom>
          <a:solidFill>
            <a:srgbClr val="10233A"/>
          </a:solidFill>
          <a:ln/>
        </p:spPr>
      </p:sp>
      <p:sp>
        <p:nvSpPr>
          <p:cNvPr id="9" name="Text 7"/>
          <p:cNvSpPr txBox="1"/>
          <p:nvPr/>
        </p:nvSpPr>
        <p:spPr>
          <a:xfrm>
            <a:off x="280720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0" name="Shape 8"/>
          <p:cNvSpPr/>
          <p:nvPr/>
        </p:nvSpPr>
        <p:spPr>
          <a:xfrm>
            <a:off x="6720840" y="1627632"/>
            <a:ext cx="1965960" cy="292608"/>
          </a:xfrm>
          <a:prstGeom prst="rect">
            <a:avLst/>
          </a:prstGeom>
          <a:solidFill>
            <a:srgbClr val="10233A"/>
          </a:solidFill>
          <a:ln/>
        </p:spPr>
      </p:sp>
      <p:sp>
        <p:nvSpPr>
          <p:cNvPr id="11" name="Text 9"/>
          <p:cNvSpPr txBox="1"/>
          <p:nvPr/>
        </p:nvSpPr>
        <p:spPr>
          <a:xfrm>
            <a:off x="6784848" y="1627632"/>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4" name="Shape 12"/>
          <p:cNvSpPr/>
          <p:nvPr/>
        </p:nvSpPr>
        <p:spPr>
          <a:xfrm>
            <a:off x="411480" y="1920240"/>
            <a:ext cx="2331720" cy="566928"/>
          </a:xfrm>
          <a:prstGeom prst="rect">
            <a:avLst/>
          </a:prstGeom>
          <a:solidFill>
            <a:srgbClr val="FBEBD9"/>
          </a:solidFill>
          <a:ln w="6350">
            <a:solidFill>
              <a:srgbClr val="D3DCE5"/>
            </a:solidFill>
            <a:prstDash val="solid"/>
          </a:ln>
        </p:spPr>
      </p:sp>
      <p:sp>
        <p:nvSpPr>
          <p:cNvPr id="15" name="Text 13"/>
          <p:cNvSpPr txBox="1"/>
          <p:nvPr/>
        </p:nvSpPr>
        <p:spPr>
          <a:xfrm>
            <a:off x="475488" y="19202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6" name="Shape 14"/>
          <p:cNvSpPr/>
          <p:nvPr/>
        </p:nvSpPr>
        <p:spPr>
          <a:xfrm>
            <a:off x="2743200" y="1920240"/>
            <a:ext cx="3977640" cy="566928"/>
          </a:xfrm>
          <a:prstGeom prst="rect">
            <a:avLst/>
          </a:prstGeom>
          <a:solidFill>
            <a:srgbClr val="FBEBD9"/>
          </a:solidFill>
          <a:ln w="6350">
            <a:solidFill>
              <a:srgbClr val="D3DCE5"/>
            </a:solidFill>
            <a:prstDash val="solid"/>
          </a:ln>
        </p:spPr>
      </p:sp>
      <p:sp>
        <p:nvSpPr>
          <p:cNvPr id="17" name="Text 15"/>
          <p:cNvSpPr txBox="1"/>
          <p:nvPr/>
        </p:nvSpPr>
        <p:spPr>
          <a:xfrm>
            <a:off x="2807208" y="19202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8" name="Shape 16"/>
          <p:cNvSpPr/>
          <p:nvPr/>
        </p:nvSpPr>
        <p:spPr>
          <a:xfrm>
            <a:off x="6720840" y="1920240"/>
            <a:ext cx="1965960" cy="566928"/>
          </a:xfrm>
          <a:prstGeom prst="rect">
            <a:avLst/>
          </a:prstGeom>
          <a:solidFill>
            <a:srgbClr val="FBEBD9"/>
          </a:solidFill>
          <a:ln w="6350">
            <a:solidFill>
              <a:srgbClr val="D3DCE5"/>
            </a:solidFill>
            <a:prstDash val="solid"/>
          </a:ln>
        </p:spPr>
      </p:sp>
      <p:sp>
        <p:nvSpPr>
          <p:cNvPr id="19" name="Text 17"/>
          <p:cNvSpPr txBox="1"/>
          <p:nvPr/>
        </p:nvSpPr>
        <p:spPr>
          <a:xfrm>
            <a:off x="6784848" y="1920240"/>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0" name="Shape 18"/>
          <p:cNvSpPr/>
          <p:nvPr/>
        </p:nvSpPr>
        <p:spPr>
          <a:xfrm>
            <a:off x="8686800" y="1920240"/>
            <a:ext cx="3099816" cy="566928"/>
          </a:xfrm>
          <a:prstGeom prst="rect">
            <a:avLst/>
          </a:prstGeom>
          <a:solidFill>
            <a:srgbClr val="FBEBD9"/>
          </a:solidFill>
          <a:ln w="6350">
            <a:solidFill>
              <a:srgbClr val="D3DCE5"/>
            </a:solidFill>
            <a:prstDash val="solid"/>
          </a:ln>
        </p:spPr>
      </p:sp>
      <p:sp>
        <p:nvSpPr>
          <p:cNvPr id="21" name="Text 19"/>
          <p:cNvSpPr txBox="1"/>
          <p:nvPr/>
        </p:nvSpPr>
        <p:spPr>
          <a:xfrm>
            <a:off x="8750808" y="19202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2" name="Shape 20"/>
          <p:cNvSpPr/>
          <p:nvPr/>
        </p:nvSpPr>
        <p:spPr>
          <a:xfrm>
            <a:off x="411480" y="2487168"/>
            <a:ext cx="2331720" cy="566928"/>
          </a:xfrm>
          <a:prstGeom prst="rect">
            <a:avLst/>
          </a:prstGeom>
          <a:solidFill>
            <a:srgbClr val="F7F9FB"/>
          </a:solidFill>
          <a:ln w="6350">
            <a:solidFill>
              <a:srgbClr val="D3DCE5"/>
            </a:solidFill>
            <a:prstDash val="solid"/>
          </a:ln>
        </p:spPr>
      </p:sp>
      <p:sp>
        <p:nvSpPr>
          <p:cNvPr id="23" name="Text 21"/>
          <p:cNvSpPr txBox="1"/>
          <p:nvPr/>
        </p:nvSpPr>
        <p:spPr>
          <a:xfrm>
            <a:off x="475488" y="24871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4" name="Shape 22"/>
          <p:cNvSpPr/>
          <p:nvPr/>
        </p:nvSpPr>
        <p:spPr>
          <a:xfrm>
            <a:off x="2743200" y="2487168"/>
            <a:ext cx="3977640" cy="566928"/>
          </a:xfrm>
          <a:prstGeom prst="rect">
            <a:avLst/>
          </a:prstGeom>
          <a:solidFill>
            <a:srgbClr val="F7F9FB"/>
          </a:solidFill>
          <a:ln w="6350">
            <a:solidFill>
              <a:srgbClr val="D3DCE5"/>
            </a:solidFill>
            <a:prstDash val="solid"/>
          </a:ln>
        </p:spPr>
      </p:sp>
      <p:sp>
        <p:nvSpPr>
          <p:cNvPr id="25" name="Text 23"/>
          <p:cNvSpPr txBox="1"/>
          <p:nvPr/>
        </p:nvSpPr>
        <p:spPr>
          <a:xfrm>
            <a:off x="2807208" y="24871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6" name="Shape 24"/>
          <p:cNvSpPr/>
          <p:nvPr/>
        </p:nvSpPr>
        <p:spPr>
          <a:xfrm>
            <a:off x="6720840" y="2487168"/>
            <a:ext cx="1965960" cy="566928"/>
          </a:xfrm>
          <a:prstGeom prst="rect">
            <a:avLst/>
          </a:prstGeom>
          <a:solidFill>
            <a:srgbClr val="F7F9FB"/>
          </a:solidFill>
          <a:ln w="6350">
            <a:solidFill>
              <a:srgbClr val="D3DCE5"/>
            </a:solidFill>
            <a:prstDash val="solid"/>
          </a:ln>
        </p:spPr>
      </p:sp>
      <p:sp>
        <p:nvSpPr>
          <p:cNvPr id="27" name="Text 25"/>
          <p:cNvSpPr txBox="1"/>
          <p:nvPr/>
        </p:nvSpPr>
        <p:spPr>
          <a:xfrm>
            <a:off x="6784848" y="24871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8" name="Shape 26"/>
          <p:cNvSpPr/>
          <p:nvPr/>
        </p:nvSpPr>
        <p:spPr>
          <a:xfrm>
            <a:off x="8686800" y="2487168"/>
            <a:ext cx="3099816" cy="566928"/>
          </a:xfrm>
          <a:prstGeom prst="rect">
            <a:avLst/>
          </a:prstGeom>
          <a:solidFill>
            <a:srgbClr val="F7F9FB"/>
          </a:solidFill>
          <a:ln w="6350">
            <a:solidFill>
              <a:srgbClr val="D3DCE5"/>
            </a:solidFill>
            <a:prstDash val="solid"/>
          </a:ln>
        </p:spPr>
      </p:sp>
      <p:sp>
        <p:nvSpPr>
          <p:cNvPr id="29" name="Text 27"/>
          <p:cNvSpPr txBox="1"/>
          <p:nvPr/>
        </p:nvSpPr>
        <p:spPr>
          <a:xfrm>
            <a:off x="8750808" y="24871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0" name="Shape 28"/>
          <p:cNvSpPr/>
          <p:nvPr/>
        </p:nvSpPr>
        <p:spPr>
          <a:xfrm>
            <a:off x="411480" y="3054096"/>
            <a:ext cx="2331720" cy="566928"/>
          </a:xfrm>
          <a:prstGeom prst="rect">
            <a:avLst/>
          </a:prstGeom>
          <a:solidFill>
            <a:srgbClr val="FFFFFF"/>
          </a:solidFill>
          <a:ln w="6350">
            <a:solidFill>
              <a:srgbClr val="D3DCE5"/>
            </a:solidFill>
            <a:prstDash val="solid"/>
          </a:ln>
        </p:spPr>
      </p:sp>
      <p:sp>
        <p:nvSpPr>
          <p:cNvPr id="31" name="Text 29"/>
          <p:cNvSpPr txBox="1"/>
          <p:nvPr/>
        </p:nvSpPr>
        <p:spPr>
          <a:xfrm>
            <a:off x="475488" y="305409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2" name="Shape 30"/>
          <p:cNvSpPr/>
          <p:nvPr/>
        </p:nvSpPr>
        <p:spPr>
          <a:xfrm>
            <a:off x="2743200" y="3054096"/>
            <a:ext cx="3977640" cy="566928"/>
          </a:xfrm>
          <a:prstGeom prst="rect">
            <a:avLst/>
          </a:prstGeom>
          <a:solidFill>
            <a:srgbClr val="FFFFFF"/>
          </a:solidFill>
          <a:ln w="6350">
            <a:solidFill>
              <a:srgbClr val="D3DCE5"/>
            </a:solidFill>
            <a:prstDash val="solid"/>
          </a:ln>
        </p:spPr>
      </p:sp>
      <p:sp>
        <p:nvSpPr>
          <p:cNvPr id="33" name="Text 31"/>
          <p:cNvSpPr txBox="1"/>
          <p:nvPr/>
        </p:nvSpPr>
        <p:spPr>
          <a:xfrm>
            <a:off x="2807208" y="305409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4" name="Shape 32"/>
          <p:cNvSpPr/>
          <p:nvPr/>
        </p:nvSpPr>
        <p:spPr>
          <a:xfrm>
            <a:off x="6720840" y="3054096"/>
            <a:ext cx="1965960" cy="566928"/>
          </a:xfrm>
          <a:prstGeom prst="rect">
            <a:avLst/>
          </a:prstGeom>
          <a:solidFill>
            <a:srgbClr val="FFFFFF"/>
          </a:solidFill>
          <a:ln w="6350">
            <a:solidFill>
              <a:srgbClr val="D3DCE5"/>
            </a:solidFill>
            <a:prstDash val="solid"/>
          </a:ln>
        </p:spPr>
      </p:sp>
      <p:sp>
        <p:nvSpPr>
          <p:cNvPr id="35" name="Text 33"/>
          <p:cNvSpPr txBox="1"/>
          <p:nvPr/>
        </p:nvSpPr>
        <p:spPr>
          <a:xfrm>
            <a:off x="6784848" y="3054096"/>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6" name="Shape 34"/>
          <p:cNvSpPr/>
          <p:nvPr/>
        </p:nvSpPr>
        <p:spPr>
          <a:xfrm>
            <a:off x="8686800" y="3054096"/>
            <a:ext cx="3099816" cy="566928"/>
          </a:xfrm>
          <a:prstGeom prst="rect">
            <a:avLst/>
          </a:prstGeom>
          <a:solidFill>
            <a:srgbClr val="FFFFFF"/>
          </a:solidFill>
          <a:ln w="6350">
            <a:solidFill>
              <a:srgbClr val="D3DCE5"/>
            </a:solidFill>
            <a:prstDash val="solid"/>
          </a:ln>
        </p:spPr>
      </p:sp>
      <p:sp>
        <p:nvSpPr>
          <p:cNvPr id="37" name="Text 35"/>
          <p:cNvSpPr txBox="1"/>
          <p:nvPr/>
        </p:nvSpPr>
        <p:spPr>
          <a:xfrm>
            <a:off x="8750808" y="305409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8" name="Shape 36"/>
          <p:cNvSpPr/>
          <p:nvPr/>
        </p:nvSpPr>
        <p:spPr>
          <a:xfrm>
            <a:off x="411480" y="3621024"/>
            <a:ext cx="2331720" cy="566928"/>
          </a:xfrm>
          <a:prstGeom prst="rect">
            <a:avLst/>
          </a:prstGeom>
          <a:solidFill>
            <a:srgbClr val="D6EBE7"/>
          </a:solidFill>
          <a:ln w="6350">
            <a:solidFill>
              <a:srgbClr val="D3DCE5"/>
            </a:solidFill>
            <a:prstDash val="solid"/>
          </a:ln>
        </p:spPr>
      </p:sp>
      <p:sp>
        <p:nvSpPr>
          <p:cNvPr id="39" name="Text 37"/>
          <p:cNvSpPr txBox="1"/>
          <p:nvPr/>
        </p:nvSpPr>
        <p:spPr>
          <a:xfrm>
            <a:off x="475488" y="362102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0" name="Shape 38"/>
          <p:cNvSpPr/>
          <p:nvPr/>
        </p:nvSpPr>
        <p:spPr>
          <a:xfrm>
            <a:off x="2743200" y="3621024"/>
            <a:ext cx="3977640" cy="566928"/>
          </a:xfrm>
          <a:prstGeom prst="rect">
            <a:avLst/>
          </a:prstGeom>
          <a:solidFill>
            <a:srgbClr val="D6EBE7"/>
          </a:solidFill>
          <a:ln w="6350">
            <a:solidFill>
              <a:srgbClr val="D3DCE5"/>
            </a:solidFill>
            <a:prstDash val="solid"/>
          </a:ln>
        </p:spPr>
      </p:sp>
      <p:sp>
        <p:nvSpPr>
          <p:cNvPr id="41" name="Text 39"/>
          <p:cNvSpPr txBox="1"/>
          <p:nvPr/>
        </p:nvSpPr>
        <p:spPr>
          <a:xfrm>
            <a:off x="2807208" y="362102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2" name="Shape 40"/>
          <p:cNvSpPr/>
          <p:nvPr/>
        </p:nvSpPr>
        <p:spPr>
          <a:xfrm>
            <a:off x="6720840" y="3621024"/>
            <a:ext cx="1965960" cy="566928"/>
          </a:xfrm>
          <a:prstGeom prst="rect">
            <a:avLst/>
          </a:prstGeom>
          <a:solidFill>
            <a:srgbClr val="D6EBE7"/>
          </a:solidFill>
          <a:ln w="6350">
            <a:solidFill>
              <a:srgbClr val="D3DCE5"/>
            </a:solidFill>
            <a:prstDash val="solid"/>
          </a:ln>
        </p:spPr>
      </p:sp>
      <p:sp>
        <p:nvSpPr>
          <p:cNvPr id="43" name="Text 41"/>
          <p:cNvSpPr txBox="1"/>
          <p:nvPr/>
        </p:nvSpPr>
        <p:spPr>
          <a:xfrm>
            <a:off x="6784848" y="3621024"/>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4" name="Shape 42"/>
          <p:cNvSpPr/>
          <p:nvPr/>
        </p:nvSpPr>
        <p:spPr>
          <a:xfrm>
            <a:off x="8686800" y="3621024"/>
            <a:ext cx="3099816" cy="566928"/>
          </a:xfrm>
          <a:prstGeom prst="rect">
            <a:avLst/>
          </a:prstGeom>
          <a:solidFill>
            <a:srgbClr val="D6EBE7"/>
          </a:solidFill>
          <a:ln w="6350">
            <a:solidFill>
              <a:srgbClr val="D3DCE5"/>
            </a:solidFill>
            <a:prstDash val="solid"/>
          </a:ln>
        </p:spPr>
      </p:sp>
      <p:sp>
        <p:nvSpPr>
          <p:cNvPr id="45" name="Text 43"/>
          <p:cNvSpPr txBox="1"/>
          <p:nvPr/>
        </p:nvSpPr>
        <p:spPr>
          <a:xfrm>
            <a:off x="8750808" y="362102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6" name="Shape 44"/>
          <p:cNvSpPr/>
          <p:nvPr/>
        </p:nvSpPr>
        <p:spPr>
          <a:xfrm>
            <a:off x="411480" y="4187952"/>
            <a:ext cx="2331720" cy="566928"/>
          </a:xfrm>
          <a:prstGeom prst="rect">
            <a:avLst/>
          </a:prstGeom>
          <a:solidFill>
            <a:srgbClr val="FFFFFF"/>
          </a:solidFill>
          <a:ln w="6350">
            <a:solidFill>
              <a:srgbClr val="D3DCE5"/>
            </a:solidFill>
            <a:prstDash val="solid"/>
          </a:ln>
        </p:spPr>
      </p:sp>
      <p:sp>
        <p:nvSpPr>
          <p:cNvPr id="47" name="Text 45"/>
          <p:cNvSpPr txBox="1"/>
          <p:nvPr/>
        </p:nvSpPr>
        <p:spPr>
          <a:xfrm>
            <a:off x="475488" y="418795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8" name="Shape 46"/>
          <p:cNvSpPr/>
          <p:nvPr/>
        </p:nvSpPr>
        <p:spPr>
          <a:xfrm>
            <a:off x="2743200" y="4187952"/>
            <a:ext cx="3977640" cy="566928"/>
          </a:xfrm>
          <a:prstGeom prst="rect">
            <a:avLst/>
          </a:prstGeom>
          <a:solidFill>
            <a:srgbClr val="FFFFFF"/>
          </a:solidFill>
          <a:ln w="6350">
            <a:solidFill>
              <a:srgbClr val="D3DCE5"/>
            </a:solidFill>
            <a:prstDash val="solid"/>
          </a:ln>
        </p:spPr>
      </p:sp>
      <p:sp>
        <p:nvSpPr>
          <p:cNvPr id="49" name="Text 47"/>
          <p:cNvSpPr txBox="1"/>
          <p:nvPr/>
        </p:nvSpPr>
        <p:spPr>
          <a:xfrm>
            <a:off x="2807208" y="418795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0" name="Shape 48"/>
          <p:cNvSpPr/>
          <p:nvPr/>
        </p:nvSpPr>
        <p:spPr>
          <a:xfrm>
            <a:off x="6720840" y="4187952"/>
            <a:ext cx="1965960" cy="566928"/>
          </a:xfrm>
          <a:prstGeom prst="rect">
            <a:avLst/>
          </a:prstGeom>
          <a:solidFill>
            <a:srgbClr val="FFFFFF"/>
          </a:solidFill>
          <a:ln w="6350">
            <a:solidFill>
              <a:srgbClr val="D3DCE5"/>
            </a:solidFill>
            <a:prstDash val="solid"/>
          </a:ln>
        </p:spPr>
      </p:sp>
      <p:sp>
        <p:nvSpPr>
          <p:cNvPr id="51" name="Text 49"/>
          <p:cNvSpPr txBox="1"/>
          <p:nvPr/>
        </p:nvSpPr>
        <p:spPr>
          <a:xfrm>
            <a:off x="6784848" y="418795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2" name="Shape 50"/>
          <p:cNvSpPr/>
          <p:nvPr/>
        </p:nvSpPr>
        <p:spPr>
          <a:xfrm>
            <a:off x="8686800" y="4187952"/>
            <a:ext cx="3099816" cy="566928"/>
          </a:xfrm>
          <a:prstGeom prst="rect">
            <a:avLst/>
          </a:prstGeom>
          <a:solidFill>
            <a:srgbClr val="FFFFFF"/>
          </a:solidFill>
          <a:ln w="6350">
            <a:solidFill>
              <a:srgbClr val="D3DCE5"/>
            </a:solidFill>
            <a:prstDash val="solid"/>
          </a:ln>
        </p:spPr>
      </p:sp>
      <p:sp>
        <p:nvSpPr>
          <p:cNvPr id="53" name="Text 51"/>
          <p:cNvSpPr txBox="1"/>
          <p:nvPr/>
        </p:nvSpPr>
        <p:spPr>
          <a:xfrm>
            <a:off x="8750808" y="418795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4" name="Shape 52"/>
          <p:cNvSpPr/>
          <p:nvPr/>
        </p:nvSpPr>
        <p:spPr>
          <a:xfrm>
            <a:off x="411480" y="4754880"/>
            <a:ext cx="11375136" cy="1335024"/>
          </a:xfrm>
          <a:prstGeom prst="rect">
            <a:avLst/>
          </a:prstGeom>
          <a:solidFill>
            <a:srgbClr val="FBEBD9"/>
          </a:solidFill>
          <a:ln w="9525">
            <a:solidFill>
              <a:srgbClr val="E8C9A3"/>
            </a:solidFill>
            <a:prstDash val="solid"/>
          </a:ln>
        </p:spPr>
      </p:sp>
      <p:sp>
        <p:nvSpPr>
          <p:cNvPr id="55" name="Text 53"/>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6" name="Text 54"/>
          <p:cNvSpPr txBox="1"/>
          <p:nvPr/>
        </p:nvSpPr>
        <p:spPr>
          <a:xfrm>
            <a:off x="576072" y="5212080"/>
            <a:ext cx="11045952" cy="78638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vulnerability and we would rather state it than have a judge find it. The mitigant is that it is a slow risk with visible tells - sodium-ion cell cost per kWh and announced storage orders - rather than a sudden one.</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C1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Porter's five forces applied to hard-rock lithium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Rivalry is brutal and undifferentiated on price. The only defensible position is a cost and provenance position, which is what we are buying.</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Text 5"/>
          <p:cNvSpPr txBox="1"/>
          <p:nvPr/>
        </p:nvSpPr>
        <p:spPr>
          <a:xfrm>
            <a:off x="576072" y="162763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8" name="Text 6"/>
          <p:cNvSpPr txBox="1"/>
          <p:nvPr/>
        </p:nvSpPr>
        <p:spPr>
          <a:xfrm>
            <a:off x="3429000" y="162763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9" name="Text 7"/>
          <p:cNvSpPr txBox="1"/>
          <p:nvPr/>
        </p:nvSpPr>
        <p:spPr>
          <a:xfrm>
            <a:off x="4983480" y="167335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0" name="Shape 8"/>
          <p:cNvSpPr/>
          <p:nvPr/>
        </p:nvSpPr>
        <p:spPr>
          <a:xfrm>
            <a:off x="411480" y="2359152"/>
            <a:ext cx="11375136" cy="658368"/>
          </a:xfrm>
          <a:prstGeom prst="rect">
            <a:avLst/>
          </a:prstGeom>
          <a:solidFill>
            <a:srgbClr val="F7F9FB"/>
          </a:solidFill>
          <a:ln w="7620">
            <a:solidFill>
              <a:srgbClr val="D3DCE5"/>
            </a:solidFill>
            <a:prstDash val="solid"/>
          </a:ln>
        </p:spPr>
      </p:sp>
      <p:sp>
        <p:nvSpPr>
          <p:cNvPr id="11" name="Text 9"/>
          <p:cNvSpPr txBox="1"/>
          <p:nvPr/>
        </p:nvSpPr>
        <p:spPr>
          <a:xfrm>
            <a:off x="576072" y="235915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2" name="Text 10"/>
          <p:cNvSpPr txBox="1"/>
          <p:nvPr/>
        </p:nvSpPr>
        <p:spPr>
          <a:xfrm>
            <a:off x="3429000" y="235915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3" name="Text 11"/>
          <p:cNvSpPr txBox="1"/>
          <p:nvPr/>
        </p:nvSpPr>
        <p:spPr>
          <a:xfrm>
            <a:off x="4983480" y="240487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4" name="Shape 12"/>
          <p:cNvSpPr/>
          <p:nvPr/>
        </p:nvSpPr>
        <p:spPr>
          <a:xfrm>
            <a:off x="411480" y="3090672"/>
            <a:ext cx="11375136" cy="658368"/>
          </a:xfrm>
          <a:prstGeom prst="rect">
            <a:avLst/>
          </a:prstGeom>
          <a:solidFill>
            <a:srgbClr val="FFFFFF"/>
          </a:solidFill>
          <a:ln w="7620">
            <a:solidFill>
              <a:srgbClr val="D3DCE5"/>
            </a:solidFill>
            <a:prstDash val="solid"/>
          </a:ln>
        </p:spPr>
      </p:sp>
      <p:sp>
        <p:nvSpPr>
          <p:cNvPr id="15" name="Text 13"/>
          <p:cNvSpPr txBox="1"/>
          <p:nvPr/>
        </p:nvSpPr>
        <p:spPr>
          <a:xfrm>
            <a:off x="576072" y="309067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6" name="Text 14"/>
          <p:cNvSpPr txBox="1"/>
          <p:nvPr/>
        </p:nvSpPr>
        <p:spPr>
          <a:xfrm>
            <a:off x="3429000" y="3090672"/>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7" name="Text 15"/>
          <p:cNvSpPr txBox="1"/>
          <p:nvPr/>
        </p:nvSpPr>
        <p:spPr>
          <a:xfrm>
            <a:off x="4983480" y="313639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8" name="Shape 16"/>
          <p:cNvSpPr/>
          <p:nvPr/>
        </p:nvSpPr>
        <p:spPr>
          <a:xfrm>
            <a:off x="411480" y="3822192"/>
            <a:ext cx="11375136" cy="658368"/>
          </a:xfrm>
          <a:prstGeom prst="rect">
            <a:avLst/>
          </a:prstGeom>
          <a:solidFill>
            <a:srgbClr val="F7F9FB"/>
          </a:solidFill>
          <a:ln w="7620">
            <a:solidFill>
              <a:srgbClr val="D3DCE5"/>
            </a:solidFill>
            <a:prstDash val="solid"/>
          </a:ln>
        </p:spPr>
      </p:sp>
      <p:sp>
        <p:nvSpPr>
          <p:cNvPr id="19" name="Text 17"/>
          <p:cNvSpPr txBox="1"/>
          <p:nvPr/>
        </p:nvSpPr>
        <p:spPr>
          <a:xfrm>
            <a:off x="576072" y="382219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0" name="Text 18"/>
          <p:cNvSpPr txBox="1"/>
          <p:nvPr/>
        </p:nvSpPr>
        <p:spPr>
          <a:xfrm>
            <a:off x="3429000" y="382219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1" name="Text 19"/>
          <p:cNvSpPr txBox="1"/>
          <p:nvPr/>
        </p:nvSpPr>
        <p:spPr>
          <a:xfrm>
            <a:off x="4983480" y="386791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2" name="Shape 20"/>
          <p:cNvSpPr/>
          <p:nvPr/>
        </p:nvSpPr>
        <p:spPr>
          <a:xfrm>
            <a:off x="411480" y="4553712"/>
            <a:ext cx="11375136" cy="658368"/>
          </a:xfrm>
          <a:prstGeom prst="rect">
            <a:avLst/>
          </a:prstGeom>
          <a:solidFill>
            <a:srgbClr val="FFFFFF"/>
          </a:solidFill>
          <a:ln w="7620">
            <a:solidFill>
              <a:srgbClr val="D3DCE5"/>
            </a:solidFill>
            <a:prstDash val="solid"/>
          </a:ln>
        </p:spPr>
      </p:sp>
      <p:sp>
        <p:nvSpPr>
          <p:cNvPr id="23" name="Text 21"/>
          <p:cNvSpPr txBox="1"/>
          <p:nvPr/>
        </p:nvSpPr>
        <p:spPr>
          <a:xfrm>
            <a:off x="576072" y="455371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4" name="Text 22"/>
          <p:cNvSpPr txBox="1"/>
          <p:nvPr/>
        </p:nvSpPr>
        <p:spPr>
          <a:xfrm>
            <a:off x="3429000" y="455371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5" name="Text 23"/>
          <p:cNvSpPr txBox="1"/>
          <p:nvPr/>
        </p:nvSpPr>
        <p:spPr>
          <a:xfrm>
            <a:off x="4983480" y="459943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6" name="Shape 24"/>
          <p:cNvSpPr/>
          <p:nvPr/>
        </p:nvSpPr>
        <p:spPr>
          <a:xfrm>
            <a:off x="411480" y="5394960"/>
            <a:ext cx="11375136" cy="969264"/>
          </a:xfrm>
          <a:prstGeom prst="rect">
            <a:avLst/>
          </a:prstGeom>
          <a:solidFill>
            <a:srgbClr val="EEF2F6"/>
          </a:solidFill>
          <a:ln w="9525">
            <a:solidFill>
              <a:srgbClr val="D3DCE5"/>
            </a:solidFill>
            <a:prstDash val="solid"/>
          </a:ln>
        </p:spPr>
      </p:sp>
      <p:sp>
        <p:nvSpPr>
          <p:cNvPr id="27" name="Text 25"/>
          <p:cNvSpPr txBox="1"/>
          <p:nvPr/>
        </p:nvSpPr>
        <p:spPr>
          <a:xfrm>
            <a:off x="576072" y="55229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8" name="Text 26"/>
          <p:cNvSpPr txBox="1"/>
          <p:nvPr/>
        </p:nvSpPr>
        <p:spPr>
          <a:xfrm>
            <a:off x="576072" y="5852160"/>
            <a:ext cx="11045952" cy="42062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940" dirty="0"/>
          </a:p>
        </p:txBody>
      </p:sp>
      <p:sp>
        <p:nvSpPr>
          <p:cNvPr id="29" name="Text 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50" dirty="0"/>
          </a:p>
        </p:txBody>
      </p:sp>
      <p:sp>
        <p:nvSpPr>
          <p:cNvPr id="30" name="Text 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C2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Hamilton Helmer's seven powers: PLS satisfies two, partially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We ran the test honestly. A commodity producer does not have many durable powers, and pretending otherwise would be the easiest thing on this deck to puncture.</a:t>
            </a:r>
            <a:endParaRPr lang="en-US" sz="1200" dirty="0"/>
          </a:p>
        </p:txBody>
      </p:sp>
      <p:sp>
        <p:nvSpPr>
          <p:cNvPr id="6" name="Shape 4"/>
          <p:cNvSpPr/>
          <p:nvPr/>
        </p:nvSpPr>
        <p:spPr>
          <a:xfrm>
            <a:off x="411480" y="1627632"/>
            <a:ext cx="11375136" cy="475488"/>
          </a:xfrm>
          <a:prstGeom prst="rect">
            <a:avLst/>
          </a:prstGeom>
          <a:solidFill>
            <a:srgbClr val="FFFFFF"/>
          </a:solidFill>
          <a:ln w="7620">
            <a:solidFill>
              <a:srgbClr val="D3DCE5"/>
            </a:solidFill>
            <a:prstDash val="solid"/>
          </a:ln>
        </p:spPr>
      </p:sp>
      <p:sp>
        <p:nvSpPr>
          <p:cNvPr id="7" name="Text 5"/>
          <p:cNvSpPr txBox="1"/>
          <p:nvPr/>
        </p:nvSpPr>
        <p:spPr>
          <a:xfrm>
            <a:off x="576072" y="162763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8" name="Text 6"/>
          <p:cNvSpPr txBox="1"/>
          <p:nvPr/>
        </p:nvSpPr>
        <p:spPr>
          <a:xfrm>
            <a:off x="3063240" y="162763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9" name="Text 7"/>
          <p:cNvSpPr txBox="1"/>
          <p:nvPr/>
        </p:nvSpPr>
        <p:spPr>
          <a:xfrm>
            <a:off x="4343400" y="165506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0" name="Shape 8"/>
          <p:cNvSpPr/>
          <p:nvPr/>
        </p:nvSpPr>
        <p:spPr>
          <a:xfrm>
            <a:off x="411480" y="2157984"/>
            <a:ext cx="11375136" cy="475488"/>
          </a:xfrm>
          <a:prstGeom prst="rect">
            <a:avLst/>
          </a:prstGeom>
          <a:solidFill>
            <a:srgbClr val="F7F9FB"/>
          </a:solidFill>
          <a:ln w="7620">
            <a:solidFill>
              <a:srgbClr val="D3DCE5"/>
            </a:solidFill>
            <a:prstDash val="solid"/>
          </a:ln>
        </p:spPr>
      </p:sp>
      <p:sp>
        <p:nvSpPr>
          <p:cNvPr id="11" name="Text 9"/>
          <p:cNvSpPr txBox="1"/>
          <p:nvPr/>
        </p:nvSpPr>
        <p:spPr>
          <a:xfrm>
            <a:off x="576072" y="215798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2" name="Text 10"/>
          <p:cNvSpPr txBox="1"/>
          <p:nvPr/>
        </p:nvSpPr>
        <p:spPr>
          <a:xfrm>
            <a:off x="3063240" y="215798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3" name="Text 11"/>
          <p:cNvSpPr txBox="1"/>
          <p:nvPr/>
        </p:nvSpPr>
        <p:spPr>
          <a:xfrm>
            <a:off x="4343400" y="218541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4" name="Shape 12"/>
          <p:cNvSpPr/>
          <p:nvPr/>
        </p:nvSpPr>
        <p:spPr>
          <a:xfrm>
            <a:off x="411480" y="2688336"/>
            <a:ext cx="11375136" cy="475488"/>
          </a:xfrm>
          <a:prstGeom prst="rect">
            <a:avLst/>
          </a:prstGeom>
          <a:solidFill>
            <a:srgbClr val="FFFFFF"/>
          </a:solidFill>
          <a:ln w="7620">
            <a:solidFill>
              <a:srgbClr val="D3DCE5"/>
            </a:solidFill>
            <a:prstDash val="solid"/>
          </a:ln>
        </p:spPr>
      </p:sp>
      <p:sp>
        <p:nvSpPr>
          <p:cNvPr id="15" name="Text 13"/>
          <p:cNvSpPr txBox="1"/>
          <p:nvPr/>
        </p:nvSpPr>
        <p:spPr>
          <a:xfrm>
            <a:off x="576072" y="268833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6" name="Text 14"/>
          <p:cNvSpPr txBox="1"/>
          <p:nvPr/>
        </p:nvSpPr>
        <p:spPr>
          <a:xfrm>
            <a:off x="3063240" y="2688336"/>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7" name="Text 15"/>
          <p:cNvSpPr txBox="1"/>
          <p:nvPr/>
        </p:nvSpPr>
        <p:spPr>
          <a:xfrm>
            <a:off x="4343400" y="271576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counter-positioning.</a:t>
            </a:r>
            <a:endParaRPr lang="en-US" sz="860" dirty="0"/>
          </a:p>
        </p:txBody>
      </p:sp>
      <p:sp>
        <p:nvSpPr>
          <p:cNvPr id="18" name="Shape 16"/>
          <p:cNvSpPr/>
          <p:nvPr/>
        </p:nvSpPr>
        <p:spPr>
          <a:xfrm>
            <a:off x="411480" y="3218688"/>
            <a:ext cx="11375136" cy="475488"/>
          </a:xfrm>
          <a:prstGeom prst="rect">
            <a:avLst/>
          </a:prstGeom>
          <a:solidFill>
            <a:srgbClr val="F7F9FB"/>
          </a:solidFill>
          <a:ln w="7620">
            <a:solidFill>
              <a:srgbClr val="D3DCE5"/>
            </a:solidFill>
            <a:prstDash val="solid"/>
          </a:ln>
        </p:spPr>
      </p:sp>
      <p:sp>
        <p:nvSpPr>
          <p:cNvPr id="19" name="Text 17"/>
          <p:cNvSpPr txBox="1"/>
          <p:nvPr/>
        </p:nvSpPr>
        <p:spPr>
          <a:xfrm>
            <a:off x="576072" y="321868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0" name="Text 18"/>
          <p:cNvSpPr txBox="1"/>
          <p:nvPr/>
        </p:nvSpPr>
        <p:spPr>
          <a:xfrm>
            <a:off x="3063240" y="3218688"/>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1" name="Text 19"/>
          <p:cNvSpPr txBox="1"/>
          <p:nvPr/>
        </p:nvSpPr>
        <p:spPr>
          <a:xfrm>
            <a:off x="4343400" y="324612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2" name="Shape 20"/>
          <p:cNvSpPr/>
          <p:nvPr/>
        </p:nvSpPr>
        <p:spPr>
          <a:xfrm>
            <a:off x="411480" y="3749040"/>
            <a:ext cx="11375136" cy="475488"/>
          </a:xfrm>
          <a:prstGeom prst="rect">
            <a:avLst/>
          </a:prstGeom>
          <a:solidFill>
            <a:srgbClr val="FFFFFF"/>
          </a:solidFill>
          <a:ln w="7620">
            <a:solidFill>
              <a:srgbClr val="D3DCE5"/>
            </a:solidFill>
            <a:prstDash val="solid"/>
          </a:ln>
        </p:spPr>
      </p:sp>
      <p:sp>
        <p:nvSpPr>
          <p:cNvPr id="23" name="Text 21"/>
          <p:cNvSpPr txBox="1"/>
          <p:nvPr/>
        </p:nvSpPr>
        <p:spPr>
          <a:xfrm>
            <a:off x="576072" y="374904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4" name="Text 22"/>
          <p:cNvSpPr txBox="1"/>
          <p:nvPr/>
        </p:nvSpPr>
        <p:spPr>
          <a:xfrm>
            <a:off x="3063240" y="374904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5" name="Text 23"/>
          <p:cNvSpPr txBox="1"/>
          <p:nvPr/>
        </p:nvSpPr>
        <p:spPr>
          <a:xfrm>
            <a:off x="4343400" y="377647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6" name="Shape 24"/>
          <p:cNvSpPr/>
          <p:nvPr/>
        </p:nvSpPr>
        <p:spPr>
          <a:xfrm>
            <a:off x="411480" y="4279392"/>
            <a:ext cx="11375136" cy="475488"/>
          </a:xfrm>
          <a:prstGeom prst="rect">
            <a:avLst/>
          </a:prstGeom>
          <a:solidFill>
            <a:srgbClr val="F7F9FB"/>
          </a:solidFill>
          <a:ln w="7620">
            <a:solidFill>
              <a:srgbClr val="D3DCE5"/>
            </a:solidFill>
            <a:prstDash val="solid"/>
          </a:ln>
        </p:spPr>
      </p:sp>
      <p:sp>
        <p:nvSpPr>
          <p:cNvPr id="27" name="Text 25"/>
          <p:cNvSpPr txBox="1"/>
          <p:nvPr/>
        </p:nvSpPr>
        <p:spPr>
          <a:xfrm>
            <a:off x="576072" y="427939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8" name="Text 26"/>
          <p:cNvSpPr txBox="1"/>
          <p:nvPr/>
        </p:nvSpPr>
        <p:spPr>
          <a:xfrm>
            <a:off x="3063240" y="4279392"/>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29" name="Text 27"/>
          <p:cNvSpPr txBox="1"/>
          <p:nvPr/>
        </p:nvSpPr>
        <p:spPr>
          <a:xfrm>
            <a:off x="4343400" y="430682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cornered: 446Mt at that grade in a stable jurisdiction cannot be replicated by a competitor's decision.</a:t>
            </a:r>
            <a:endParaRPr lang="en-US" sz="860" dirty="0"/>
          </a:p>
        </p:txBody>
      </p:sp>
      <p:sp>
        <p:nvSpPr>
          <p:cNvPr id="30" name="Shape 28"/>
          <p:cNvSpPr/>
          <p:nvPr/>
        </p:nvSpPr>
        <p:spPr>
          <a:xfrm>
            <a:off x="411480" y="4809744"/>
            <a:ext cx="11375136" cy="475488"/>
          </a:xfrm>
          <a:prstGeom prst="rect">
            <a:avLst/>
          </a:prstGeom>
          <a:solidFill>
            <a:srgbClr val="FFFFFF"/>
          </a:solidFill>
          <a:ln w="7620">
            <a:solidFill>
              <a:srgbClr val="D3DCE5"/>
            </a:solidFill>
            <a:prstDash val="solid"/>
          </a:ln>
        </p:spPr>
      </p:sp>
      <p:sp>
        <p:nvSpPr>
          <p:cNvPr id="31" name="Text 29"/>
          <p:cNvSpPr txBox="1"/>
          <p:nvPr/>
        </p:nvSpPr>
        <p:spPr>
          <a:xfrm>
            <a:off x="576072" y="480974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2" name="Text 30"/>
          <p:cNvSpPr txBox="1"/>
          <p:nvPr/>
        </p:nvSpPr>
        <p:spPr>
          <a:xfrm>
            <a:off x="3063240" y="480974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3" name="Text 31"/>
          <p:cNvSpPr txBox="1"/>
          <p:nvPr/>
        </p:nvSpPr>
        <p:spPr>
          <a:xfrm>
            <a:off x="4343400" y="483717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4" name="Shape 32"/>
          <p:cNvSpPr/>
          <p:nvPr/>
        </p:nvSpPr>
        <p:spPr>
          <a:xfrm>
            <a:off x="411480" y="5468112"/>
            <a:ext cx="11375136" cy="932688"/>
          </a:xfrm>
          <a:prstGeom prst="rect">
            <a:avLst/>
          </a:prstGeom>
          <a:solidFill>
            <a:srgbClr val="EEF2F6"/>
          </a:solidFill>
          <a:ln w="9525">
            <a:solidFill>
              <a:srgbClr val="D3DCE5"/>
            </a:solidFill>
            <a:prstDash val="solid"/>
          </a:ln>
        </p:spPr>
      </p:sp>
      <p:sp>
        <p:nvSpPr>
          <p:cNvPr id="35" name="Text 33"/>
          <p:cNvSpPr txBox="1"/>
          <p:nvPr/>
        </p:nvSpPr>
        <p:spPr>
          <a:xfrm>
            <a:off x="576072" y="55961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6" name="Text 34"/>
          <p:cNvSpPr txBox="1"/>
          <p:nvPr/>
        </p:nvSpPr>
        <p:spPr>
          <a:xfrm>
            <a:off x="576072" y="5925312"/>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11.7% upside, not a re-rating to a premium multiple.</a:t>
            </a:r>
            <a:endParaRPr lang="en-US" sz="940" dirty="0"/>
          </a:p>
        </p:txBody>
      </p:sp>
      <p:sp>
        <p:nvSpPr>
          <p:cNvPr id="37" name="Text 3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50" dirty="0"/>
          </a:p>
        </p:txBody>
      </p:sp>
      <p:sp>
        <p:nvSpPr>
          <p:cNvPr id="38" name="Text 3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C3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Barriers to entry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Capital and permitting keep new supply out at low prices and let it in at high ones. That is why the cycle is violent and why cost position, not barriers, is the durable defence.</a:t>
            </a:r>
            <a:endParaRPr lang="en-US" sz="1200" dirty="0"/>
          </a:p>
        </p:txBody>
      </p:sp>
      <p:sp>
        <p:nvSpPr>
          <p:cNvPr id="6" name="Shape 4"/>
          <p:cNvSpPr/>
          <p:nvPr/>
        </p:nvSpPr>
        <p:spPr>
          <a:xfrm>
            <a:off x="411480" y="1627632"/>
            <a:ext cx="2514600" cy="292608"/>
          </a:xfrm>
          <a:prstGeom prst="rect">
            <a:avLst/>
          </a:prstGeom>
          <a:solidFill>
            <a:srgbClr val="10233A"/>
          </a:solidFill>
          <a:ln/>
        </p:spPr>
      </p:sp>
      <p:sp>
        <p:nvSpPr>
          <p:cNvPr id="7" name="Text 5"/>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8" name="Shape 6"/>
          <p:cNvSpPr/>
          <p:nvPr/>
        </p:nvSpPr>
        <p:spPr>
          <a:xfrm>
            <a:off x="2926080" y="1627632"/>
            <a:ext cx="1325880" cy="292608"/>
          </a:xfrm>
          <a:prstGeom prst="rect">
            <a:avLst/>
          </a:prstGeom>
          <a:solidFill>
            <a:srgbClr val="10233A"/>
          </a:solidFill>
          <a:ln/>
        </p:spPr>
      </p:sp>
      <p:sp>
        <p:nvSpPr>
          <p:cNvPr id="9" name="Text 7"/>
          <p:cNvSpPr txBox="1"/>
          <p:nvPr/>
        </p:nvSpPr>
        <p:spPr>
          <a:xfrm>
            <a:off x="2990088" y="1627632"/>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0" name="Shape 8"/>
          <p:cNvSpPr/>
          <p:nvPr/>
        </p:nvSpPr>
        <p:spPr>
          <a:xfrm>
            <a:off x="4251960" y="1627632"/>
            <a:ext cx="7534656" cy="292608"/>
          </a:xfrm>
          <a:prstGeom prst="rect">
            <a:avLst/>
          </a:prstGeom>
          <a:solidFill>
            <a:srgbClr val="10233A"/>
          </a:solidFill>
          <a:ln/>
        </p:spPr>
      </p:sp>
      <p:sp>
        <p:nvSpPr>
          <p:cNvPr id="11" name="Text 9"/>
          <p:cNvSpPr txBox="1"/>
          <p:nvPr/>
        </p:nvSpPr>
        <p:spPr>
          <a:xfrm>
            <a:off x="4315968" y="1627632"/>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514600" cy="484632"/>
          </a:xfrm>
          <a:prstGeom prst="rect">
            <a:avLst/>
          </a:prstGeom>
          <a:solidFill>
            <a:srgbClr val="FFFFFF"/>
          </a:solidFill>
          <a:ln w="6350">
            <a:solidFill>
              <a:srgbClr val="D3DCE5"/>
            </a:solidFill>
            <a:prstDash val="solid"/>
          </a:ln>
        </p:spPr>
      </p:sp>
      <p:sp>
        <p:nvSpPr>
          <p:cNvPr id="13" name="Text 11"/>
          <p:cNvSpPr txBox="1"/>
          <p:nvPr/>
        </p:nvSpPr>
        <p:spPr>
          <a:xfrm>
            <a:off x="475488" y="192024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4" name="Shape 12"/>
          <p:cNvSpPr/>
          <p:nvPr/>
        </p:nvSpPr>
        <p:spPr>
          <a:xfrm>
            <a:off x="2926080" y="1920240"/>
            <a:ext cx="1325880" cy="484632"/>
          </a:xfrm>
          <a:prstGeom prst="rect">
            <a:avLst/>
          </a:prstGeom>
          <a:solidFill>
            <a:srgbClr val="FFFFFF"/>
          </a:solidFill>
          <a:ln w="6350">
            <a:solidFill>
              <a:srgbClr val="D3DCE5"/>
            </a:solidFill>
            <a:prstDash val="solid"/>
          </a:ln>
        </p:spPr>
      </p:sp>
      <p:sp>
        <p:nvSpPr>
          <p:cNvPr id="15" name="Text 13"/>
          <p:cNvSpPr txBox="1"/>
          <p:nvPr/>
        </p:nvSpPr>
        <p:spPr>
          <a:xfrm>
            <a:off x="2990088" y="192024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6" name="Shape 14"/>
          <p:cNvSpPr/>
          <p:nvPr/>
        </p:nvSpPr>
        <p:spPr>
          <a:xfrm>
            <a:off x="4251960" y="1920240"/>
            <a:ext cx="7534656" cy="484632"/>
          </a:xfrm>
          <a:prstGeom prst="rect">
            <a:avLst/>
          </a:prstGeom>
          <a:solidFill>
            <a:srgbClr val="FFFFFF"/>
          </a:solidFill>
          <a:ln w="6350">
            <a:solidFill>
              <a:srgbClr val="D3DCE5"/>
            </a:solidFill>
            <a:prstDash val="solid"/>
          </a:ln>
        </p:spPr>
      </p:sp>
      <p:sp>
        <p:nvSpPr>
          <p:cNvPr id="17" name="Text 15"/>
          <p:cNvSpPr txBox="1"/>
          <p:nvPr/>
        </p:nvSpPr>
        <p:spPr>
          <a:xfrm>
            <a:off x="4315968" y="192024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8" name="Shape 16"/>
          <p:cNvSpPr/>
          <p:nvPr/>
        </p:nvSpPr>
        <p:spPr>
          <a:xfrm>
            <a:off x="411480" y="2404872"/>
            <a:ext cx="2514600" cy="484632"/>
          </a:xfrm>
          <a:prstGeom prst="rect">
            <a:avLst/>
          </a:prstGeom>
          <a:solidFill>
            <a:srgbClr val="F7F9FB"/>
          </a:solidFill>
          <a:ln w="6350">
            <a:solidFill>
              <a:srgbClr val="D3DCE5"/>
            </a:solidFill>
            <a:prstDash val="solid"/>
          </a:ln>
        </p:spPr>
      </p:sp>
      <p:sp>
        <p:nvSpPr>
          <p:cNvPr id="19" name="Text 17"/>
          <p:cNvSpPr txBox="1"/>
          <p:nvPr/>
        </p:nvSpPr>
        <p:spPr>
          <a:xfrm>
            <a:off x="475488" y="240487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0" name="Shape 18"/>
          <p:cNvSpPr/>
          <p:nvPr/>
        </p:nvSpPr>
        <p:spPr>
          <a:xfrm>
            <a:off x="2926080" y="2404872"/>
            <a:ext cx="1325880" cy="484632"/>
          </a:xfrm>
          <a:prstGeom prst="rect">
            <a:avLst/>
          </a:prstGeom>
          <a:solidFill>
            <a:srgbClr val="F7F9FB"/>
          </a:solidFill>
          <a:ln w="6350">
            <a:solidFill>
              <a:srgbClr val="D3DCE5"/>
            </a:solidFill>
            <a:prstDash val="solid"/>
          </a:ln>
        </p:spPr>
      </p:sp>
      <p:sp>
        <p:nvSpPr>
          <p:cNvPr id="21" name="Text 19"/>
          <p:cNvSpPr txBox="1"/>
          <p:nvPr/>
        </p:nvSpPr>
        <p:spPr>
          <a:xfrm>
            <a:off x="2990088" y="2404872"/>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2" name="Shape 20"/>
          <p:cNvSpPr/>
          <p:nvPr/>
        </p:nvSpPr>
        <p:spPr>
          <a:xfrm>
            <a:off x="4251960" y="2404872"/>
            <a:ext cx="7534656" cy="484632"/>
          </a:xfrm>
          <a:prstGeom prst="rect">
            <a:avLst/>
          </a:prstGeom>
          <a:solidFill>
            <a:srgbClr val="F7F9FB"/>
          </a:solidFill>
          <a:ln w="6350">
            <a:solidFill>
              <a:srgbClr val="D3DCE5"/>
            </a:solidFill>
            <a:prstDash val="solid"/>
          </a:ln>
        </p:spPr>
      </p:sp>
      <p:sp>
        <p:nvSpPr>
          <p:cNvPr id="23" name="Text 21"/>
          <p:cNvSpPr txBox="1"/>
          <p:nvPr/>
        </p:nvSpPr>
        <p:spPr>
          <a:xfrm>
            <a:off x="4315968" y="240487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input a competitor cannot buy.</a:t>
            </a:r>
            <a:endParaRPr lang="en-US" sz="860" dirty="0"/>
          </a:p>
        </p:txBody>
      </p:sp>
      <p:sp>
        <p:nvSpPr>
          <p:cNvPr id="24" name="Shape 22"/>
          <p:cNvSpPr/>
          <p:nvPr/>
        </p:nvSpPr>
        <p:spPr>
          <a:xfrm>
            <a:off x="411480" y="2889504"/>
            <a:ext cx="2514600" cy="484632"/>
          </a:xfrm>
          <a:prstGeom prst="rect">
            <a:avLst/>
          </a:prstGeom>
          <a:solidFill>
            <a:srgbClr val="FFFFFF"/>
          </a:solidFill>
          <a:ln w="6350">
            <a:solidFill>
              <a:srgbClr val="D3DCE5"/>
            </a:solidFill>
            <a:prstDash val="solid"/>
          </a:ln>
        </p:spPr>
      </p:sp>
      <p:sp>
        <p:nvSpPr>
          <p:cNvPr id="25" name="Text 23"/>
          <p:cNvSpPr txBox="1"/>
          <p:nvPr/>
        </p:nvSpPr>
        <p:spPr>
          <a:xfrm>
            <a:off x="475488" y="288950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6" name="Shape 24"/>
          <p:cNvSpPr/>
          <p:nvPr/>
        </p:nvSpPr>
        <p:spPr>
          <a:xfrm>
            <a:off x="2926080" y="2889504"/>
            <a:ext cx="1325880" cy="484632"/>
          </a:xfrm>
          <a:prstGeom prst="rect">
            <a:avLst/>
          </a:prstGeom>
          <a:solidFill>
            <a:srgbClr val="FFFFFF"/>
          </a:solidFill>
          <a:ln w="6350">
            <a:solidFill>
              <a:srgbClr val="D3DCE5"/>
            </a:solidFill>
            <a:prstDash val="solid"/>
          </a:ln>
        </p:spPr>
      </p:sp>
      <p:sp>
        <p:nvSpPr>
          <p:cNvPr id="27" name="Text 25"/>
          <p:cNvSpPr txBox="1"/>
          <p:nvPr/>
        </p:nvSpPr>
        <p:spPr>
          <a:xfrm>
            <a:off x="2990088" y="2889504"/>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8" name="Shape 26"/>
          <p:cNvSpPr/>
          <p:nvPr/>
        </p:nvSpPr>
        <p:spPr>
          <a:xfrm>
            <a:off x="4251960" y="2889504"/>
            <a:ext cx="7534656" cy="484632"/>
          </a:xfrm>
          <a:prstGeom prst="rect">
            <a:avLst/>
          </a:prstGeom>
          <a:solidFill>
            <a:srgbClr val="FFFFFF"/>
          </a:solidFill>
          <a:ln w="6350">
            <a:solidFill>
              <a:srgbClr val="D3DCE5"/>
            </a:solidFill>
            <a:prstDash val="solid"/>
          </a:ln>
        </p:spPr>
      </p:sp>
      <p:sp>
        <p:nvSpPr>
          <p:cNvPr id="29" name="Text 27"/>
          <p:cNvSpPr txBox="1"/>
          <p:nvPr/>
        </p:nvSpPr>
        <p:spPr>
          <a:xfrm>
            <a:off x="4315968" y="288950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0" name="Shape 28"/>
          <p:cNvSpPr/>
          <p:nvPr/>
        </p:nvSpPr>
        <p:spPr>
          <a:xfrm>
            <a:off x="411480" y="3374136"/>
            <a:ext cx="2514600" cy="484632"/>
          </a:xfrm>
          <a:prstGeom prst="rect">
            <a:avLst/>
          </a:prstGeom>
          <a:solidFill>
            <a:srgbClr val="F7F9FB"/>
          </a:solidFill>
          <a:ln w="6350">
            <a:solidFill>
              <a:srgbClr val="D3DCE5"/>
            </a:solidFill>
            <a:prstDash val="solid"/>
          </a:ln>
        </p:spPr>
      </p:sp>
      <p:sp>
        <p:nvSpPr>
          <p:cNvPr id="31" name="Text 29"/>
          <p:cNvSpPr txBox="1"/>
          <p:nvPr/>
        </p:nvSpPr>
        <p:spPr>
          <a:xfrm>
            <a:off x="475488" y="337413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2" name="Shape 30"/>
          <p:cNvSpPr/>
          <p:nvPr/>
        </p:nvSpPr>
        <p:spPr>
          <a:xfrm>
            <a:off x="2926080" y="3374136"/>
            <a:ext cx="1325880" cy="484632"/>
          </a:xfrm>
          <a:prstGeom prst="rect">
            <a:avLst/>
          </a:prstGeom>
          <a:solidFill>
            <a:srgbClr val="F7F9FB"/>
          </a:solidFill>
          <a:ln w="6350">
            <a:solidFill>
              <a:srgbClr val="D3DCE5"/>
            </a:solidFill>
            <a:prstDash val="solid"/>
          </a:ln>
        </p:spPr>
      </p:sp>
      <p:sp>
        <p:nvSpPr>
          <p:cNvPr id="33" name="Text 31"/>
          <p:cNvSpPr txBox="1"/>
          <p:nvPr/>
        </p:nvSpPr>
        <p:spPr>
          <a:xfrm>
            <a:off x="2990088" y="3374136"/>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4" name="Shape 32"/>
          <p:cNvSpPr/>
          <p:nvPr/>
        </p:nvSpPr>
        <p:spPr>
          <a:xfrm>
            <a:off x="4251960" y="3374136"/>
            <a:ext cx="7534656" cy="484632"/>
          </a:xfrm>
          <a:prstGeom prst="rect">
            <a:avLst/>
          </a:prstGeom>
          <a:solidFill>
            <a:srgbClr val="F7F9FB"/>
          </a:solidFill>
          <a:ln w="6350">
            <a:solidFill>
              <a:srgbClr val="D3DCE5"/>
            </a:solidFill>
            <a:prstDash val="solid"/>
          </a:ln>
        </p:spPr>
      </p:sp>
      <p:sp>
        <p:nvSpPr>
          <p:cNvPr id="35" name="Text 33"/>
          <p:cNvSpPr txBox="1"/>
          <p:nvPr/>
        </p:nvSpPr>
        <p:spPr>
          <a:xfrm>
            <a:off x="4315968" y="337413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6" name="Shape 34"/>
          <p:cNvSpPr/>
          <p:nvPr/>
        </p:nvSpPr>
        <p:spPr>
          <a:xfrm>
            <a:off x="411480" y="3858768"/>
            <a:ext cx="2514600" cy="484632"/>
          </a:xfrm>
          <a:prstGeom prst="rect">
            <a:avLst/>
          </a:prstGeom>
          <a:solidFill>
            <a:srgbClr val="FFFFFF"/>
          </a:solidFill>
          <a:ln w="6350">
            <a:solidFill>
              <a:srgbClr val="D3DCE5"/>
            </a:solidFill>
            <a:prstDash val="solid"/>
          </a:ln>
        </p:spPr>
      </p:sp>
      <p:sp>
        <p:nvSpPr>
          <p:cNvPr id="37" name="Text 35"/>
          <p:cNvSpPr txBox="1"/>
          <p:nvPr/>
        </p:nvSpPr>
        <p:spPr>
          <a:xfrm>
            <a:off x="475488" y="385876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8" name="Shape 36"/>
          <p:cNvSpPr/>
          <p:nvPr/>
        </p:nvSpPr>
        <p:spPr>
          <a:xfrm>
            <a:off x="2926080" y="3858768"/>
            <a:ext cx="1325880" cy="484632"/>
          </a:xfrm>
          <a:prstGeom prst="rect">
            <a:avLst/>
          </a:prstGeom>
          <a:solidFill>
            <a:srgbClr val="FFFFFF"/>
          </a:solidFill>
          <a:ln w="6350">
            <a:solidFill>
              <a:srgbClr val="D3DCE5"/>
            </a:solidFill>
            <a:prstDash val="solid"/>
          </a:ln>
        </p:spPr>
      </p:sp>
      <p:sp>
        <p:nvSpPr>
          <p:cNvPr id="39" name="Text 37"/>
          <p:cNvSpPr txBox="1"/>
          <p:nvPr/>
        </p:nvSpPr>
        <p:spPr>
          <a:xfrm>
            <a:off x="2990088" y="3858768"/>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0" name="Shape 38"/>
          <p:cNvSpPr/>
          <p:nvPr/>
        </p:nvSpPr>
        <p:spPr>
          <a:xfrm>
            <a:off x="4251960" y="3858768"/>
            <a:ext cx="7534656" cy="484632"/>
          </a:xfrm>
          <a:prstGeom prst="rect">
            <a:avLst/>
          </a:prstGeom>
          <a:solidFill>
            <a:srgbClr val="FFFFFF"/>
          </a:solidFill>
          <a:ln w="6350">
            <a:solidFill>
              <a:srgbClr val="D3DCE5"/>
            </a:solidFill>
            <a:prstDash val="solid"/>
          </a:ln>
        </p:spPr>
      </p:sp>
      <p:sp>
        <p:nvSpPr>
          <p:cNvPr id="41" name="Text 39"/>
          <p:cNvSpPr txBox="1"/>
          <p:nvPr/>
        </p:nvSpPr>
        <p:spPr>
          <a:xfrm>
            <a:off x="4315968" y="385876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2" name="Shape 40"/>
          <p:cNvSpPr/>
          <p:nvPr/>
        </p:nvSpPr>
        <p:spPr>
          <a:xfrm>
            <a:off x="411480" y="4343400"/>
            <a:ext cx="2514600" cy="484632"/>
          </a:xfrm>
          <a:prstGeom prst="rect">
            <a:avLst/>
          </a:prstGeom>
          <a:solidFill>
            <a:srgbClr val="F7F9FB"/>
          </a:solidFill>
          <a:ln w="6350">
            <a:solidFill>
              <a:srgbClr val="D3DCE5"/>
            </a:solidFill>
            <a:prstDash val="solid"/>
          </a:ln>
        </p:spPr>
      </p:sp>
      <p:sp>
        <p:nvSpPr>
          <p:cNvPr id="43" name="Text 41"/>
          <p:cNvSpPr txBox="1"/>
          <p:nvPr/>
        </p:nvSpPr>
        <p:spPr>
          <a:xfrm>
            <a:off x="475488" y="434340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4" name="Shape 42"/>
          <p:cNvSpPr/>
          <p:nvPr/>
        </p:nvSpPr>
        <p:spPr>
          <a:xfrm>
            <a:off x="2926080" y="4343400"/>
            <a:ext cx="1325880" cy="484632"/>
          </a:xfrm>
          <a:prstGeom prst="rect">
            <a:avLst/>
          </a:prstGeom>
          <a:solidFill>
            <a:srgbClr val="F7F9FB"/>
          </a:solidFill>
          <a:ln w="6350">
            <a:solidFill>
              <a:srgbClr val="D3DCE5"/>
            </a:solidFill>
            <a:prstDash val="solid"/>
          </a:ln>
        </p:spPr>
      </p:sp>
      <p:sp>
        <p:nvSpPr>
          <p:cNvPr id="45" name="Text 43"/>
          <p:cNvSpPr txBox="1"/>
          <p:nvPr/>
        </p:nvSpPr>
        <p:spPr>
          <a:xfrm>
            <a:off x="2990088" y="434340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6" name="Shape 44"/>
          <p:cNvSpPr/>
          <p:nvPr/>
        </p:nvSpPr>
        <p:spPr>
          <a:xfrm>
            <a:off x="4251960" y="4343400"/>
            <a:ext cx="7534656" cy="484632"/>
          </a:xfrm>
          <a:prstGeom prst="rect">
            <a:avLst/>
          </a:prstGeom>
          <a:solidFill>
            <a:srgbClr val="F7F9FB"/>
          </a:solidFill>
          <a:ln w="6350">
            <a:solidFill>
              <a:srgbClr val="D3DCE5"/>
            </a:solidFill>
            <a:prstDash val="solid"/>
          </a:ln>
        </p:spPr>
      </p:sp>
      <p:sp>
        <p:nvSpPr>
          <p:cNvPr id="47" name="Text 45"/>
          <p:cNvSpPr txBox="1"/>
          <p:nvPr/>
        </p:nvSpPr>
        <p:spPr>
          <a:xfrm>
            <a:off x="4315968" y="434340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8" name="Shape 46"/>
          <p:cNvSpPr/>
          <p:nvPr/>
        </p:nvSpPr>
        <p:spPr>
          <a:xfrm>
            <a:off x="411480" y="4873752"/>
            <a:ext cx="11375136" cy="1207008"/>
          </a:xfrm>
          <a:prstGeom prst="rect">
            <a:avLst/>
          </a:prstGeom>
          <a:solidFill>
            <a:srgbClr val="EEF2F6"/>
          </a:solidFill>
          <a:ln w="9525">
            <a:solidFill>
              <a:srgbClr val="D3DCE5"/>
            </a:solidFill>
            <a:prstDash val="solid"/>
          </a:ln>
        </p:spPr>
      </p:sp>
      <p:sp>
        <p:nvSpPr>
          <p:cNvPr id="49" name="Text 47"/>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0" name="Text 48"/>
          <p:cNvSpPr txBox="1"/>
          <p:nvPr/>
        </p:nvSpPr>
        <p:spPr>
          <a:xfrm>
            <a:off x="576072" y="533095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1" name="Text 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50" dirty="0"/>
          </a:p>
        </p:txBody>
      </p:sp>
      <p:sp>
        <p:nvSpPr>
          <p:cNvPr id="52" name="Text 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C4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SWOT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to be useful rather than balanced: the weaknesses and threats are longer than the strengths, because that is what the evidence supports.</a:t>
            </a:r>
            <a:endParaRPr lang="en-US" sz="1200" dirty="0"/>
          </a:p>
        </p:txBody>
      </p:sp>
      <p:sp>
        <p:nvSpPr>
          <p:cNvPr id="6" name="Shape 4"/>
          <p:cNvSpPr/>
          <p:nvPr/>
        </p:nvSpPr>
        <p:spPr>
          <a:xfrm>
            <a:off x="411480" y="1627632"/>
            <a:ext cx="5577840" cy="2084832"/>
          </a:xfrm>
          <a:prstGeom prst="rect">
            <a:avLst/>
          </a:prstGeom>
          <a:solidFill>
            <a:srgbClr val="D6EBE7"/>
          </a:solidFill>
          <a:ln w="9525">
            <a:solidFill>
              <a:srgbClr val="D3DCE5"/>
            </a:solidFill>
            <a:prstDash val="solid"/>
          </a:ln>
        </p:spPr>
      </p:sp>
      <p:sp>
        <p:nvSpPr>
          <p:cNvPr id="7" name="Text 5"/>
          <p:cNvSpPr txBox="1"/>
          <p:nvPr/>
        </p:nvSpPr>
        <p:spPr>
          <a:xfrm>
            <a:off x="576072" y="1755648"/>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8" name="Text 6"/>
          <p:cNvSpPr txBox="1"/>
          <p:nvPr/>
        </p:nvSpPr>
        <p:spPr>
          <a:xfrm>
            <a:off x="594360"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A$1.46bn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non-China downstream route among the six: Calix plus POSCO</a:t>
            </a:r>
            <a:endParaRPr lang="en-US" sz="860" dirty="0"/>
          </a:p>
        </p:txBody>
      </p:sp>
      <p:sp>
        <p:nvSpPr>
          <p:cNvPr id="9" name="Shape 7"/>
          <p:cNvSpPr/>
          <p:nvPr/>
        </p:nvSpPr>
        <p:spPr>
          <a:xfrm>
            <a:off x="6208776" y="1627632"/>
            <a:ext cx="5577840" cy="2084832"/>
          </a:xfrm>
          <a:prstGeom prst="rect">
            <a:avLst/>
          </a:prstGeom>
          <a:solidFill>
            <a:srgbClr val="F7E2E2"/>
          </a:solidFill>
          <a:ln w="9525">
            <a:solidFill>
              <a:srgbClr val="D3DCE5"/>
            </a:solidFill>
            <a:prstDash val="solid"/>
          </a:ln>
        </p:spPr>
      </p:sp>
      <p:sp>
        <p:nvSpPr>
          <p:cNvPr id="10" name="Text 8"/>
          <p:cNvSpPr txBox="1"/>
          <p:nvPr/>
        </p:nvSpPr>
        <p:spPr>
          <a:xfrm>
            <a:off x="6373368" y="1755648"/>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1" name="Text 9"/>
          <p:cNvSpPr txBox="1"/>
          <p:nvPr/>
        </p:nvSpPr>
        <p:spPr>
          <a:xfrm>
            <a:off x="6391656"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2" name="Shape 10"/>
          <p:cNvSpPr/>
          <p:nvPr/>
        </p:nvSpPr>
        <p:spPr>
          <a:xfrm>
            <a:off x="411480" y="3840480"/>
            <a:ext cx="5577840" cy="2084832"/>
          </a:xfrm>
          <a:prstGeom prst="rect">
            <a:avLst/>
          </a:prstGeom>
          <a:solidFill>
            <a:srgbClr val="D6EBE7"/>
          </a:solidFill>
          <a:ln w="9525">
            <a:solidFill>
              <a:srgbClr val="D3DCE5"/>
            </a:solidFill>
            <a:prstDash val="solid"/>
          </a:ln>
        </p:spPr>
      </p:sp>
      <p:sp>
        <p:nvSpPr>
          <p:cNvPr id="13" name="Text 11"/>
          <p:cNvSpPr txBox="1"/>
          <p:nvPr/>
        </p:nvSpPr>
        <p:spPr>
          <a:xfrm>
            <a:off x="576072" y="396849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4" name="Text 12"/>
          <p:cNvSpPr txBox="1"/>
          <p:nvPr/>
        </p:nvSpPr>
        <p:spPr>
          <a:xfrm>
            <a:off x="594360"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5" name="Shape 13"/>
          <p:cNvSpPr/>
          <p:nvPr/>
        </p:nvSpPr>
        <p:spPr>
          <a:xfrm>
            <a:off x="6208776" y="3840480"/>
            <a:ext cx="5577840" cy="2084832"/>
          </a:xfrm>
          <a:prstGeom prst="rect">
            <a:avLst/>
          </a:prstGeom>
          <a:solidFill>
            <a:srgbClr val="F7E2E2"/>
          </a:solidFill>
          <a:ln w="9525">
            <a:solidFill>
              <a:srgbClr val="D3DCE5"/>
            </a:solidFill>
            <a:prstDash val="solid"/>
          </a:ln>
        </p:spPr>
      </p:sp>
      <p:sp>
        <p:nvSpPr>
          <p:cNvPr id="16" name="Text 14"/>
          <p:cNvSpPr txBox="1"/>
          <p:nvPr/>
        </p:nvSpPr>
        <p:spPr>
          <a:xfrm>
            <a:off x="6373368" y="3968496"/>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7" name="Text 15"/>
          <p:cNvSpPr txBox="1"/>
          <p:nvPr/>
        </p:nvSpPr>
        <p:spPr>
          <a:xfrm>
            <a:off x="6391656"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8" name="Text 1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50" dirty="0"/>
          </a:p>
        </p:txBody>
      </p:sp>
      <p:sp>
        <p:nvSpPr>
          <p:cNvPr id="19" name="Text 1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C5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Peer positioning: lithium exposure against balance-sheet capacity</a:t>
            </a:r>
            <a:endParaRPr lang="en-US" sz="18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two things that decide who gets to act counter-cyclically. PLS is the only one of the six with both.</a:t>
            </a:r>
            <a:endParaRPr lang="en-US" sz="1200" dirty="0"/>
          </a:p>
        </p:txBody>
      </p:sp>
      <p:sp>
        <p:nvSpPr>
          <p:cNvPr id="6" name="Shape 4"/>
          <p:cNvSpPr/>
          <p:nvPr/>
        </p:nvSpPr>
        <p:spPr>
          <a:xfrm>
            <a:off x="411480" y="1517904"/>
            <a:ext cx="6766560" cy="3749040"/>
          </a:xfrm>
          <a:prstGeom prst="rect">
            <a:avLst/>
          </a:prstGeom>
          <a:solidFill>
            <a:srgbClr val="F7F9FB"/>
          </a:solidFill>
          <a:ln w="9525">
            <a:solidFill>
              <a:srgbClr val="D3DCE5"/>
            </a:solidFill>
            <a:prstDash val="solid"/>
          </a:ln>
        </p:spPr>
      </p:sp>
      <p:sp>
        <p:nvSpPr>
          <p:cNvPr id="7" name="Text 5"/>
          <p:cNvSpPr txBox="1"/>
          <p:nvPr/>
        </p:nvSpPr>
        <p:spPr>
          <a:xfrm>
            <a:off x="914400" y="499262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8" name="Text 6"/>
          <p:cNvSpPr txBox="1"/>
          <p:nvPr/>
        </p:nvSpPr>
        <p:spPr>
          <a:xfrm rot="16200000">
            <a:off x="-1005840" y="3255264"/>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9" name="Shape 7"/>
          <p:cNvSpPr/>
          <p:nvPr/>
        </p:nvSpPr>
        <p:spPr>
          <a:xfrm>
            <a:off x="1273302" y="2100834"/>
            <a:ext cx="182880" cy="182880"/>
          </a:xfrm>
          <a:prstGeom prst="ellipse">
            <a:avLst/>
          </a:prstGeom>
          <a:solidFill>
            <a:srgbClr val="8C9BA9"/>
          </a:solidFill>
          <a:ln/>
        </p:spPr>
      </p:sp>
      <p:sp>
        <p:nvSpPr>
          <p:cNvPr id="10" name="Text 8"/>
          <p:cNvSpPr txBox="1"/>
          <p:nvPr/>
        </p:nvSpPr>
        <p:spPr>
          <a:xfrm>
            <a:off x="404622" y="230200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1" name="Shape 9"/>
          <p:cNvSpPr/>
          <p:nvPr/>
        </p:nvSpPr>
        <p:spPr>
          <a:xfrm>
            <a:off x="2610612" y="2478024"/>
            <a:ext cx="182880" cy="182880"/>
          </a:xfrm>
          <a:prstGeom prst="ellipse">
            <a:avLst/>
          </a:prstGeom>
          <a:solidFill>
            <a:srgbClr val="8C9BA9"/>
          </a:solidFill>
          <a:ln/>
        </p:spPr>
      </p:sp>
      <p:sp>
        <p:nvSpPr>
          <p:cNvPr id="12" name="Text 10"/>
          <p:cNvSpPr txBox="1"/>
          <p:nvPr/>
        </p:nvSpPr>
        <p:spPr>
          <a:xfrm>
            <a:off x="1741932" y="267919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3" name="Shape 11"/>
          <p:cNvSpPr/>
          <p:nvPr/>
        </p:nvSpPr>
        <p:spPr>
          <a:xfrm>
            <a:off x="1166317" y="2628900"/>
            <a:ext cx="182880" cy="182880"/>
          </a:xfrm>
          <a:prstGeom prst="ellipse">
            <a:avLst/>
          </a:prstGeom>
          <a:solidFill>
            <a:srgbClr val="8C9BA9"/>
          </a:solidFill>
          <a:ln/>
        </p:spPr>
      </p:sp>
      <p:sp>
        <p:nvSpPr>
          <p:cNvPr id="14" name="Text 12"/>
          <p:cNvSpPr txBox="1"/>
          <p:nvPr/>
        </p:nvSpPr>
        <p:spPr>
          <a:xfrm>
            <a:off x="297637" y="283006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5" name="Shape 13"/>
          <p:cNvSpPr/>
          <p:nvPr/>
        </p:nvSpPr>
        <p:spPr>
          <a:xfrm>
            <a:off x="2075688" y="3131820"/>
            <a:ext cx="182880" cy="182880"/>
          </a:xfrm>
          <a:prstGeom prst="ellipse">
            <a:avLst/>
          </a:prstGeom>
          <a:solidFill>
            <a:srgbClr val="8C9BA9"/>
          </a:solidFill>
          <a:ln/>
        </p:spPr>
      </p:sp>
      <p:sp>
        <p:nvSpPr>
          <p:cNvPr id="16" name="Text 14"/>
          <p:cNvSpPr txBox="1"/>
          <p:nvPr/>
        </p:nvSpPr>
        <p:spPr>
          <a:xfrm>
            <a:off x="1207008" y="333298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7" name="Shape 15"/>
          <p:cNvSpPr/>
          <p:nvPr/>
        </p:nvSpPr>
        <p:spPr>
          <a:xfrm>
            <a:off x="4322369" y="3986784"/>
            <a:ext cx="182880" cy="182880"/>
          </a:xfrm>
          <a:prstGeom prst="ellipse">
            <a:avLst/>
          </a:prstGeom>
          <a:solidFill>
            <a:srgbClr val="C2610A"/>
          </a:solidFill>
          <a:ln/>
        </p:spPr>
      </p:sp>
      <p:sp>
        <p:nvSpPr>
          <p:cNvPr id="18" name="Text 16"/>
          <p:cNvSpPr txBox="1"/>
          <p:nvPr/>
        </p:nvSpPr>
        <p:spPr>
          <a:xfrm>
            <a:off x="3453689" y="418795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19" name="Shape 17"/>
          <p:cNvSpPr/>
          <p:nvPr/>
        </p:nvSpPr>
        <p:spPr>
          <a:xfrm>
            <a:off x="6032754" y="2473452"/>
            <a:ext cx="292608" cy="292608"/>
          </a:xfrm>
          <a:prstGeom prst="ellipse">
            <a:avLst/>
          </a:prstGeom>
          <a:solidFill>
            <a:srgbClr val="0E7C6B"/>
          </a:solidFill>
          <a:ln/>
        </p:spPr>
      </p:sp>
      <p:sp>
        <p:nvSpPr>
          <p:cNvPr id="20" name="Text 18"/>
          <p:cNvSpPr txBox="1"/>
          <p:nvPr/>
        </p:nvSpPr>
        <p:spPr>
          <a:xfrm>
            <a:off x="5218938" y="2784348"/>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1" name="Shape 19"/>
          <p:cNvSpPr/>
          <p:nvPr/>
        </p:nvSpPr>
        <p:spPr>
          <a:xfrm>
            <a:off x="7379208" y="1517904"/>
            <a:ext cx="4407408" cy="3749040"/>
          </a:xfrm>
          <a:prstGeom prst="rect">
            <a:avLst/>
          </a:prstGeom>
          <a:solidFill>
            <a:srgbClr val="D6EBE7"/>
          </a:solidFill>
          <a:ln w="9525">
            <a:solidFill>
              <a:srgbClr val="AFD3CC"/>
            </a:solidFill>
            <a:prstDash val="solid"/>
          </a:ln>
        </p:spPr>
      </p:sp>
      <p:sp>
        <p:nvSpPr>
          <p:cNvPr id="22" name="Text 20"/>
          <p:cNvSpPr txBox="1"/>
          <p:nvPr/>
        </p:nvSpPr>
        <p:spPr>
          <a:xfrm>
            <a:off x="7543800" y="1645920"/>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3" name="Text 21"/>
          <p:cNvSpPr txBox="1"/>
          <p:nvPr/>
        </p:nvSpPr>
        <p:spPr>
          <a:xfrm>
            <a:off x="7562088" y="2084832"/>
            <a:ext cx="4041648" cy="3072384"/>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C6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Why not the other five, in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Each of the five is a defensible investment. None of them is a shared-value investment in the sense this case defines.</a:t>
            </a:r>
            <a:endParaRPr lang="en-US" sz="1200" dirty="0"/>
          </a:p>
        </p:txBody>
      </p:sp>
      <p:sp>
        <p:nvSpPr>
          <p:cNvPr id="6" name="Shape 4"/>
          <p:cNvSpPr/>
          <p:nvPr/>
        </p:nvSpPr>
        <p:spPr>
          <a:xfrm>
            <a:off x="411480" y="1627632"/>
            <a:ext cx="1737360" cy="292608"/>
          </a:xfrm>
          <a:prstGeom prst="rect">
            <a:avLst/>
          </a:prstGeom>
          <a:solidFill>
            <a:srgbClr val="10233A"/>
          </a:solidFill>
          <a:ln/>
        </p:spPr>
      </p:sp>
      <p:sp>
        <p:nvSpPr>
          <p:cNvPr id="7" name="Text 5"/>
          <p:cNvSpPr txBox="1"/>
          <p:nvPr/>
        </p:nvSpPr>
        <p:spPr>
          <a:xfrm>
            <a:off x="475488" y="1627632"/>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148840" y="1627632"/>
            <a:ext cx="3977640" cy="292608"/>
          </a:xfrm>
          <a:prstGeom prst="rect">
            <a:avLst/>
          </a:prstGeom>
          <a:solidFill>
            <a:srgbClr val="10233A"/>
          </a:solidFill>
          <a:ln/>
        </p:spPr>
      </p:sp>
      <p:sp>
        <p:nvSpPr>
          <p:cNvPr id="9" name="Text 7"/>
          <p:cNvSpPr txBox="1"/>
          <p:nvPr/>
        </p:nvSpPr>
        <p:spPr>
          <a:xfrm>
            <a:off x="221284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0" name="Shape 8"/>
          <p:cNvSpPr/>
          <p:nvPr/>
        </p:nvSpPr>
        <p:spPr>
          <a:xfrm>
            <a:off x="6126480" y="1627632"/>
            <a:ext cx="5660136" cy="292608"/>
          </a:xfrm>
          <a:prstGeom prst="rect">
            <a:avLst/>
          </a:prstGeom>
          <a:solidFill>
            <a:srgbClr val="10233A"/>
          </a:solidFill>
          <a:ln/>
        </p:spPr>
      </p:sp>
      <p:sp>
        <p:nvSpPr>
          <p:cNvPr id="11" name="Text 9"/>
          <p:cNvSpPr txBox="1"/>
          <p:nvPr/>
        </p:nvSpPr>
        <p:spPr>
          <a:xfrm>
            <a:off x="6190488" y="1627632"/>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2" name="Shape 10"/>
          <p:cNvSpPr/>
          <p:nvPr/>
        </p:nvSpPr>
        <p:spPr>
          <a:xfrm>
            <a:off x="411480" y="1920240"/>
            <a:ext cx="1737360" cy="713232"/>
          </a:xfrm>
          <a:prstGeom prst="rect">
            <a:avLst/>
          </a:prstGeom>
          <a:solidFill>
            <a:srgbClr val="FFFFFF"/>
          </a:solidFill>
          <a:ln w="6350">
            <a:solidFill>
              <a:srgbClr val="D3DCE5"/>
            </a:solidFill>
            <a:prstDash val="solid"/>
          </a:ln>
        </p:spPr>
      </p:sp>
      <p:sp>
        <p:nvSpPr>
          <p:cNvPr id="13" name="Text 11"/>
          <p:cNvSpPr txBox="1"/>
          <p:nvPr/>
        </p:nvSpPr>
        <p:spPr>
          <a:xfrm>
            <a:off x="475488" y="192024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4" name="Shape 12"/>
          <p:cNvSpPr/>
          <p:nvPr/>
        </p:nvSpPr>
        <p:spPr>
          <a:xfrm>
            <a:off x="2148840" y="1920240"/>
            <a:ext cx="3977640" cy="713232"/>
          </a:xfrm>
          <a:prstGeom prst="rect">
            <a:avLst/>
          </a:prstGeom>
          <a:solidFill>
            <a:srgbClr val="FFFFFF"/>
          </a:solidFill>
          <a:ln w="6350">
            <a:solidFill>
              <a:srgbClr val="D3DCE5"/>
            </a:solidFill>
            <a:prstDash val="solid"/>
          </a:ln>
        </p:spPr>
      </p:sp>
      <p:sp>
        <p:nvSpPr>
          <p:cNvPr id="15" name="Text 13"/>
          <p:cNvSpPr txBox="1"/>
          <p:nvPr/>
        </p:nvSpPr>
        <p:spPr>
          <a:xfrm>
            <a:off x="2212848" y="192024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6" name="Shape 14"/>
          <p:cNvSpPr/>
          <p:nvPr/>
        </p:nvSpPr>
        <p:spPr>
          <a:xfrm>
            <a:off x="6126480" y="1920240"/>
            <a:ext cx="5660136" cy="713232"/>
          </a:xfrm>
          <a:prstGeom prst="rect">
            <a:avLst/>
          </a:prstGeom>
          <a:solidFill>
            <a:srgbClr val="FFFFFF"/>
          </a:solidFill>
          <a:ln w="6350">
            <a:solidFill>
              <a:srgbClr val="D3DCE5"/>
            </a:solidFill>
            <a:prstDash val="solid"/>
          </a:ln>
        </p:spPr>
      </p:sp>
      <p:sp>
        <p:nvSpPr>
          <p:cNvPr id="17" name="Text 15"/>
          <p:cNvSpPr txBox="1"/>
          <p:nvPr/>
        </p:nvSpPr>
        <p:spPr>
          <a:xfrm>
            <a:off x="6190488" y="192024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8" name="Shape 16"/>
          <p:cNvSpPr/>
          <p:nvPr/>
        </p:nvSpPr>
        <p:spPr>
          <a:xfrm>
            <a:off x="411480" y="2633472"/>
            <a:ext cx="1737360" cy="713232"/>
          </a:xfrm>
          <a:prstGeom prst="rect">
            <a:avLst/>
          </a:prstGeom>
          <a:solidFill>
            <a:srgbClr val="F7F9FB"/>
          </a:solidFill>
          <a:ln w="6350">
            <a:solidFill>
              <a:srgbClr val="D3DCE5"/>
            </a:solidFill>
            <a:prstDash val="solid"/>
          </a:ln>
        </p:spPr>
      </p:sp>
      <p:sp>
        <p:nvSpPr>
          <p:cNvPr id="19" name="Text 17"/>
          <p:cNvSpPr txBox="1"/>
          <p:nvPr/>
        </p:nvSpPr>
        <p:spPr>
          <a:xfrm>
            <a:off x="475488" y="263347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0" name="Shape 18"/>
          <p:cNvSpPr/>
          <p:nvPr/>
        </p:nvSpPr>
        <p:spPr>
          <a:xfrm>
            <a:off x="2148840" y="2633472"/>
            <a:ext cx="3977640" cy="713232"/>
          </a:xfrm>
          <a:prstGeom prst="rect">
            <a:avLst/>
          </a:prstGeom>
          <a:solidFill>
            <a:srgbClr val="F7F9FB"/>
          </a:solidFill>
          <a:ln w="6350">
            <a:solidFill>
              <a:srgbClr val="D3DCE5"/>
            </a:solidFill>
            <a:prstDash val="solid"/>
          </a:ln>
        </p:spPr>
      </p:sp>
      <p:sp>
        <p:nvSpPr>
          <p:cNvPr id="21" name="Text 19"/>
          <p:cNvSpPr txBox="1"/>
          <p:nvPr/>
        </p:nvSpPr>
        <p:spPr>
          <a:xfrm>
            <a:off x="2212848" y="263347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2" name="Shape 20"/>
          <p:cNvSpPr/>
          <p:nvPr/>
        </p:nvSpPr>
        <p:spPr>
          <a:xfrm>
            <a:off x="6126480" y="2633472"/>
            <a:ext cx="5660136" cy="713232"/>
          </a:xfrm>
          <a:prstGeom prst="rect">
            <a:avLst/>
          </a:prstGeom>
          <a:solidFill>
            <a:srgbClr val="F7F9FB"/>
          </a:solidFill>
          <a:ln w="6350">
            <a:solidFill>
              <a:srgbClr val="D3DCE5"/>
            </a:solidFill>
            <a:prstDash val="solid"/>
          </a:ln>
        </p:spPr>
      </p:sp>
      <p:sp>
        <p:nvSpPr>
          <p:cNvPr id="23" name="Text 21"/>
          <p:cNvSpPr txBox="1"/>
          <p:nvPr/>
        </p:nvSpPr>
        <p:spPr>
          <a:xfrm>
            <a:off x="6190488" y="263347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4" name="Shape 22"/>
          <p:cNvSpPr/>
          <p:nvPr/>
        </p:nvSpPr>
        <p:spPr>
          <a:xfrm>
            <a:off x="411480" y="3346704"/>
            <a:ext cx="1737360" cy="713232"/>
          </a:xfrm>
          <a:prstGeom prst="rect">
            <a:avLst/>
          </a:prstGeom>
          <a:solidFill>
            <a:srgbClr val="FFFFFF"/>
          </a:solidFill>
          <a:ln w="6350">
            <a:solidFill>
              <a:srgbClr val="D3DCE5"/>
            </a:solidFill>
            <a:prstDash val="solid"/>
          </a:ln>
        </p:spPr>
      </p:sp>
      <p:sp>
        <p:nvSpPr>
          <p:cNvPr id="25" name="Text 23"/>
          <p:cNvSpPr txBox="1"/>
          <p:nvPr/>
        </p:nvSpPr>
        <p:spPr>
          <a:xfrm>
            <a:off x="475488" y="334670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6" name="Shape 24"/>
          <p:cNvSpPr/>
          <p:nvPr/>
        </p:nvSpPr>
        <p:spPr>
          <a:xfrm>
            <a:off x="2148840" y="3346704"/>
            <a:ext cx="3977640" cy="713232"/>
          </a:xfrm>
          <a:prstGeom prst="rect">
            <a:avLst/>
          </a:prstGeom>
          <a:solidFill>
            <a:srgbClr val="FFFFFF"/>
          </a:solidFill>
          <a:ln w="6350">
            <a:solidFill>
              <a:srgbClr val="D3DCE5"/>
            </a:solidFill>
            <a:prstDash val="solid"/>
          </a:ln>
        </p:spPr>
      </p:sp>
      <p:sp>
        <p:nvSpPr>
          <p:cNvPr id="27" name="Text 25"/>
          <p:cNvSpPr txBox="1"/>
          <p:nvPr/>
        </p:nvSpPr>
        <p:spPr>
          <a:xfrm>
            <a:off x="2212848" y="334670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serious decarbonisation ambition in green hydrogen and an attractive yield.</a:t>
            </a:r>
            <a:endParaRPr lang="en-US" sz="850" dirty="0"/>
          </a:p>
        </p:txBody>
      </p:sp>
      <p:sp>
        <p:nvSpPr>
          <p:cNvPr id="28" name="Shape 26"/>
          <p:cNvSpPr/>
          <p:nvPr/>
        </p:nvSpPr>
        <p:spPr>
          <a:xfrm>
            <a:off x="6126480" y="3346704"/>
            <a:ext cx="5660136" cy="713232"/>
          </a:xfrm>
          <a:prstGeom prst="rect">
            <a:avLst/>
          </a:prstGeom>
          <a:solidFill>
            <a:srgbClr val="FFFFFF"/>
          </a:solidFill>
          <a:ln w="6350">
            <a:solidFill>
              <a:srgbClr val="D3DCE5"/>
            </a:solidFill>
            <a:prstDash val="solid"/>
          </a:ln>
        </p:spPr>
      </p:sp>
      <p:sp>
        <p:nvSpPr>
          <p:cNvPr id="29" name="Text 27"/>
          <p:cNvSpPr txBox="1"/>
          <p:nvPr/>
        </p:nvSpPr>
        <p:spPr>
          <a:xfrm>
            <a:off x="6190488" y="334670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0" name="Shape 28"/>
          <p:cNvSpPr/>
          <p:nvPr/>
        </p:nvSpPr>
        <p:spPr>
          <a:xfrm>
            <a:off x="411480" y="4059936"/>
            <a:ext cx="1737360" cy="713232"/>
          </a:xfrm>
          <a:prstGeom prst="rect">
            <a:avLst/>
          </a:prstGeom>
          <a:solidFill>
            <a:srgbClr val="F7F9FB"/>
          </a:solidFill>
          <a:ln w="6350">
            <a:solidFill>
              <a:srgbClr val="D3DCE5"/>
            </a:solidFill>
            <a:prstDash val="solid"/>
          </a:ln>
        </p:spPr>
      </p:sp>
      <p:sp>
        <p:nvSpPr>
          <p:cNvPr id="31" name="Text 29"/>
          <p:cNvSpPr txBox="1"/>
          <p:nvPr/>
        </p:nvSpPr>
        <p:spPr>
          <a:xfrm>
            <a:off x="475488" y="405993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2" name="Shape 30"/>
          <p:cNvSpPr/>
          <p:nvPr/>
        </p:nvSpPr>
        <p:spPr>
          <a:xfrm>
            <a:off x="2148840" y="4059936"/>
            <a:ext cx="3977640" cy="713232"/>
          </a:xfrm>
          <a:prstGeom prst="rect">
            <a:avLst/>
          </a:prstGeom>
          <a:solidFill>
            <a:srgbClr val="F7F9FB"/>
          </a:solidFill>
          <a:ln w="6350">
            <a:solidFill>
              <a:srgbClr val="D3DCE5"/>
            </a:solidFill>
            <a:prstDash val="solid"/>
          </a:ln>
        </p:spPr>
      </p:sp>
      <p:sp>
        <p:nvSpPr>
          <p:cNvPr id="33" name="Text 31"/>
          <p:cNvSpPr txBox="1"/>
          <p:nvPr/>
        </p:nvSpPr>
        <p:spPr>
          <a:xfrm>
            <a:off x="2212848" y="405993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4" name="Shape 32"/>
          <p:cNvSpPr/>
          <p:nvPr/>
        </p:nvSpPr>
        <p:spPr>
          <a:xfrm>
            <a:off x="6126480" y="4059936"/>
            <a:ext cx="5660136" cy="713232"/>
          </a:xfrm>
          <a:prstGeom prst="rect">
            <a:avLst/>
          </a:prstGeom>
          <a:solidFill>
            <a:srgbClr val="F7F9FB"/>
          </a:solidFill>
          <a:ln w="6350">
            <a:solidFill>
              <a:srgbClr val="D3DCE5"/>
            </a:solidFill>
            <a:prstDash val="solid"/>
          </a:ln>
        </p:spPr>
      </p:sp>
      <p:sp>
        <p:nvSpPr>
          <p:cNvPr id="35" name="Text 33"/>
          <p:cNvSpPr txBox="1"/>
          <p:nvPr/>
        </p:nvSpPr>
        <p:spPr>
          <a:xfrm>
            <a:off x="6190488" y="405993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6" name="Shape 34"/>
          <p:cNvSpPr/>
          <p:nvPr/>
        </p:nvSpPr>
        <p:spPr>
          <a:xfrm>
            <a:off x="411480" y="4773168"/>
            <a:ext cx="1737360" cy="713232"/>
          </a:xfrm>
          <a:prstGeom prst="rect">
            <a:avLst/>
          </a:prstGeom>
          <a:solidFill>
            <a:srgbClr val="FFFFFF"/>
          </a:solidFill>
          <a:ln w="6350">
            <a:solidFill>
              <a:srgbClr val="D3DCE5"/>
            </a:solidFill>
            <a:prstDash val="solid"/>
          </a:ln>
        </p:spPr>
      </p:sp>
      <p:sp>
        <p:nvSpPr>
          <p:cNvPr id="37" name="Text 35"/>
          <p:cNvSpPr txBox="1"/>
          <p:nvPr/>
        </p:nvSpPr>
        <p:spPr>
          <a:xfrm>
            <a:off x="475488" y="477316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8" name="Shape 36"/>
          <p:cNvSpPr/>
          <p:nvPr/>
        </p:nvSpPr>
        <p:spPr>
          <a:xfrm>
            <a:off x="2148840" y="4773168"/>
            <a:ext cx="3977640" cy="713232"/>
          </a:xfrm>
          <a:prstGeom prst="rect">
            <a:avLst/>
          </a:prstGeom>
          <a:solidFill>
            <a:srgbClr val="FFFFFF"/>
          </a:solidFill>
          <a:ln w="6350">
            <a:solidFill>
              <a:srgbClr val="D3DCE5"/>
            </a:solidFill>
            <a:prstDash val="solid"/>
          </a:ln>
        </p:spPr>
      </p:sp>
      <p:sp>
        <p:nvSpPr>
          <p:cNvPr id="39" name="Text 37"/>
          <p:cNvSpPr txBox="1"/>
          <p:nvPr/>
        </p:nvSpPr>
        <p:spPr>
          <a:xfrm>
            <a:off x="2212848" y="477316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0" name="Shape 38"/>
          <p:cNvSpPr/>
          <p:nvPr/>
        </p:nvSpPr>
        <p:spPr>
          <a:xfrm>
            <a:off x="6126480" y="4773168"/>
            <a:ext cx="5660136" cy="713232"/>
          </a:xfrm>
          <a:prstGeom prst="rect">
            <a:avLst/>
          </a:prstGeom>
          <a:solidFill>
            <a:srgbClr val="FFFFFF"/>
          </a:solidFill>
          <a:ln w="6350">
            <a:solidFill>
              <a:srgbClr val="D3DCE5"/>
            </a:solidFill>
            <a:prstDash val="solid"/>
          </a:ln>
        </p:spPr>
      </p:sp>
      <p:sp>
        <p:nvSpPr>
          <p:cNvPr id="41" name="Text 39"/>
          <p:cNvSpPr txBox="1"/>
          <p:nvPr/>
        </p:nvSpPr>
        <p:spPr>
          <a:xfrm>
            <a:off x="6190488" y="477316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2" name="Shape 40"/>
          <p:cNvSpPr/>
          <p:nvPr/>
        </p:nvSpPr>
        <p:spPr>
          <a:xfrm>
            <a:off x="411480" y="5504688"/>
            <a:ext cx="11375136" cy="859536"/>
          </a:xfrm>
          <a:prstGeom prst="rect">
            <a:avLst/>
          </a:prstGeom>
          <a:solidFill>
            <a:srgbClr val="D6EBE7"/>
          </a:solidFill>
          <a:ln w="9525">
            <a:solidFill>
              <a:srgbClr val="AFD3CC"/>
            </a:solidFill>
            <a:prstDash val="solid"/>
          </a:ln>
        </p:spPr>
      </p:sp>
      <p:sp>
        <p:nvSpPr>
          <p:cNvPr id="43" name="Text 41"/>
          <p:cNvSpPr txBox="1"/>
          <p:nvPr/>
        </p:nvSpPr>
        <p:spPr>
          <a:xfrm>
            <a:off x="576072" y="5632704"/>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4" name="Text 4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50" dirty="0"/>
          </a:p>
        </p:txBody>
      </p:sp>
      <p:sp>
        <p:nvSpPr>
          <p:cNvPr id="45" name="Text 4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Materiality now, and materiality in 2030</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what is material today against the medium to long term. For lithium those are different lists, and the difference is the investment case.</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8" name="Shape 6"/>
          <p:cNvSpPr/>
          <p:nvPr/>
        </p:nvSpPr>
        <p:spPr>
          <a:xfrm>
            <a:off x="3200400" y="1627632"/>
            <a:ext cx="1600200" cy="292608"/>
          </a:xfrm>
          <a:prstGeom prst="rect">
            <a:avLst/>
          </a:prstGeom>
          <a:solidFill>
            <a:srgbClr val="10233A"/>
          </a:solidFill>
          <a:ln/>
        </p:spPr>
      </p:sp>
      <p:sp>
        <p:nvSpPr>
          <p:cNvPr id="9" name="Text 7"/>
          <p:cNvSpPr txBox="1"/>
          <p:nvPr/>
        </p:nvSpPr>
        <p:spPr>
          <a:xfrm>
            <a:off x="32644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0" name="Shape 8"/>
          <p:cNvSpPr/>
          <p:nvPr/>
        </p:nvSpPr>
        <p:spPr>
          <a:xfrm>
            <a:off x="4800600" y="1627632"/>
            <a:ext cx="1600200" cy="292608"/>
          </a:xfrm>
          <a:prstGeom prst="rect">
            <a:avLst/>
          </a:prstGeom>
          <a:solidFill>
            <a:srgbClr val="10233A"/>
          </a:solidFill>
          <a:ln/>
        </p:spPr>
      </p:sp>
      <p:sp>
        <p:nvSpPr>
          <p:cNvPr id="11" name="Text 9"/>
          <p:cNvSpPr txBox="1"/>
          <p:nvPr/>
        </p:nvSpPr>
        <p:spPr>
          <a:xfrm>
            <a:off x="48646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2" name="Shape 10"/>
          <p:cNvSpPr/>
          <p:nvPr/>
        </p:nvSpPr>
        <p:spPr>
          <a:xfrm>
            <a:off x="6400800" y="1627632"/>
            <a:ext cx="5385816" cy="292608"/>
          </a:xfrm>
          <a:prstGeom prst="rect">
            <a:avLst/>
          </a:prstGeom>
          <a:solidFill>
            <a:srgbClr val="10233A"/>
          </a:solidFill>
          <a:ln/>
        </p:spPr>
      </p:sp>
      <p:sp>
        <p:nvSpPr>
          <p:cNvPr id="13" name="Text 11"/>
          <p:cNvSpPr txBox="1"/>
          <p:nvPr/>
        </p:nvSpPr>
        <p:spPr>
          <a:xfrm>
            <a:off x="6464808" y="1627632"/>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4" name="Shape 12"/>
          <p:cNvSpPr/>
          <p:nvPr/>
        </p:nvSpPr>
        <p:spPr>
          <a:xfrm>
            <a:off x="411480" y="1920240"/>
            <a:ext cx="2788920" cy="361188"/>
          </a:xfrm>
          <a:prstGeom prst="rect">
            <a:avLst/>
          </a:prstGeom>
          <a:solidFill>
            <a:srgbClr val="FFFFFF"/>
          </a:solidFill>
          <a:ln w="6350">
            <a:solidFill>
              <a:srgbClr val="D3DCE5"/>
            </a:solidFill>
            <a:prstDash val="solid"/>
          </a:ln>
        </p:spPr>
      </p:sp>
      <p:sp>
        <p:nvSpPr>
          <p:cNvPr id="15" name="Text 13"/>
          <p:cNvSpPr txBox="1"/>
          <p:nvPr/>
        </p:nvSpPr>
        <p:spPr>
          <a:xfrm>
            <a:off x="475488" y="192024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6" name="Shape 14"/>
          <p:cNvSpPr/>
          <p:nvPr/>
        </p:nvSpPr>
        <p:spPr>
          <a:xfrm>
            <a:off x="3200400" y="1920240"/>
            <a:ext cx="1600200" cy="361188"/>
          </a:xfrm>
          <a:prstGeom prst="rect">
            <a:avLst/>
          </a:prstGeom>
          <a:solidFill>
            <a:srgbClr val="FFFFFF"/>
          </a:solidFill>
          <a:ln w="6350">
            <a:solidFill>
              <a:srgbClr val="D3DCE5"/>
            </a:solidFill>
            <a:prstDash val="solid"/>
          </a:ln>
        </p:spPr>
      </p:sp>
      <p:sp>
        <p:nvSpPr>
          <p:cNvPr id="17" name="Text 15"/>
          <p:cNvSpPr txBox="1"/>
          <p:nvPr/>
        </p:nvSpPr>
        <p:spPr>
          <a:xfrm>
            <a:off x="3264408" y="1920240"/>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8" name="Shape 16"/>
          <p:cNvSpPr/>
          <p:nvPr/>
        </p:nvSpPr>
        <p:spPr>
          <a:xfrm>
            <a:off x="4800600" y="1920240"/>
            <a:ext cx="1600200" cy="361188"/>
          </a:xfrm>
          <a:prstGeom prst="rect">
            <a:avLst/>
          </a:prstGeom>
          <a:solidFill>
            <a:srgbClr val="FFFFFF"/>
          </a:solidFill>
          <a:ln w="6350">
            <a:solidFill>
              <a:srgbClr val="D3DCE5"/>
            </a:solidFill>
            <a:prstDash val="solid"/>
          </a:ln>
        </p:spPr>
      </p:sp>
      <p:sp>
        <p:nvSpPr>
          <p:cNvPr id="19" name="Text 17"/>
          <p:cNvSpPr txBox="1"/>
          <p:nvPr/>
        </p:nvSpPr>
        <p:spPr>
          <a:xfrm>
            <a:off x="4864608" y="192024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0" name="Shape 18"/>
          <p:cNvSpPr/>
          <p:nvPr/>
        </p:nvSpPr>
        <p:spPr>
          <a:xfrm>
            <a:off x="6400800" y="1920240"/>
            <a:ext cx="5385816" cy="361188"/>
          </a:xfrm>
          <a:prstGeom prst="rect">
            <a:avLst/>
          </a:prstGeom>
          <a:solidFill>
            <a:srgbClr val="FFFFFF"/>
          </a:solidFill>
          <a:ln w="6350">
            <a:solidFill>
              <a:srgbClr val="D3DCE5"/>
            </a:solidFill>
            <a:prstDash val="solid"/>
          </a:ln>
        </p:spPr>
      </p:sp>
      <p:sp>
        <p:nvSpPr>
          <p:cNvPr id="21" name="Text 19"/>
          <p:cNvSpPr txBox="1"/>
          <p:nvPr/>
        </p:nvSpPr>
        <p:spPr>
          <a:xfrm>
            <a:off x="6464808" y="192024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2" name="Shape 20"/>
          <p:cNvSpPr/>
          <p:nvPr/>
        </p:nvSpPr>
        <p:spPr>
          <a:xfrm>
            <a:off x="411480" y="2281428"/>
            <a:ext cx="2788920" cy="361188"/>
          </a:xfrm>
          <a:prstGeom prst="rect">
            <a:avLst/>
          </a:prstGeom>
          <a:solidFill>
            <a:srgbClr val="F7F9FB"/>
          </a:solidFill>
          <a:ln w="6350">
            <a:solidFill>
              <a:srgbClr val="D3DCE5"/>
            </a:solidFill>
            <a:prstDash val="solid"/>
          </a:ln>
        </p:spPr>
      </p:sp>
      <p:sp>
        <p:nvSpPr>
          <p:cNvPr id="23" name="Text 21"/>
          <p:cNvSpPr txBox="1"/>
          <p:nvPr/>
        </p:nvSpPr>
        <p:spPr>
          <a:xfrm>
            <a:off x="475488" y="228142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4" name="Shape 22"/>
          <p:cNvSpPr/>
          <p:nvPr/>
        </p:nvSpPr>
        <p:spPr>
          <a:xfrm>
            <a:off x="3200400" y="2281428"/>
            <a:ext cx="1600200" cy="361188"/>
          </a:xfrm>
          <a:prstGeom prst="rect">
            <a:avLst/>
          </a:prstGeom>
          <a:solidFill>
            <a:srgbClr val="F7F9FB"/>
          </a:solidFill>
          <a:ln w="6350">
            <a:solidFill>
              <a:srgbClr val="D3DCE5"/>
            </a:solidFill>
            <a:prstDash val="solid"/>
          </a:ln>
        </p:spPr>
      </p:sp>
      <p:sp>
        <p:nvSpPr>
          <p:cNvPr id="25" name="Text 23"/>
          <p:cNvSpPr txBox="1"/>
          <p:nvPr/>
        </p:nvSpPr>
        <p:spPr>
          <a:xfrm>
            <a:off x="32644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6" name="Shape 24"/>
          <p:cNvSpPr/>
          <p:nvPr/>
        </p:nvSpPr>
        <p:spPr>
          <a:xfrm>
            <a:off x="4800600" y="2281428"/>
            <a:ext cx="1600200" cy="361188"/>
          </a:xfrm>
          <a:prstGeom prst="rect">
            <a:avLst/>
          </a:prstGeom>
          <a:solidFill>
            <a:srgbClr val="F7F9FB"/>
          </a:solidFill>
          <a:ln w="6350">
            <a:solidFill>
              <a:srgbClr val="D3DCE5"/>
            </a:solidFill>
            <a:prstDash val="solid"/>
          </a:ln>
        </p:spPr>
      </p:sp>
      <p:sp>
        <p:nvSpPr>
          <p:cNvPr id="27" name="Text 25"/>
          <p:cNvSpPr txBox="1"/>
          <p:nvPr/>
        </p:nvSpPr>
        <p:spPr>
          <a:xfrm>
            <a:off x="48646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8" name="Shape 26"/>
          <p:cNvSpPr/>
          <p:nvPr/>
        </p:nvSpPr>
        <p:spPr>
          <a:xfrm>
            <a:off x="6400800" y="2281428"/>
            <a:ext cx="5385816" cy="361188"/>
          </a:xfrm>
          <a:prstGeom prst="rect">
            <a:avLst/>
          </a:prstGeom>
          <a:solidFill>
            <a:srgbClr val="F7F9FB"/>
          </a:solidFill>
          <a:ln w="6350">
            <a:solidFill>
              <a:srgbClr val="D3DCE5"/>
            </a:solidFill>
            <a:prstDash val="solid"/>
          </a:ln>
        </p:spPr>
      </p:sp>
      <p:sp>
        <p:nvSpPr>
          <p:cNvPr id="29" name="Text 27"/>
          <p:cNvSpPr txBox="1"/>
          <p:nvPr/>
        </p:nvSpPr>
        <p:spPr>
          <a:xfrm>
            <a:off x="6464808" y="228142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0" name="Shape 28"/>
          <p:cNvSpPr/>
          <p:nvPr/>
        </p:nvSpPr>
        <p:spPr>
          <a:xfrm>
            <a:off x="411480" y="2642616"/>
            <a:ext cx="2788920" cy="361188"/>
          </a:xfrm>
          <a:prstGeom prst="rect">
            <a:avLst/>
          </a:prstGeom>
          <a:solidFill>
            <a:srgbClr val="FFFFFF"/>
          </a:solidFill>
          <a:ln w="6350">
            <a:solidFill>
              <a:srgbClr val="D3DCE5"/>
            </a:solidFill>
            <a:prstDash val="solid"/>
          </a:ln>
        </p:spPr>
      </p:sp>
      <p:sp>
        <p:nvSpPr>
          <p:cNvPr id="31" name="Text 29"/>
          <p:cNvSpPr txBox="1"/>
          <p:nvPr/>
        </p:nvSpPr>
        <p:spPr>
          <a:xfrm>
            <a:off x="475488" y="264261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2" name="Shape 30"/>
          <p:cNvSpPr/>
          <p:nvPr/>
        </p:nvSpPr>
        <p:spPr>
          <a:xfrm>
            <a:off x="3200400" y="2642616"/>
            <a:ext cx="1600200" cy="361188"/>
          </a:xfrm>
          <a:prstGeom prst="rect">
            <a:avLst/>
          </a:prstGeom>
          <a:solidFill>
            <a:srgbClr val="FFFFFF"/>
          </a:solidFill>
          <a:ln w="6350">
            <a:solidFill>
              <a:srgbClr val="D3DCE5"/>
            </a:solidFill>
            <a:prstDash val="solid"/>
          </a:ln>
        </p:spPr>
      </p:sp>
      <p:sp>
        <p:nvSpPr>
          <p:cNvPr id="33" name="Text 31"/>
          <p:cNvSpPr txBox="1"/>
          <p:nvPr/>
        </p:nvSpPr>
        <p:spPr>
          <a:xfrm>
            <a:off x="32644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4" name="Shape 32"/>
          <p:cNvSpPr/>
          <p:nvPr/>
        </p:nvSpPr>
        <p:spPr>
          <a:xfrm>
            <a:off x="4800600" y="2642616"/>
            <a:ext cx="1600200" cy="361188"/>
          </a:xfrm>
          <a:prstGeom prst="rect">
            <a:avLst/>
          </a:prstGeom>
          <a:solidFill>
            <a:srgbClr val="FFFFFF"/>
          </a:solidFill>
          <a:ln w="6350">
            <a:solidFill>
              <a:srgbClr val="D3DCE5"/>
            </a:solidFill>
            <a:prstDash val="solid"/>
          </a:ln>
        </p:spPr>
      </p:sp>
      <p:sp>
        <p:nvSpPr>
          <p:cNvPr id="35" name="Text 33"/>
          <p:cNvSpPr txBox="1"/>
          <p:nvPr/>
        </p:nvSpPr>
        <p:spPr>
          <a:xfrm>
            <a:off x="48646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6" name="Shape 34"/>
          <p:cNvSpPr/>
          <p:nvPr/>
        </p:nvSpPr>
        <p:spPr>
          <a:xfrm>
            <a:off x="6400800" y="2642616"/>
            <a:ext cx="5385816" cy="361188"/>
          </a:xfrm>
          <a:prstGeom prst="rect">
            <a:avLst/>
          </a:prstGeom>
          <a:solidFill>
            <a:srgbClr val="FFFFFF"/>
          </a:solidFill>
          <a:ln w="6350">
            <a:solidFill>
              <a:srgbClr val="D3DCE5"/>
            </a:solidFill>
            <a:prstDash val="solid"/>
          </a:ln>
        </p:spPr>
      </p:sp>
      <p:sp>
        <p:nvSpPr>
          <p:cNvPr id="37" name="Text 35"/>
          <p:cNvSpPr txBox="1"/>
          <p:nvPr/>
        </p:nvSpPr>
        <p:spPr>
          <a:xfrm>
            <a:off x="6464808" y="264261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8" name="Shape 36"/>
          <p:cNvSpPr/>
          <p:nvPr/>
        </p:nvSpPr>
        <p:spPr>
          <a:xfrm>
            <a:off x="411480" y="3003804"/>
            <a:ext cx="2788920" cy="361188"/>
          </a:xfrm>
          <a:prstGeom prst="rect">
            <a:avLst/>
          </a:prstGeom>
          <a:solidFill>
            <a:srgbClr val="F7F9FB"/>
          </a:solidFill>
          <a:ln w="6350">
            <a:solidFill>
              <a:srgbClr val="D3DCE5"/>
            </a:solidFill>
            <a:prstDash val="solid"/>
          </a:ln>
        </p:spPr>
      </p:sp>
      <p:sp>
        <p:nvSpPr>
          <p:cNvPr id="39" name="Text 37"/>
          <p:cNvSpPr txBox="1"/>
          <p:nvPr/>
        </p:nvSpPr>
        <p:spPr>
          <a:xfrm>
            <a:off x="475488" y="300380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0" name="Shape 38"/>
          <p:cNvSpPr/>
          <p:nvPr/>
        </p:nvSpPr>
        <p:spPr>
          <a:xfrm>
            <a:off x="3200400" y="3003804"/>
            <a:ext cx="1600200" cy="361188"/>
          </a:xfrm>
          <a:prstGeom prst="rect">
            <a:avLst/>
          </a:prstGeom>
          <a:solidFill>
            <a:srgbClr val="F7F9FB"/>
          </a:solidFill>
          <a:ln w="6350">
            <a:solidFill>
              <a:srgbClr val="D3DCE5"/>
            </a:solidFill>
            <a:prstDash val="solid"/>
          </a:ln>
        </p:spPr>
      </p:sp>
      <p:sp>
        <p:nvSpPr>
          <p:cNvPr id="41" name="Text 39"/>
          <p:cNvSpPr txBox="1"/>
          <p:nvPr/>
        </p:nvSpPr>
        <p:spPr>
          <a:xfrm>
            <a:off x="32644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2" name="Shape 40"/>
          <p:cNvSpPr/>
          <p:nvPr/>
        </p:nvSpPr>
        <p:spPr>
          <a:xfrm>
            <a:off x="4800600" y="3003804"/>
            <a:ext cx="1600200" cy="361188"/>
          </a:xfrm>
          <a:prstGeom prst="rect">
            <a:avLst/>
          </a:prstGeom>
          <a:solidFill>
            <a:srgbClr val="F7F9FB"/>
          </a:solidFill>
          <a:ln w="6350">
            <a:solidFill>
              <a:srgbClr val="D3DCE5"/>
            </a:solidFill>
            <a:prstDash val="solid"/>
          </a:ln>
        </p:spPr>
      </p:sp>
      <p:sp>
        <p:nvSpPr>
          <p:cNvPr id="43" name="Text 41"/>
          <p:cNvSpPr txBox="1"/>
          <p:nvPr/>
        </p:nvSpPr>
        <p:spPr>
          <a:xfrm>
            <a:off x="48646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4" name="Shape 42"/>
          <p:cNvSpPr/>
          <p:nvPr/>
        </p:nvSpPr>
        <p:spPr>
          <a:xfrm>
            <a:off x="6400800" y="3003804"/>
            <a:ext cx="5385816" cy="361188"/>
          </a:xfrm>
          <a:prstGeom prst="rect">
            <a:avLst/>
          </a:prstGeom>
          <a:solidFill>
            <a:srgbClr val="F7F9FB"/>
          </a:solidFill>
          <a:ln w="6350">
            <a:solidFill>
              <a:srgbClr val="D3DCE5"/>
            </a:solidFill>
            <a:prstDash val="solid"/>
          </a:ln>
        </p:spPr>
      </p:sp>
      <p:sp>
        <p:nvSpPr>
          <p:cNvPr id="45" name="Text 43"/>
          <p:cNvSpPr txBox="1"/>
          <p:nvPr/>
        </p:nvSpPr>
        <p:spPr>
          <a:xfrm>
            <a:off x="6464808" y="300380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6" name="Shape 44"/>
          <p:cNvSpPr/>
          <p:nvPr/>
        </p:nvSpPr>
        <p:spPr>
          <a:xfrm>
            <a:off x="411480" y="3364992"/>
            <a:ext cx="2788920" cy="361188"/>
          </a:xfrm>
          <a:prstGeom prst="rect">
            <a:avLst/>
          </a:prstGeom>
          <a:solidFill>
            <a:srgbClr val="FFFFFF"/>
          </a:solidFill>
          <a:ln w="6350">
            <a:solidFill>
              <a:srgbClr val="D3DCE5"/>
            </a:solidFill>
            <a:prstDash val="solid"/>
          </a:ln>
        </p:spPr>
      </p:sp>
      <p:sp>
        <p:nvSpPr>
          <p:cNvPr id="47" name="Text 45"/>
          <p:cNvSpPr txBox="1"/>
          <p:nvPr/>
        </p:nvSpPr>
        <p:spPr>
          <a:xfrm>
            <a:off x="475488" y="336499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8" name="Shape 46"/>
          <p:cNvSpPr/>
          <p:nvPr/>
        </p:nvSpPr>
        <p:spPr>
          <a:xfrm>
            <a:off x="3200400" y="3364992"/>
            <a:ext cx="1600200" cy="361188"/>
          </a:xfrm>
          <a:prstGeom prst="rect">
            <a:avLst/>
          </a:prstGeom>
          <a:solidFill>
            <a:srgbClr val="FFFFFF"/>
          </a:solidFill>
          <a:ln w="6350">
            <a:solidFill>
              <a:srgbClr val="D3DCE5"/>
            </a:solidFill>
            <a:prstDash val="solid"/>
          </a:ln>
        </p:spPr>
      </p:sp>
      <p:sp>
        <p:nvSpPr>
          <p:cNvPr id="49" name="Text 47"/>
          <p:cNvSpPr txBox="1"/>
          <p:nvPr/>
        </p:nvSpPr>
        <p:spPr>
          <a:xfrm>
            <a:off x="3264408" y="3364992"/>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0" name="Shape 48"/>
          <p:cNvSpPr/>
          <p:nvPr/>
        </p:nvSpPr>
        <p:spPr>
          <a:xfrm>
            <a:off x="4800600" y="3364992"/>
            <a:ext cx="1600200" cy="361188"/>
          </a:xfrm>
          <a:prstGeom prst="rect">
            <a:avLst/>
          </a:prstGeom>
          <a:solidFill>
            <a:srgbClr val="FFFFFF"/>
          </a:solidFill>
          <a:ln w="6350">
            <a:solidFill>
              <a:srgbClr val="D3DCE5"/>
            </a:solidFill>
            <a:prstDash val="solid"/>
          </a:ln>
        </p:spPr>
      </p:sp>
      <p:sp>
        <p:nvSpPr>
          <p:cNvPr id="51" name="Text 49"/>
          <p:cNvSpPr txBox="1"/>
          <p:nvPr/>
        </p:nvSpPr>
        <p:spPr>
          <a:xfrm>
            <a:off x="4864608" y="336499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2" name="Shape 50"/>
          <p:cNvSpPr/>
          <p:nvPr/>
        </p:nvSpPr>
        <p:spPr>
          <a:xfrm>
            <a:off x="6400800" y="3364992"/>
            <a:ext cx="5385816" cy="361188"/>
          </a:xfrm>
          <a:prstGeom prst="rect">
            <a:avLst/>
          </a:prstGeom>
          <a:solidFill>
            <a:srgbClr val="FFFFFF"/>
          </a:solidFill>
          <a:ln w="6350">
            <a:solidFill>
              <a:srgbClr val="D3DCE5"/>
            </a:solidFill>
            <a:prstDash val="solid"/>
          </a:ln>
        </p:spPr>
      </p:sp>
      <p:sp>
        <p:nvSpPr>
          <p:cNvPr id="53" name="Text 51"/>
          <p:cNvSpPr txBox="1"/>
          <p:nvPr/>
        </p:nvSpPr>
        <p:spPr>
          <a:xfrm>
            <a:off x="6464808" y="336499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4" name="Shape 52"/>
          <p:cNvSpPr/>
          <p:nvPr/>
        </p:nvSpPr>
        <p:spPr>
          <a:xfrm>
            <a:off x="411480" y="3726180"/>
            <a:ext cx="2788920" cy="361188"/>
          </a:xfrm>
          <a:prstGeom prst="rect">
            <a:avLst/>
          </a:prstGeom>
          <a:solidFill>
            <a:srgbClr val="F7F9FB"/>
          </a:solidFill>
          <a:ln w="6350">
            <a:solidFill>
              <a:srgbClr val="D3DCE5"/>
            </a:solidFill>
            <a:prstDash val="solid"/>
          </a:ln>
        </p:spPr>
      </p:sp>
      <p:sp>
        <p:nvSpPr>
          <p:cNvPr id="55" name="Text 53"/>
          <p:cNvSpPr txBox="1"/>
          <p:nvPr/>
        </p:nvSpPr>
        <p:spPr>
          <a:xfrm>
            <a:off x="475488" y="372618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6" name="Shape 54"/>
          <p:cNvSpPr/>
          <p:nvPr/>
        </p:nvSpPr>
        <p:spPr>
          <a:xfrm>
            <a:off x="3200400" y="3726180"/>
            <a:ext cx="1600200" cy="361188"/>
          </a:xfrm>
          <a:prstGeom prst="rect">
            <a:avLst/>
          </a:prstGeom>
          <a:solidFill>
            <a:srgbClr val="F7F9FB"/>
          </a:solidFill>
          <a:ln w="6350">
            <a:solidFill>
              <a:srgbClr val="D3DCE5"/>
            </a:solidFill>
            <a:prstDash val="solid"/>
          </a:ln>
        </p:spPr>
      </p:sp>
      <p:sp>
        <p:nvSpPr>
          <p:cNvPr id="57" name="Text 55"/>
          <p:cNvSpPr txBox="1"/>
          <p:nvPr/>
        </p:nvSpPr>
        <p:spPr>
          <a:xfrm>
            <a:off x="3264408" y="372618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8" name="Shape 56"/>
          <p:cNvSpPr/>
          <p:nvPr/>
        </p:nvSpPr>
        <p:spPr>
          <a:xfrm>
            <a:off x="4800600" y="3726180"/>
            <a:ext cx="1600200" cy="361188"/>
          </a:xfrm>
          <a:prstGeom prst="rect">
            <a:avLst/>
          </a:prstGeom>
          <a:solidFill>
            <a:srgbClr val="F7F9FB"/>
          </a:solidFill>
          <a:ln w="6350">
            <a:solidFill>
              <a:srgbClr val="D3DCE5"/>
            </a:solidFill>
            <a:prstDash val="solid"/>
          </a:ln>
        </p:spPr>
      </p:sp>
      <p:sp>
        <p:nvSpPr>
          <p:cNvPr id="59" name="Text 57"/>
          <p:cNvSpPr txBox="1"/>
          <p:nvPr/>
        </p:nvSpPr>
        <p:spPr>
          <a:xfrm>
            <a:off x="4864608" y="372618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0" name="Shape 58"/>
          <p:cNvSpPr/>
          <p:nvPr/>
        </p:nvSpPr>
        <p:spPr>
          <a:xfrm>
            <a:off x="6400800" y="3726180"/>
            <a:ext cx="5385816" cy="361188"/>
          </a:xfrm>
          <a:prstGeom prst="rect">
            <a:avLst/>
          </a:prstGeom>
          <a:solidFill>
            <a:srgbClr val="F7F9FB"/>
          </a:solidFill>
          <a:ln w="6350">
            <a:solidFill>
              <a:srgbClr val="D3DCE5"/>
            </a:solidFill>
            <a:prstDash val="solid"/>
          </a:ln>
        </p:spPr>
      </p:sp>
      <p:sp>
        <p:nvSpPr>
          <p:cNvPr id="61" name="Text 59"/>
          <p:cNvSpPr txBox="1"/>
          <p:nvPr/>
        </p:nvSpPr>
        <p:spPr>
          <a:xfrm>
            <a:off x="6464808" y="372618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2" name="Shape 60"/>
          <p:cNvSpPr/>
          <p:nvPr/>
        </p:nvSpPr>
        <p:spPr>
          <a:xfrm>
            <a:off x="411480" y="4087368"/>
            <a:ext cx="2788920" cy="361188"/>
          </a:xfrm>
          <a:prstGeom prst="rect">
            <a:avLst/>
          </a:prstGeom>
          <a:solidFill>
            <a:srgbClr val="FFFFFF"/>
          </a:solidFill>
          <a:ln w="6350">
            <a:solidFill>
              <a:srgbClr val="D3DCE5"/>
            </a:solidFill>
            <a:prstDash val="solid"/>
          </a:ln>
        </p:spPr>
      </p:sp>
      <p:sp>
        <p:nvSpPr>
          <p:cNvPr id="63" name="Text 61"/>
          <p:cNvSpPr txBox="1"/>
          <p:nvPr/>
        </p:nvSpPr>
        <p:spPr>
          <a:xfrm>
            <a:off x="475488" y="408736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4" name="Shape 62"/>
          <p:cNvSpPr/>
          <p:nvPr/>
        </p:nvSpPr>
        <p:spPr>
          <a:xfrm>
            <a:off x="3200400" y="4087368"/>
            <a:ext cx="1600200" cy="361188"/>
          </a:xfrm>
          <a:prstGeom prst="rect">
            <a:avLst/>
          </a:prstGeom>
          <a:solidFill>
            <a:srgbClr val="FFFFFF"/>
          </a:solidFill>
          <a:ln w="6350">
            <a:solidFill>
              <a:srgbClr val="D3DCE5"/>
            </a:solidFill>
            <a:prstDash val="solid"/>
          </a:ln>
        </p:spPr>
      </p:sp>
      <p:sp>
        <p:nvSpPr>
          <p:cNvPr id="65" name="Text 63"/>
          <p:cNvSpPr txBox="1"/>
          <p:nvPr/>
        </p:nvSpPr>
        <p:spPr>
          <a:xfrm>
            <a:off x="3264408" y="4087368"/>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6" name="Shape 64"/>
          <p:cNvSpPr/>
          <p:nvPr/>
        </p:nvSpPr>
        <p:spPr>
          <a:xfrm>
            <a:off x="4800600" y="4087368"/>
            <a:ext cx="1600200" cy="361188"/>
          </a:xfrm>
          <a:prstGeom prst="rect">
            <a:avLst/>
          </a:prstGeom>
          <a:solidFill>
            <a:srgbClr val="FFFFFF"/>
          </a:solidFill>
          <a:ln w="6350">
            <a:solidFill>
              <a:srgbClr val="D3DCE5"/>
            </a:solidFill>
            <a:prstDash val="solid"/>
          </a:ln>
        </p:spPr>
      </p:sp>
      <p:sp>
        <p:nvSpPr>
          <p:cNvPr id="67" name="Text 65"/>
          <p:cNvSpPr txBox="1"/>
          <p:nvPr/>
        </p:nvSpPr>
        <p:spPr>
          <a:xfrm>
            <a:off x="4864608" y="408736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8" name="Shape 66"/>
          <p:cNvSpPr/>
          <p:nvPr/>
        </p:nvSpPr>
        <p:spPr>
          <a:xfrm>
            <a:off x="6400800" y="4087368"/>
            <a:ext cx="5385816" cy="361188"/>
          </a:xfrm>
          <a:prstGeom prst="rect">
            <a:avLst/>
          </a:prstGeom>
          <a:solidFill>
            <a:srgbClr val="FFFFFF"/>
          </a:solidFill>
          <a:ln w="6350">
            <a:solidFill>
              <a:srgbClr val="D3DCE5"/>
            </a:solidFill>
            <a:prstDash val="solid"/>
          </a:ln>
        </p:spPr>
      </p:sp>
      <p:sp>
        <p:nvSpPr>
          <p:cNvPr id="69" name="Text 67"/>
          <p:cNvSpPr txBox="1"/>
          <p:nvPr/>
        </p:nvSpPr>
        <p:spPr>
          <a:xfrm>
            <a:off x="6464808" y="408736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0" name="Shape 68"/>
          <p:cNvSpPr/>
          <p:nvPr/>
        </p:nvSpPr>
        <p:spPr>
          <a:xfrm>
            <a:off x="411480" y="4448556"/>
            <a:ext cx="2788920" cy="361188"/>
          </a:xfrm>
          <a:prstGeom prst="rect">
            <a:avLst/>
          </a:prstGeom>
          <a:solidFill>
            <a:srgbClr val="F7F9FB"/>
          </a:solidFill>
          <a:ln w="6350">
            <a:solidFill>
              <a:srgbClr val="D3DCE5"/>
            </a:solidFill>
            <a:prstDash val="solid"/>
          </a:ln>
        </p:spPr>
      </p:sp>
      <p:sp>
        <p:nvSpPr>
          <p:cNvPr id="71" name="Text 69"/>
          <p:cNvSpPr txBox="1"/>
          <p:nvPr/>
        </p:nvSpPr>
        <p:spPr>
          <a:xfrm>
            <a:off x="475488" y="44485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2" name="Shape 70"/>
          <p:cNvSpPr/>
          <p:nvPr/>
        </p:nvSpPr>
        <p:spPr>
          <a:xfrm>
            <a:off x="3200400" y="4448556"/>
            <a:ext cx="1600200" cy="361188"/>
          </a:xfrm>
          <a:prstGeom prst="rect">
            <a:avLst/>
          </a:prstGeom>
          <a:solidFill>
            <a:srgbClr val="F7F9FB"/>
          </a:solidFill>
          <a:ln w="6350">
            <a:solidFill>
              <a:srgbClr val="D3DCE5"/>
            </a:solidFill>
            <a:prstDash val="solid"/>
          </a:ln>
        </p:spPr>
      </p:sp>
      <p:sp>
        <p:nvSpPr>
          <p:cNvPr id="73" name="Text 71"/>
          <p:cNvSpPr txBox="1"/>
          <p:nvPr/>
        </p:nvSpPr>
        <p:spPr>
          <a:xfrm>
            <a:off x="32644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4" name="Shape 72"/>
          <p:cNvSpPr/>
          <p:nvPr/>
        </p:nvSpPr>
        <p:spPr>
          <a:xfrm>
            <a:off x="4800600" y="4448556"/>
            <a:ext cx="1600200" cy="361188"/>
          </a:xfrm>
          <a:prstGeom prst="rect">
            <a:avLst/>
          </a:prstGeom>
          <a:solidFill>
            <a:srgbClr val="F7F9FB"/>
          </a:solidFill>
          <a:ln w="6350">
            <a:solidFill>
              <a:srgbClr val="D3DCE5"/>
            </a:solidFill>
            <a:prstDash val="solid"/>
          </a:ln>
        </p:spPr>
      </p:sp>
      <p:sp>
        <p:nvSpPr>
          <p:cNvPr id="75" name="Text 73"/>
          <p:cNvSpPr txBox="1"/>
          <p:nvPr/>
        </p:nvSpPr>
        <p:spPr>
          <a:xfrm>
            <a:off x="48646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6" name="Shape 74"/>
          <p:cNvSpPr/>
          <p:nvPr/>
        </p:nvSpPr>
        <p:spPr>
          <a:xfrm>
            <a:off x="6400800" y="4448556"/>
            <a:ext cx="5385816" cy="361188"/>
          </a:xfrm>
          <a:prstGeom prst="rect">
            <a:avLst/>
          </a:prstGeom>
          <a:solidFill>
            <a:srgbClr val="F7F9FB"/>
          </a:solidFill>
          <a:ln w="6350">
            <a:solidFill>
              <a:srgbClr val="D3DCE5"/>
            </a:solidFill>
            <a:prstDash val="solid"/>
          </a:ln>
        </p:spPr>
      </p:sp>
      <p:sp>
        <p:nvSpPr>
          <p:cNvPr id="77" name="Text 75"/>
          <p:cNvSpPr txBox="1"/>
          <p:nvPr/>
        </p:nvSpPr>
        <p:spPr>
          <a:xfrm>
            <a:off x="6464808" y="44485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8" name="Shape 76"/>
          <p:cNvSpPr/>
          <p:nvPr/>
        </p:nvSpPr>
        <p:spPr>
          <a:xfrm>
            <a:off x="411480" y="4809744"/>
            <a:ext cx="2788920" cy="361188"/>
          </a:xfrm>
          <a:prstGeom prst="rect">
            <a:avLst/>
          </a:prstGeom>
          <a:solidFill>
            <a:srgbClr val="FFFFFF"/>
          </a:solidFill>
          <a:ln w="6350">
            <a:solidFill>
              <a:srgbClr val="D3DCE5"/>
            </a:solidFill>
            <a:prstDash val="solid"/>
          </a:ln>
        </p:spPr>
      </p:sp>
      <p:sp>
        <p:nvSpPr>
          <p:cNvPr id="79" name="Text 77"/>
          <p:cNvSpPr txBox="1"/>
          <p:nvPr/>
        </p:nvSpPr>
        <p:spPr>
          <a:xfrm>
            <a:off x="475488" y="48097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0" name="Shape 78"/>
          <p:cNvSpPr/>
          <p:nvPr/>
        </p:nvSpPr>
        <p:spPr>
          <a:xfrm>
            <a:off x="3200400" y="4809744"/>
            <a:ext cx="1600200" cy="361188"/>
          </a:xfrm>
          <a:prstGeom prst="rect">
            <a:avLst/>
          </a:prstGeom>
          <a:solidFill>
            <a:srgbClr val="FFFFFF"/>
          </a:solidFill>
          <a:ln w="6350">
            <a:solidFill>
              <a:srgbClr val="D3DCE5"/>
            </a:solidFill>
            <a:prstDash val="solid"/>
          </a:ln>
        </p:spPr>
      </p:sp>
      <p:sp>
        <p:nvSpPr>
          <p:cNvPr id="81" name="Text 79"/>
          <p:cNvSpPr txBox="1"/>
          <p:nvPr/>
        </p:nvSpPr>
        <p:spPr>
          <a:xfrm>
            <a:off x="32644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2" name="Shape 80"/>
          <p:cNvSpPr/>
          <p:nvPr/>
        </p:nvSpPr>
        <p:spPr>
          <a:xfrm>
            <a:off x="4800600" y="4809744"/>
            <a:ext cx="1600200" cy="361188"/>
          </a:xfrm>
          <a:prstGeom prst="rect">
            <a:avLst/>
          </a:prstGeom>
          <a:solidFill>
            <a:srgbClr val="FFFFFF"/>
          </a:solidFill>
          <a:ln w="6350">
            <a:solidFill>
              <a:srgbClr val="D3DCE5"/>
            </a:solidFill>
            <a:prstDash val="solid"/>
          </a:ln>
        </p:spPr>
      </p:sp>
      <p:sp>
        <p:nvSpPr>
          <p:cNvPr id="83" name="Text 81"/>
          <p:cNvSpPr txBox="1"/>
          <p:nvPr/>
        </p:nvSpPr>
        <p:spPr>
          <a:xfrm>
            <a:off x="48646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4" name="Shape 82"/>
          <p:cNvSpPr/>
          <p:nvPr/>
        </p:nvSpPr>
        <p:spPr>
          <a:xfrm>
            <a:off x="6400800" y="4809744"/>
            <a:ext cx="5385816" cy="361188"/>
          </a:xfrm>
          <a:prstGeom prst="rect">
            <a:avLst/>
          </a:prstGeom>
          <a:solidFill>
            <a:srgbClr val="FFFFFF"/>
          </a:solidFill>
          <a:ln w="6350">
            <a:solidFill>
              <a:srgbClr val="D3DCE5"/>
            </a:solidFill>
            <a:prstDash val="solid"/>
          </a:ln>
        </p:spPr>
      </p:sp>
      <p:sp>
        <p:nvSpPr>
          <p:cNvPr id="85" name="Text 83"/>
          <p:cNvSpPr txBox="1"/>
          <p:nvPr/>
        </p:nvSpPr>
        <p:spPr>
          <a:xfrm>
            <a:off x="6464808" y="48097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6" name="Shape 84"/>
          <p:cNvSpPr/>
          <p:nvPr/>
        </p:nvSpPr>
        <p:spPr>
          <a:xfrm>
            <a:off x="411480" y="5239512"/>
            <a:ext cx="11375136" cy="1024128"/>
          </a:xfrm>
          <a:prstGeom prst="rect">
            <a:avLst/>
          </a:prstGeom>
          <a:solidFill>
            <a:srgbClr val="D6EBE7"/>
          </a:solidFill>
          <a:ln w="9525">
            <a:solidFill>
              <a:srgbClr val="AFD3CC"/>
            </a:solidFill>
            <a:prstDash val="solid"/>
          </a:ln>
        </p:spPr>
      </p:sp>
      <p:sp>
        <p:nvSpPr>
          <p:cNvPr id="87" name="Text 85"/>
          <p:cNvSpPr txBox="1"/>
          <p:nvPr/>
        </p:nvSpPr>
        <p:spPr>
          <a:xfrm>
            <a:off x="576072" y="53675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8" name="Text 86"/>
          <p:cNvSpPr txBox="1"/>
          <p:nvPr/>
        </p:nvSpPr>
        <p:spPr>
          <a:xfrm>
            <a:off x="576072" y="5696712"/>
            <a:ext cx="11045952" cy="47548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A$6.12 stands on the cost position alone.</a:t>
            </a:r>
            <a:endParaRPr lang="en-US" sz="94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D2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Emissions and targets: what is disclosed, and what is not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reports directionally and improved 7.1% last year. It does not report the two numbers a low-carbon thesis actually needs.</a:t>
            </a:r>
            <a:endParaRPr lang="en-US" sz="1200" dirty="0"/>
          </a:p>
        </p:txBody>
      </p:sp>
      <p:sp>
        <p:nvSpPr>
          <p:cNvPr id="6" name="Shape 4"/>
          <p:cNvSpPr/>
          <p:nvPr/>
        </p:nvSpPr>
        <p:spPr>
          <a:xfrm>
            <a:off x="411480" y="1627632"/>
            <a:ext cx="3154680" cy="292608"/>
          </a:xfrm>
          <a:prstGeom prst="rect">
            <a:avLst/>
          </a:prstGeom>
          <a:solidFill>
            <a:srgbClr val="10233A"/>
          </a:solidFill>
          <a:ln/>
        </p:spPr>
      </p:sp>
      <p:sp>
        <p:nvSpPr>
          <p:cNvPr id="7" name="Text 5"/>
          <p:cNvSpPr txBox="1"/>
          <p:nvPr/>
        </p:nvSpPr>
        <p:spPr>
          <a:xfrm>
            <a:off x="475488" y="1627632"/>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566160" y="1627632"/>
            <a:ext cx="4251960" cy="292608"/>
          </a:xfrm>
          <a:prstGeom prst="rect">
            <a:avLst/>
          </a:prstGeom>
          <a:solidFill>
            <a:srgbClr val="10233A"/>
          </a:solidFill>
          <a:ln/>
        </p:spPr>
      </p:sp>
      <p:sp>
        <p:nvSpPr>
          <p:cNvPr id="9" name="Text 7"/>
          <p:cNvSpPr txBox="1"/>
          <p:nvPr/>
        </p:nvSpPr>
        <p:spPr>
          <a:xfrm>
            <a:off x="3630168" y="1627632"/>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0" name="Shape 8"/>
          <p:cNvSpPr/>
          <p:nvPr/>
        </p:nvSpPr>
        <p:spPr>
          <a:xfrm>
            <a:off x="7818120" y="1627632"/>
            <a:ext cx="3968496" cy="292608"/>
          </a:xfrm>
          <a:prstGeom prst="rect">
            <a:avLst/>
          </a:prstGeom>
          <a:solidFill>
            <a:srgbClr val="10233A"/>
          </a:solidFill>
          <a:ln/>
        </p:spPr>
      </p:sp>
      <p:sp>
        <p:nvSpPr>
          <p:cNvPr id="11" name="Text 9"/>
          <p:cNvSpPr txBox="1"/>
          <p:nvPr/>
        </p:nvSpPr>
        <p:spPr>
          <a:xfrm>
            <a:off x="7882128" y="1627632"/>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2" name="Shape 10"/>
          <p:cNvSpPr/>
          <p:nvPr/>
        </p:nvSpPr>
        <p:spPr>
          <a:xfrm>
            <a:off x="411480" y="1920240"/>
            <a:ext cx="315468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4" name="Shape 12"/>
          <p:cNvSpPr/>
          <p:nvPr/>
        </p:nvSpPr>
        <p:spPr>
          <a:xfrm>
            <a:off x="3566160" y="1920240"/>
            <a:ext cx="4251960" cy="434340"/>
          </a:xfrm>
          <a:prstGeom prst="rect">
            <a:avLst/>
          </a:prstGeom>
          <a:solidFill>
            <a:srgbClr val="FFFFFF"/>
          </a:solidFill>
          <a:ln w="6350">
            <a:solidFill>
              <a:srgbClr val="D3DCE5"/>
            </a:solidFill>
            <a:prstDash val="solid"/>
          </a:ln>
        </p:spPr>
      </p:sp>
      <p:sp>
        <p:nvSpPr>
          <p:cNvPr id="15" name="Text 13"/>
          <p:cNvSpPr txBox="1"/>
          <p:nvPr/>
        </p:nvSpPr>
        <p:spPr>
          <a:xfrm>
            <a:off x="3630168" y="19202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7.1% reduction year on year reported in the FY25 results. Absolute tonnages were not retrievable from our sources.</a:t>
            </a:r>
            <a:endParaRPr lang="en-US" sz="860" dirty="0"/>
          </a:p>
        </p:txBody>
      </p:sp>
      <p:sp>
        <p:nvSpPr>
          <p:cNvPr id="16" name="Shape 14"/>
          <p:cNvSpPr/>
          <p:nvPr/>
        </p:nvSpPr>
        <p:spPr>
          <a:xfrm>
            <a:off x="7818120" y="1920240"/>
            <a:ext cx="3968496" cy="434340"/>
          </a:xfrm>
          <a:prstGeom prst="rect">
            <a:avLst/>
          </a:prstGeom>
          <a:solidFill>
            <a:srgbClr val="FFFFFF"/>
          </a:solidFill>
          <a:ln w="6350">
            <a:solidFill>
              <a:srgbClr val="D3DCE5"/>
            </a:solidFill>
            <a:prstDash val="solid"/>
          </a:ln>
        </p:spPr>
      </p:sp>
      <p:sp>
        <p:nvSpPr>
          <p:cNvPr id="17" name="Text 15"/>
          <p:cNvSpPr txBox="1"/>
          <p:nvPr/>
        </p:nvSpPr>
        <p:spPr>
          <a:xfrm>
            <a:off x="7882128" y="19202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Directional only</a:t>
            </a:r>
            <a:endParaRPr lang="en-US" sz="860" dirty="0"/>
          </a:p>
        </p:txBody>
      </p:sp>
      <p:sp>
        <p:nvSpPr>
          <p:cNvPr id="18" name="Shape 16"/>
          <p:cNvSpPr/>
          <p:nvPr/>
        </p:nvSpPr>
        <p:spPr>
          <a:xfrm>
            <a:off x="411480" y="2354580"/>
            <a:ext cx="315468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0" name="Shape 18"/>
          <p:cNvSpPr/>
          <p:nvPr/>
        </p:nvSpPr>
        <p:spPr>
          <a:xfrm>
            <a:off x="3566160" y="2354580"/>
            <a:ext cx="4251960" cy="434340"/>
          </a:xfrm>
          <a:prstGeom prst="rect">
            <a:avLst/>
          </a:prstGeom>
          <a:solidFill>
            <a:srgbClr val="F7F9FB"/>
          </a:solidFill>
          <a:ln w="6350">
            <a:solidFill>
              <a:srgbClr val="D3DCE5"/>
            </a:solidFill>
            <a:prstDash val="solid"/>
          </a:ln>
        </p:spPr>
      </p:sp>
      <p:sp>
        <p:nvSpPr>
          <p:cNvPr id="21" name="Text 19"/>
          <p:cNvSpPr txBox="1"/>
          <p:nvPr/>
        </p:nvSpPr>
        <p:spPr>
          <a:xfrm>
            <a:off x="3630168" y="23545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2" name="Shape 20"/>
          <p:cNvSpPr/>
          <p:nvPr/>
        </p:nvSpPr>
        <p:spPr>
          <a:xfrm>
            <a:off x="7818120" y="2354580"/>
            <a:ext cx="3968496" cy="434340"/>
          </a:xfrm>
          <a:prstGeom prst="rect">
            <a:avLst/>
          </a:prstGeom>
          <a:solidFill>
            <a:srgbClr val="F7F9FB"/>
          </a:solidFill>
          <a:ln w="6350">
            <a:solidFill>
              <a:srgbClr val="D3DCE5"/>
            </a:solidFill>
            <a:prstDash val="solid"/>
          </a:ln>
        </p:spPr>
      </p:sp>
      <p:sp>
        <p:nvSpPr>
          <p:cNvPr id="23" name="Text 21"/>
          <p:cNvSpPr txBox="1"/>
          <p:nvPr/>
        </p:nvSpPr>
        <p:spPr>
          <a:xfrm>
            <a:off x="7882128" y="23545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4" name="Shape 22"/>
          <p:cNvSpPr/>
          <p:nvPr/>
        </p:nvSpPr>
        <p:spPr>
          <a:xfrm>
            <a:off x="411480" y="2788920"/>
            <a:ext cx="315468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6" name="Shape 24"/>
          <p:cNvSpPr/>
          <p:nvPr/>
        </p:nvSpPr>
        <p:spPr>
          <a:xfrm>
            <a:off x="3566160" y="2788920"/>
            <a:ext cx="4251960" cy="434340"/>
          </a:xfrm>
          <a:prstGeom prst="rect">
            <a:avLst/>
          </a:prstGeom>
          <a:solidFill>
            <a:srgbClr val="FFFFFF"/>
          </a:solidFill>
          <a:ln w="6350">
            <a:solidFill>
              <a:srgbClr val="D3DCE5"/>
            </a:solidFill>
            <a:prstDash val="solid"/>
          </a:ln>
        </p:spPr>
      </p:sp>
      <p:sp>
        <p:nvSpPr>
          <p:cNvPr id="27" name="Text 25"/>
          <p:cNvSpPr txBox="1"/>
          <p:nvPr/>
        </p:nvSpPr>
        <p:spPr>
          <a:xfrm>
            <a:off x="3630168" y="278892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8" name="Shape 26"/>
          <p:cNvSpPr/>
          <p:nvPr/>
        </p:nvSpPr>
        <p:spPr>
          <a:xfrm>
            <a:off x="7818120" y="2788920"/>
            <a:ext cx="3968496" cy="434340"/>
          </a:xfrm>
          <a:prstGeom prst="rect">
            <a:avLst/>
          </a:prstGeom>
          <a:solidFill>
            <a:srgbClr val="FFFFFF"/>
          </a:solidFill>
          <a:ln w="6350">
            <a:solidFill>
              <a:srgbClr val="D3DCE5"/>
            </a:solidFill>
            <a:prstDash val="solid"/>
          </a:ln>
        </p:spPr>
      </p:sp>
      <p:sp>
        <p:nvSpPr>
          <p:cNvPr id="29" name="Text 27"/>
          <p:cNvSpPr txBox="1"/>
          <p:nvPr/>
        </p:nvSpPr>
        <p:spPr>
          <a:xfrm>
            <a:off x="7882128" y="278892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0" name="Shape 28"/>
          <p:cNvSpPr/>
          <p:nvPr/>
        </p:nvSpPr>
        <p:spPr>
          <a:xfrm>
            <a:off x="411480" y="3223260"/>
            <a:ext cx="315468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2" name="Shape 30"/>
          <p:cNvSpPr/>
          <p:nvPr/>
        </p:nvSpPr>
        <p:spPr>
          <a:xfrm>
            <a:off x="3566160" y="3223260"/>
            <a:ext cx="4251960" cy="434340"/>
          </a:xfrm>
          <a:prstGeom prst="rect">
            <a:avLst/>
          </a:prstGeom>
          <a:solidFill>
            <a:srgbClr val="F7F9FB"/>
          </a:solidFill>
          <a:ln w="6350">
            <a:solidFill>
              <a:srgbClr val="D3DCE5"/>
            </a:solidFill>
            <a:prstDash val="solid"/>
          </a:ln>
        </p:spPr>
      </p:sp>
      <p:sp>
        <p:nvSpPr>
          <p:cNvPr id="33" name="Text 31"/>
          <p:cNvSpPr txBox="1"/>
          <p:nvPr/>
        </p:nvSpPr>
        <p:spPr>
          <a:xfrm>
            <a:off x="3630168" y="322326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4" name="Shape 32"/>
          <p:cNvSpPr/>
          <p:nvPr/>
        </p:nvSpPr>
        <p:spPr>
          <a:xfrm>
            <a:off x="7818120" y="3223260"/>
            <a:ext cx="3968496" cy="434340"/>
          </a:xfrm>
          <a:prstGeom prst="rect">
            <a:avLst/>
          </a:prstGeom>
          <a:solidFill>
            <a:srgbClr val="F7F9FB"/>
          </a:solidFill>
          <a:ln w="6350">
            <a:solidFill>
              <a:srgbClr val="D3DCE5"/>
            </a:solidFill>
            <a:prstDash val="solid"/>
          </a:ln>
        </p:spPr>
      </p:sp>
      <p:sp>
        <p:nvSpPr>
          <p:cNvPr id="35" name="Text 33"/>
          <p:cNvSpPr txBox="1"/>
          <p:nvPr/>
        </p:nvSpPr>
        <p:spPr>
          <a:xfrm>
            <a:off x="7882128" y="322326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6" name="Shape 34"/>
          <p:cNvSpPr/>
          <p:nvPr/>
        </p:nvSpPr>
        <p:spPr>
          <a:xfrm>
            <a:off x="411480" y="3657600"/>
            <a:ext cx="315468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8" name="Shape 36"/>
          <p:cNvSpPr/>
          <p:nvPr/>
        </p:nvSpPr>
        <p:spPr>
          <a:xfrm>
            <a:off x="3566160" y="3657600"/>
            <a:ext cx="4251960" cy="434340"/>
          </a:xfrm>
          <a:prstGeom prst="rect">
            <a:avLst/>
          </a:prstGeom>
          <a:solidFill>
            <a:srgbClr val="FFFFFF"/>
          </a:solidFill>
          <a:ln w="6350">
            <a:solidFill>
              <a:srgbClr val="D3DCE5"/>
            </a:solidFill>
            <a:prstDash val="solid"/>
          </a:ln>
        </p:spPr>
      </p:sp>
      <p:sp>
        <p:nvSpPr>
          <p:cNvPr id="39" name="Text 37"/>
          <p:cNvSpPr txBox="1"/>
          <p:nvPr/>
        </p:nvSpPr>
        <p:spPr>
          <a:xfrm>
            <a:off x="3630168" y="365760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0" name="Shape 38"/>
          <p:cNvSpPr/>
          <p:nvPr/>
        </p:nvSpPr>
        <p:spPr>
          <a:xfrm>
            <a:off x="7818120" y="3657600"/>
            <a:ext cx="3968496" cy="434340"/>
          </a:xfrm>
          <a:prstGeom prst="rect">
            <a:avLst/>
          </a:prstGeom>
          <a:solidFill>
            <a:srgbClr val="FFFFFF"/>
          </a:solidFill>
          <a:ln w="6350">
            <a:solidFill>
              <a:srgbClr val="D3DCE5"/>
            </a:solidFill>
            <a:prstDash val="solid"/>
          </a:ln>
        </p:spPr>
      </p:sp>
      <p:sp>
        <p:nvSpPr>
          <p:cNvPr id="41" name="Text 39"/>
          <p:cNvSpPr txBox="1"/>
          <p:nvPr/>
        </p:nvSpPr>
        <p:spPr>
          <a:xfrm>
            <a:off x="7882128" y="3657600"/>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2" name="Shape 40"/>
          <p:cNvSpPr/>
          <p:nvPr/>
        </p:nvSpPr>
        <p:spPr>
          <a:xfrm>
            <a:off x="411480" y="4091940"/>
            <a:ext cx="315468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4" name="Shape 42"/>
          <p:cNvSpPr/>
          <p:nvPr/>
        </p:nvSpPr>
        <p:spPr>
          <a:xfrm>
            <a:off x="3566160" y="4091940"/>
            <a:ext cx="4251960" cy="434340"/>
          </a:xfrm>
          <a:prstGeom prst="rect">
            <a:avLst/>
          </a:prstGeom>
          <a:solidFill>
            <a:srgbClr val="F7F9FB"/>
          </a:solidFill>
          <a:ln w="6350">
            <a:solidFill>
              <a:srgbClr val="D3DCE5"/>
            </a:solidFill>
            <a:prstDash val="solid"/>
          </a:ln>
        </p:spPr>
      </p:sp>
      <p:sp>
        <p:nvSpPr>
          <p:cNvPr id="45" name="Text 43"/>
          <p:cNvSpPr txBox="1"/>
          <p:nvPr/>
        </p:nvSpPr>
        <p:spPr>
          <a:xfrm>
            <a:off x="3630168" y="40919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6" name="Shape 44"/>
          <p:cNvSpPr/>
          <p:nvPr/>
        </p:nvSpPr>
        <p:spPr>
          <a:xfrm>
            <a:off x="7818120" y="4091940"/>
            <a:ext cx="3968496" cy="434340"/>
          </a:xfrm>
          <a:prstGeom prst="rect">
            <a:avLst/>
          </a:prstGeom>
          <a:solidFill>
            <a:srgbClr val="F7F9FB"/>
          </a:solidFill>
          <a:ln w="6350">
            <a:solidFill>
              <a:srgbClr val="D3DCE5"/>
            </a:solidFill>
            <a:prstDash val="solid"/>
          </a:ln>
        </p:spPr>
      </p:sp>
      <p:sp>
        <p:nvSpPr>
          <p:cNvPr id="47" name="Text 45"/>
          <p:cNvSpPr txBox="1"/>
          <p:nvPr/>
        </p:nvSpPr>
        <p:spPr>
          <a:xfrm>
            <a:off x="7882128" y="40919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8" name="Shape 46"/>
          <p:cNvSpPr/>
          <p:nvPr/>
        </p:nvSpPr>
        <p:spPr>
          <a:xfrm>
            <a:off x="411480" y="4526280"/>
            <a:ext cx="315468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0" name="Shape 48"/>
          <p:cNvSpPr/>
          <p:nvPr/>
        </p:nvSpPr>
        <p:spPr>
          <a:xfrm>
            <a:off x="3566160" y="4526280"/>
            <a:ext cx="4251960" cy="434340"/>
          </a:xfrm>
          <a:prstGeom prst="rect">
            <a:avLst/>
          </a:prstGeom>
          <a:solidFill>
            <a:srgbClr val="FFFFFF"/>
          </a:solidFill>
          <a:ln w="6350">
            <a:solidFill>
              <a:srgbClr val="D3DCE5"/>
            </a:solidFill>
            <a:prstDash val="solid"/>
          </a:ln>
        </p:spPr>
      </p:sp>
      <p:sp>
        <p:nvSpPr>
          <p:cNvPr id="51" name="Text 49"/>
          <p:cNvSpPr txBox="1"/>
          <p:nvPr/>
        </p:nvSpPr>
        <p:spPr>
          <a:xfrm>
            <a:off x="3630168" y="45262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2" name="Shape 50"/>
          <p:cNvSpPr/>
          <p:nvPr/>
        </p:nvSpPr>
        <p:spPr>
          <a:xfrm>
            <a:off x="7818120" y="4526280"/>
            <a:ext cx="3968496" cy="434340"/>
          </a:xfrm>
          <a:prstGeom prst="rect">
            <a:avLst/>
          </a:prstGeom>
          <a:solidFill>
            <a:srgbClr val="FFFFFF"/>
          </a:solidFill>
          <a:ln w="6350">
            <a:solidFill>
              <a:srgbClr val="D3DCE5"/>
            </a:solidFill>
            <a:prstDash val="solid"/>
          </a:ln>
        </p:spPr>
      </p:sp>
      <p:sp>
        <p:nvSpPr>
          <p:cNvPr id="53" name="Text 51"/>
          <p:cNvSpPr txBox="1"/>
          <p:nvPr/>
        </p:nvSpPr>
        <p:spPr>
          <a:xfrm>
            <a:off x="7882128" y="45262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4" name="Shape 52"/>
          <p:cNvSpPr/>
          <p:nvPr/>
        </p:nvSpPr>
        <p:spPr>
          <a:xfrm>
            <a:off x="411480" y="5029200"/>
            <a:ext cx="5577840" cy="1316736"/>
          </a:xfrm>
          <a:prstGeom prst="rect">
            <a:avLst/>
          </a:prstGeom>
          <a:solidFill>
            <a:srgbClr val="D6EBE7"/>
          </a:solidFill>
          <a:ln w="9525">
            <a:solidFill>
              <a:srgbClr val="AFD3CC"/>
            </a:solidFill>
            <a:prstDash val="solid"/>
          </a:ln>
        </p:spPr>
      </p:sp>
      <p:sp>
        <p:nvSpPr>
          <p:cNvPr id="55" name="Text 53"/>
          <p:cNvSpPr txBox="1"/>
          <p:nvPr/>
        </p:nvSpPr>
        <p:spPr>
          <a:xfrm>
            <a:off x="576072" y="515721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6" name="Text 54"/>
          <p:cNvSpPr txBox="1"/>
          <p:nvPr/>
        </p:nvSpPr>
        <p:spPr>
          <a:xfrm>
            <a:off x="576072"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900" dirty="0"/>
          </a:p>
        </p:txBody>
      </p:sp>
      <p:sp>
        <p:nvSpPr>
          <p:cNvPr id="57" name="Shape 55"/>
          <p:cNvSpPr/>
          <p:nvPr/>
        </p:nvSpPr>
        <p:spPr>
          <a:xfrm>
            <a:off x="6208776" y="5029200"/>
            <a:ext cx="5577840" cy="1316736"/>
          </a:xfrm>
          <a:prstGeom prst="rect">
            <a:avLst/>
          </a:prstGeom>
          <a:solidFill>
            <a:srgbClr val="F7E2E2"/>
          </a:solidFill>
          <a:ln w="9525">
            <a:solidFill>
              <a:srgbClr val="E5C3C3"/>
            </a:solidFill>
            <a:prstDash val="solid"/>
          </a:ln>
        </p:spPr>
      </p:sp>
      <p:sp>
        <p:nvSpPr>
          <p:cNvPr id="58" name="Text 56"/>
          <p:cNvSpPr txBox="1"/>
          <p:nvPr/>
        </p:nvSpPr>
        <p:spPr>
          <a:xfrm>
            <a:off x="6373368" y="5157216"/>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matter here</a:t>
            </a:r>
            <a:endParaRPr lang="en-US" sz="1150" dirty="0"/>
          </a:p>
        </p:txBody>
      </p:sp>
      <p:sp>
        <p:nvSpPr>
          <p:cNvPr id="59" name="Text 57"/>
          <p:cNvSpPr txBox="1"/>
          <p:nvPr/>
        </p:nvSpPr>
        <p:spPr>
          <a:xfrm>
            <a:off x="6373368"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D3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Power strategy: the lever that shows up in the cost 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Diesel to gas is done. Solar and storage are planned. Wind is aspirational. We have valued the first, part-valued the second and ignored the third.</a:t>
            </a:r>
            <a:endParaRPr lang="en-US" sz="1200" dirty="0"/>
          </a:p>
        </p:txBody>
      </p:sp>
      <p:sp>
        <p:nvSpPr>
          <p:cNvPr id="6" name="Shape 4"/>
          <p:cNvSpPr/>
          <p:nvPr/>
        </p:nvSpPr>
        <p:spPr>
          <a:xfrm>
            <a:off x="411480" y="1627632"/>
            <a:ext cx="2606040" cy="292608"/>
          </a:xfrm>
          <a:prstGeom prst="rect">
            <a:avLst/>
          </a:prstGeom>
          <a:solidFill>
            <a:srgbClr val="10233A"/>
          </a:solidFill>
          <a:ln/>
        </p:spPr>
      </p:sp>
      <p:sp>
        <p:nvSpPr>
          <p:cNvPr id="7" name="Text 5"/>
          <p:cNvSpPr txBox="1"/>
          <p:nvPr/>
        </p:nvSpPr>
        <p:spPr>
          <a:xfrm>
            <a:off x="47548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017520" y="1627632"/>
            <a:ext cx="1874520" cy="292608"/>
          </a:xfrm>
          <a:prstGeom prst="rect">
            <a:avLst/>
          </a:prstGeom>
          <a:solidFill>
            <a:srgbClr val="10233A"/>
          </a:solidFill>
          <a:ln/>
        </p:spPr>
      </p:sp>
      <p:sp>
        <p:nvSpPr>
          <p:cNvPr id="9" name="Text 7"/>
          <p:cNvSpPr txBox="1"/>
          <p:nvPr/>
        </p:nvSpPr>
        <p:spPr>
          <a:xfrm>
            <a:off x="3081528" y="1627632"/>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4892040" y="1627632"/>
            <a:ext cx="3794760" cy="292608"/>
          </a:xfrm>
          <a:prstGeom prst="rect">
            <a:avLst/>
          </a:prstGeom>
          <a:solidFill>
            <a:srgbClr val="10233A"/>
          </a:solidFill>
          <a:ln/>
        </p:spPr>
      </p:sp>
      <p:sp>
        <p:nvSpPr>
          <p:cNvPr id="11" name="Text 9"/>
          <p:cNvSpPr txBox="1"/>
          <p:nvPr/>
        </p:nvSpPr>
        <p:spPr>
          <a:xfrm>
            <a:off x="4956048" y="1627632"/>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4" name="Shape 12"/>
          <p:cNvSpPr/>
          <p:nvPr/>
        </p:nvSpPr>
        <p:spPr>
          <a:xfrm>
            <a:off x="411480" y="1920240"/>
            <a:ext cx="2606040" cy="521208"/>
          </a:xfrm>
          <a:prstGeom prst="rect">
            <a:avLst/>
          </a:prstGeom>
          <a:solidFill>
            <a:srgbClr val="FFFFFF"/>
          </a:solidFill>
          <a:ln w="6350">
            <a:solidFill>
              <a:srgbClr val="D3DCE5"/>
            </a:solidFill>
            <a:prstDash val="solid"/>
          </a:ln>
        </p:spPr>
      </p:sp>
      <p:sp>
        <p:nvSpPr>
          <p:cNvPr id="15" name="Text 13"/>
          <p:cNvSpPr txBox="1"/>
          <p:nvPr/>
        </p:nvSpPr>
        <p:spPr>
          <a:xfrm>
            <a:off x="475488" y="192024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6" name="Shape 14"/>
          <p:cNvSpPr/>
          <p:nvPr/>
        </p:nvSpPr>
        <p:spPr>
          <a:xfrm>
            <a:off x="3017520" y="1920240"/>
            <a:ext cx="1874520" cy="521208"/>
          </a:xfrm>
          <a:prstGeom prst="rect">
            <a:avLst/>
          </a:prstGeom>
          <a:solidFill>
            <a:srgbClr val="FFFFFF"/>
          </a:solidFill>
          <a:ln w="6350">
            <a:solidFill>
              <a:srgbClr val="D3DCE5"/>
            </a:solidFill>
            <a:prstDash val="solid"/>
          </a:ln>
        </p:spPr>
      </p:sp>
      <p:sp>
        <p:nvSpPr>
          <p:cNvPr id="17" name="Text 15"/>
          <p:cNvSpPr txBox="1"/>
          <p:nvPr/>
        </p:nvSpPr>
        <p:spPr>
          <a:xfrm>
            <a:off x="3081528" y="1920240"/>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8" name="Shape 16"/>
          <p:cNvSpPr/>
          <p:nvPr/>
        </p:nvSpPr>
        <p:spPr>
          <a:xfrm>
            <a:off x="4892040" y="1920240"/>
            <a:ext cx="3794760" cy="521208"/>
          </a:xfrm>
          <a:prstGeom prst="rect">
            <a:avLst/>
          </a:prstGeom>
          <a:solidFill>
            <a:srgbClr val="FFFFFF"/>
          </a:solidFill>
          <a:ln w="6350">
            <a:solidFill>
              <a:srgbClr val="D3DCE5"/>
            </a:solidFill>
            <a:prstDash val="solid"/>
          </a:ln>
        </p:spPr>
      </p:sp>
      <p:sp>
        <p:nvSpPr>
          <p:cNvPr id="19" name="Text 17"/>
          <p:cNvSpPr txBox="1"/>
          <p:nvPr/>
        </p:nvSpPr>
        <p:spPr>
          <a:xfrm>
            <a:off x="4956048" y="192024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0" name="Shape 18"/>
          <p:cNvSpPr/>
          <p:nvPr/>
        </p:nvSpPr>
        <p:spPr>
          <a:xfrm>
            <a:off x="8686800" y="1920240"/>
            <a:ext cx="3099816" cy="521208"/>
          </a:xfrm>
          <a:prstGeom prst="rect">
            <a:avLst/>
          </a:prstGeom>
          <a:solidFill>
            <a:srgbClr val="FFFFFF"/>
          </a:solidFill>
          <a:ln w="6350">
            <a:solidFill>
              <a:srgbClr val="D3DCE5"/>
            </a:solidFill>
            <a:prstDash val="solid"/>
          </a:ln>
        </p:spPr>
      </p:sp>
      <p:sp>
        <p:nvSpPr>
          <p:cNvPr id="21" name="Text 19"/>
          <p:cNvSpPr txBox="1"/>
          <p:nvPr/>
        </p:nvSpPr>
        <p:spPr>
          <a:xfrm>
            <a:off x="8750808" y="192024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2" name="Shape 20"/>
          <p:cNvSpPr/>
          <p:nvPr/>
        </p:nvSpPr>
        <p:spPr>
          <a:xfrm>
            <a:off x="411480" y="2441448"/>
            <a:ext cx="2606040" cy="521208"/>
          </a:xfrm>
          <a:prstGeom prst="rect">
            <a:avLst/>
          </a:prstGeom>
          <a:solidFill>
            <a:srgbClr val="F7F9FB"/>
          </a:solidFill>
          <a:ln w="6350">
            <a:solidFill>
              <a:srgbClr val="D3DCE5"/>
            </a:solidFill>
            <a:prstDash val="solid"/>
          </a:ln>
        </p:spPr>
      </p:sp>
      <p:sp>
        <p:nvSpPr>
          <p:cNvPr id="23" name="Text 21"/>
          <p:cNvSpPr txBox="1"/>
          <p:nvPr/>
        </p:nvSpPr>
        <p:spPr>
          <a:xfrm>
            <a:off x="475488" y="244144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4" name="Shape 22"/>
          <p:cNvSpPr/>
          <p:nvPr/>
        </p:nvSpPr>
        <p:spPr>
          <a:xfrm>
            <a:off x="3017520" y="2441448"/>
            <a:ext cx="1874520" cy="521208"/>
          </a:xfrm>
          <a:prstGeom prst="rect">
            <a:avLst/>
          </a:prstGeom>
          <a:solidFill>
            <a:srgbClr val="F7F9FB"/>
          </a:solidFill>
          <a:ln w="6350">
            <a:solidFill>
              <a:srgbClr val="D3DCE5"/>
            </a:solidFill>
            <a:prstDash val="solid"/>
          </a:ln>
        </p:spPr>
      </p:sp>
      <p:sp>
        <p:nvSpPr>
          <p:cNvPr id="25" name="Text 23"/>
          <p:cNvSpPr txBox="1"/>
          <p:nvPr/>
        </p:nvSpPr>
        <p:spPr>
          <a:xfrm>
            <a:off x="3081528" y="2441448"/>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6" name="Shape 24"/>
          <p:cNvSpPr/>
          <p:nvPr/>
        </p:nvSpPr>
        <p:spPr>
          <a:xfrm>
            <a:off x="4892040" y="2441448"/>
            <a:ext cx="3794760" cy="521208"/>
          </a:xfrm>
          <a:prstGeom prst="rect">
            <a:avLst/>
          </a:prstGeom>
          <a:solidFill>
            <a:srgbClr val="F7F9FB"/>
          </a:solidFill>
          <a:ln w="6350">
            <a:solidFill>
              <a:srgbClr val="D3DCE5"/>
            </a:solidFill>
            <a:prstDash val="solid"/>
          </a:ln>
        </p:spPr>
      </p:sp>
      <p:sp>
        <p:nvSpPr>
          <p:cNvPr id="27" name="Text 25"/>
          <p:cNvSpPr txBox="1"/>
          <p:nvPr/>
        </p:nvSpPr>
        <p:spPr>
          <a:xfrm>
            <a:off x="4956048" y="244144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8" name="Shape 26"/>
          <p:cNvSpPr/>
          <p:nvPr/>
        </p:nvSpPr>
        <p:spPr>
          <a:xfrm>
            <a:off x="8686800" y="2441448"/>
            <a:ext cx="3099816" cy="521208"/>
          </a:xfrm>
          <a:prstGeom prst="rect">
            <a:avLst/>
          </a:prstGeom>
          <a:solidFill>
            <a:srgbClr val="F7F9FB"/>
          </a:solidFill>
          <a:ln w="6350">
            <a:solidFill>
              <a:srgbClr val="D3DCE5"/>
            </a:solidFill>
            <a:prstDash val="solid"/>
          </a:ln>
        </p:spPr>
      </p:sp>
      <p:sp>
        <p:nvSpPr>
          <p:cNvPr id="29" name="Text 27"/>
          <p:cNvSpPr txBox="1"/>
          <p:nvPr/>
        </p:nvSpPr>
        <p:spPr>
          <a:xfrm>
            <a:off x="8750808" y="244144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0" name="Shape 28"/>
          <p:cNvSpPr/>
          <p:nvPr/>
        </p:nvSpPr>
        <p:spPr>
          <a:xfrm>
            <a:off x="411480" y="2962656"/>
            <a:ext cx="2606040" cy="521208"/>
          </a:xfrm>
          <a:prstGeom prst="rect">
            <a:avLst/>
          </a:prstGeom>
          <a:solidFill>
            <a:srgbClr val="FFFFFF"/>
          </a:solidFill>
          <a:ln w="6350">
            <a:solidFill>
              <a:srgbClr val="D3DCE5"/>
            </a:solidFill>
            <a:prstDash val="solid"/>
          </a:ln>
        </p:spPr>
      </p:sp>
      <p:sp>
        <p:nvSpPr>
          <p:cNvPr id="31" name="Text 29"/>
          <p:cNvSpPr txBox="1"/>
          <p:nvPr/>
        </p:nvSpPr>
        <p:spPr>
          <a:xfrm>
            <a:off x="475488" y="29626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2" name="Shape 30"/>
          <p:cNvSpPr/>
          <p:nvPr/>
        </p:nvSpPr>
        <p:spPr>
          <a:xfrm>
            <a:off x="3017520" y="2962656"/>
            <a:ext cx="1874520" cy="521208"/>
          </a:xfrm>
          <a:prstGeom prst="rect">
            <a:avLst/>
          </a:prstGeom>
          <a:solidFill>
            <a:srgbClr val="FFFFFF"/>
          </a:solidFill>
          <a:ln w="6350">
            <a:solidFill>
              <a:srgbClr val="D3DCE5"/>
            </a:solidFill>
            <a:prstDash val="solid"/>
          </a:ln>
        </p:spPr>
      </p:sp>
      <p:sp>
        <p:nvSpPr>
          <p:cNvPr id="33" name="Text 31"/>
          <p:cNvSpPr txBox="1"/>
          <p:nvPr/>
        </p:nvSpPr>
        <p:spPr>
          <a:xfrm>
            <a:off x="3081528" y="2962656"/>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4" name="Shape 32"/>
          <p:cNvSpPr/>
          <p:nvPr/>
        </p:nvSpPr>
        <p:spPr>
          <a:xfrm>
            <a:off x="4892040" y="2962656"/>
            <a:ext cx="3794760" cy="521208"/>
          </a:xfrm>
          <a:prstGeom prst="rect">
            <a:avLst/>
          </a:prstGeom>
          <a:solidFill>
            <a:srgbClr val="FFFFFF"/>
          </a:solidFill>
          <a:ln w="6350">
            <a:solidFill>
              <a:srgbClr val="D3DCE5"/>
            </a:solidFill>
            <a:prstDash val="solid"/>
          </a:ln>
        </p:spPr>
      </p:sp>
      <p:sp>
        <p:nvSpPr>
          <p:cNvPr id="35" name="Text 33"/>
          <p:cNvSpPr txBox="1"/>
          <p:nvPr/>
        </p:nvSpPr>
        <p:spPr>
          <a:xfrm>
            <a:off x="4956048" y="29626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6" name="Shape 34"/>
          <p:cNvSpPr/>
          <p:nvPr/>
        </p:nvSpPr>
        <p:spPr>
          <a:xfrm>
            <a:off x="8686800" y="2962656"/>
            <a:ext cx="3099816" cy="521208"/>
          </a:xfrm>
          <a:prstGeom prst="rect">
            <a:avLst/>
          </a:prstGeom>
          <a:solidFill>
            <a:srgbClr val="FFFFFF"/>
          </a:solidFill>
          <a:ln w="6350">
            <a:solidFill>
              <a:srgbClr val="D3DCE5"/>
            </a:solidFill>
            <a:prstDash val="solid"/>
          </a:ln>
        </p:spPr>
      </p:sp>
      <p:sp>
        <p:nvSpPr>
          <p:cNvPr id="37" name="Text 35"/>
          <p:cNvSpPr txBox="1"/>
          <p:nvPr/>
        </p:nvSpPr>
        <p:spPr>
          <a:xfrm>
            <a:off x="8750808" y="29626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8" name="Shape 36"/>
          <p:cNvSpPr/>
          <p:nvPr/>
        </p:nvSpPr>
        <p:spPr>
          <a:xfrm>
            <a:off x="411480" y="3483864"/>
            <a:ext cx="2606040" cy="521208"/>
          </a:xfrm>
          <a:prstGeom prst="rect">
            <a:avLst/>
          </a:prstGeom>
          <a:solidFill>
            <a:srgbClr val="F7F9FB"/>
          </a:solidFill>
          <a:ln w="6350">
            <a:solidFill>
              <a:srgbClr val="D3DCE5"/>
            </a:solidFill>
            <a:prstDash val="solid"/>
          </a:ln>
        </p:spPr>
      </p:sp>
      <p:sp>
        <p:nvSpPr>
          <p:cNvPr id="39" name="Text 37"/>
          <p:cNvSpPr txBox="1"/>
          <p:nvPr/>
        </p:nvSpPr>
        <p:spPr>
          <a:xfrm>
            <a:off x="475488" y="34838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0" name="Shape 38"/>
          <p:cNvSpPr/>
          <p:nvPr/>
        </p:nvSpPr>
        <p:spPr>
          <a:xfrm>
            <a:off x="3017520" y="3483864"/>
            <a:ext cx="1874520" cy="521208"/>
          </a:xfrm>
          <a:prstGeom prst="rect">
            <a:avLst/>
          </a:prstGeom>
          <a:solidFill>
            <a:srgbClr val="F7F9FB"/>
          </a:solidFill>
          <a:ln w="6350">
            <a:solidFill>
              <a:srgbClr val="D3DCE5"/>
            </a:solidFill>
            <a:prstDash val="solid"/>
          </a:ln>
        </p:spPr>
      </p:sp>
      <p:sp>
        <p:nvSpPr>
          <p:cNvPr id="41" name="Text 39"/>
          <p:cNvSpPr txBox="1"/>
          <p:nvPr/>
        </p:nvSpPr>
        <p:spPr>
          <a:xfrm>
            <a:off x="3081528" y="3483864"/>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2" name="Shape 40"/>
          <p:cNvSpPr/>
          <p:nvPr/>
        </p:nvSpPr>
        <p:spPr>
          <a:xfrm>
            <a:off x="4892040" y="3483864"/>
            <a:ext cx="3794760" cy="521208"/>
          </a:xfrm>
          <a:prstGeom prst="rect">
            <a:avLst/>
          </a:prstGeom>
          <a:solidFill>
            <a:srgbClr val="F7F9FB"/>
          </a:solidFill>
          <a:ln w="6350">
            <a:solidFill>
              <a:srgbClr val="D3DCE5"/>
            </a:solidFill>
            <a:prstDash val="solid"/>
          </a:ln>
        </p:spPr>
      </p:sp>
      <p:sp>
        <p:nvSpPr>
          <p:cNvPr id="43" name="Text 41"/>
          <p:cNvSpPr txBox="1"/>
          <p:nvPr/>
        </p:nvSpPr>
        <p:spPr>
          <a:xfrm>
            <a:off x="4956048" y="34838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4" name="Shape 42"/>
          <p:cNvSpPr/>
          <p:nvPr/>
        </p:nvSpPr>
        <p:spPr>
          <a:xfrm>
            <a:off x="8686800" y="3483864"/>
            <a:ext cx="3099816" cy="521208"/>
          </a:xfrm>
          <a:prstGeom prst="rect">
            <a:avLst/>
          </a:prstGeom>
          <a:solidFill>
            <a:srgbClr val="F7F9FB"/>
          </a:solidFill>
          <a:ln w="6350">
            <a:solidFill>
              <a:srgbClr val="D3DCE5"/>
            </a:solidFill>
            <a:prstDash val="solid"/>
          </a:ln>
        </p:spPr>
      </p:sp>
      <p:sp>
        <p:nvSpPr>
          <p:cNvPr id="45" name="Text 43"/>
          <p:cNvSpPr txBox="1"/>
          <p:nvPr/>
        </p:nvSpPr>
        <p:spPr>
          <a:xfrm>
            <a:off x="8750808" y="34838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6" name="Shape 44"/>
          <p:cNvSpPr/>
          <p:nvPr/>
        </p:nvSpPr>
        <p:spPr>
          <a:xfrm>
            <a:off x="411480" y="4005072"/>
            <a:ext cx="2606040" cy="521208"/>
          </a:xfrm>
          <a:prstGeom prst="rect">
            <a:avLst/>
          </a:prstGeom>
          <a:solidFill>
            <a:srgbClr val="FFFFFF"/>
          </a:solidFill>
          <a:ln w="6350">
            <a:solidFill>
              <a:srgbClr val="D3DCE5"/>
            </a:solidFill>
            <a:prstDash val="solid"/>
          </a:ln>
        </p:spPr>
      </p:sp>
      <p:sp>
        <p:nvSpPr>
          <p:cNvPr id="47" name="Text 45"/>
          <p:cNvSpPr txBox="1"/>
          <p:nvPr/>
        </p:nvSpPr>
        <p:spPr>
          <a:xfrm>
            <a:off x="475488" y="40050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8" name="Shape 46"/>
          <p:cNvSpPr/>
          <p:nvPr/>
        </p:nvSpPr>
        <p:spPr>
          <a:xfrm>
            <a:off x="3017520" y="4005072"/>
            <a:ext cx="1874520" cy="521208"/>
          </a:xfrm>
          <a:prstGeom prst="rect">
            <a:avLst/>
          </a:prstGeom>
          <a:solidFill>
            <a:srgbClr val="FFFFFF"/>
          </a:solidFill>
          <a:ln w="6350">
            <a:solidFill>
              <a:srgbClr val="D3DCE5"/>
            </a:solidFill>
            <a:prstDash val="solid"/>
          </a:ln>
        </p:spPr>
      </p:sp>
      <p:sp>
        <p:nvSpPr>
          <p:cNvPr id="49" name="Text 47"/>
          <p:cNvSpPr txBox="1"/>
          <p:nvPr/>
        </p:nvSpPr>
        <p:spPr>
          <a:xfrm>
            <a:off x="3081528" y="4005072"/>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0" name="Shape 48"/>
          <p:cNvSpPr/>
          <p:nvPr/>
        </p:nvSpPr>
        <p:spPr>
          <a:xfrm>
            <a:off x="4892040" y="4005072"/>
            <a:ext cx="3794760" cy="521208"/>
          </a:xfrm>
          <a:prstGeom prst="rect">
            <a:avLst/>
          </a:prstGeom>
          <a:solidFill>
            <a:srgbClr val="FFFFFF"/>
          </a:solidFill>
          <a:ln w="6350">
            <a:solidFill>
              <a:srgbClr val="D3DCE5"/>
            </a:solidFill>
            <a:prstDash val="solid"/>
          </a:ln>
        </p:spPr>
      </p:sp>
      <p:sp>
        <p:nvSpPr>
          <p:cNvPr id="51" name="Text 49"/>
          <p:cNvSpPr txBox="1"/>
          <p:nvPr/>
        </p:nvSpPr>
        <p:spPr>
          <a:xfrm>
            <a:off x="4956048" y="40050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2" name="Shape 50"/>
          <p:cNvSpPr/>
          <p:nvPr/>
        </p:nvSpPr>
        <p:spPr>
          <a:xfrm>
            <a:off x="8686800" y="4005072"/>
            <a:ext cx="3099816" cy="521208"/>
          </a:xfrm>
          <a:prstGeom prst="rect">
            <a:avLst/>
          </a:prstGeom>
          <a:solidFill>
            <a:srgbClr val="FFFFFF"/>
          </a:solidFill>
          <a:ln w="6350">
            <a:solidFill>
              <a:srgbClr val="D3DCE5"/>
            </a:solidFill>
            <a:prstDash val="solid"/>
          </a:ln>
        </p:spPr>
      </p:sp>
      <p:sp>
        <p:nvSpPr>
          <p:cNvPr id="53" name="Text 51"/>
          <p:cNvSpPr txBox="1"/>
          <p:nvPr/>
        </p:nvSpPr>
        <p:spPr>
          <a:xfrm>
            <a:off x="8750808" y="40050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4" name="Shape 52"/>
          <p:cNvSpPr/>
          <p:nvPr/>
        </p:nvSpPr>
        <p:spPr>
          <a:xfrm>
            <a:off x="411480" y="4526280"/>
            <a:ext cx="2606040" cy="521208"/>
          </a:xfrm>
          <a:prstGeom prst="rect">
            <a:avLst/>
          </a:prstGeom>
          <a:solidFill>
            <a:srgbClr val="F7F9FB"/>
          </a:solidFill>
          <a:ln w="6350">
            <a:solidFill>
              <a:srgbClr val="D3DCE5"/>
            </a:solidFill>
            <a:prstDash val="solid"/>
          </a:ln>
        </p:spPr>
      </p:sp>
      <p:sp>
        <p:nvSpPr>
          <p:cNvPr id="55" name="Text 53"/>
          <p:cNvSpPr txBox="1"/>
          <p:nvPr/>
        </p:nvSpPr>
        <p:spPr>
          <a:xfrm>
            <a:off x="475488" y="45262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6" name="Shape 54"/>
          <p:cNvSpPr/>
          <p:nvPr/>
        </p:nvSpPr>
        <p:spPr>
          <a:xfrm>
            <a:off x="3017520" y="4526280"/>
            <a:ext cx="1874520" cy="521208"/>
          </a:xfrm>
          <a:prstGeom prst="rect">
            <a:avLst/>
          </a:prstGeom>
          <a:solidFill>
            <a:srgbClr val="F7F9FB"/>
          </a:solidFill>
          <a:ln w="6350">
            <a:solidFill>
              <a:srgbClr val="D3DCE5"/>
            </a:solidFill>
            <a:prstDash val="solid"/>
          </a:ln>
        </p:spPr>
      </p:sp>
      <p:sp>
        <p:nvSpPr>
          <p:cNvPr id="57" name="Text 55"/>
          <p:cNvSpPr txBox="1"/>
          <p:nvPr/>
        </p:nvSpPr>
        <p:spPr>
          <a:xfrm>
            <a:off x="3081528" y="45262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8" name="Shape 56"/>
          <p:cNvSpPr/>
          <p:nvPr/>
        </p:nvSpPr>
        <p:spPr>
          <a:xfrm>
            <a:off x="4892040" y="4526280"/>
            <a:ext cx="3794760" cy="521208"/>
          </a:xfrm>
          <a:prstGeom prst="rect">
            <a:avLst/>
          </a:prstGeom>
          <a:solidFill>
            <a:srgbClr val="F7F9FB"/>
          </a:solidFill>
          <a:ln w="6350">
            <a:solidFill>
              <a:srgbClr val="D3DCE5"/>
            </a:solidFill>
            <a:prstDash val="solid"/>
          </a:ln>
        </p:spPr>
      </p:sp>
      <p:sp>
        <p:nvSpPr>
          <p:cNvPr id="59" name="Text 57"/>
          <p:cNvSpPr txBox="1"/>
          <p:nvPr/>
        </p:nvSpPr>
        <p:spPr>
          <a:xfrm>
            <a:off x="4956048" y="45262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0" name="Shape 58"/>
          <p:cNvSpPr/>
          <p:nvPr/>
        </p:nvSpPr>
        <p:spPr>
          <a:xfrm>
            <a:off x="8686800" y="4526280"/>
            <a:ext cx="3099816" cy="521208"/>
          </a:xfrm>
          <a:prstGeom prst="rect">
            <a:avLst/>
          </a:prstGeom>
          <a:solidFill>
            <a:srgbClr val="F7F9FB"/>
          </a:solidFill>
          <a:ln w="6350">
            <a:solidFill>
              <a:srgbClr val="D3DCE5"/>
            </a:solidFill>
            <a:prstDash val="solid"/>
          </a:ln>
        </p:spPr>
      </p:sp>
      <p:sp>
        <p:nvSpPr>
          <p:cNvPr id="61" name="Text 59"/>
          <p:cNvSpPr txBox="1"/>
          <p:nvPr/>
        </p:nvSpPr>
        <p:spPr>
          <a:xfrm>
            <a:off x="8750808" y="45262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2" name="Shape 60"/>
          <p:cNvSpPr/>
          <p:nvPr/>
        </p:nvSpPr>
        <p:spPr>
          <a:xfrm>
            <a:off x="411480" y="5102352"/>
            <a:ext cx="11375136" cy="1133856"/>
          </a:xfrm>
          <a:prstGeom prst="rect">
            <a:avLst/>
          </a:prstGeom>
          <a:solidFill>
            <a:srgbClr val="EEF2F6"/>
          </a:solidFill>
          <a:ln w="9525">
            <a:solidFill>
              <a:srgbClr val="D3DCE5"/>
            </a:solidFill>
            <a:prstDash val="solid"/>
          </a:ln>
        </p:spPr>
      </p:sp>
      <p:sp>
        <p:nvSpPr>
          <p:cNvPr id="63" name="Text 61"/>
          <p:cNvSpPr txBox="1"/>
          <p:nvPr/>
        </p:nvSpPr>
        <p:spPr>
          <a:xfrm>
            <a:off x="576072" y="52303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4" name="Text 62"/>
          <p:cNvSpPr txBox="1"/>
          <p:nvPr/>
        </p:nvSpPr>
        <p:spPr>
          <a:xfrm>
            <a:off x="576072" y="5559552"/>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5" name="Text 6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50" dirty="0"/>
          </a:p>
        </p:txBody>
      </p:sp>
      <p:sp>
        <p:nvSpPr>
          <p:cNvPr id="66" name="Text 6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D4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Ore sorting as a shared-value case study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Worked through properly, because this is the one lever where the environmental and financial mechanisms are provably the same mechanism.</a:t>
            </a:r>
            <a:endParaRPr lang="en-US" sz="1200" dirty="0"/>
          </a:p>
        </p:txBody>
      </p:sp>
      <p:sp>
        <p:nvSpPr>
          <p:cNvPr id="6" name="Shape 4"/>
          <p:cNvSpPr/>
          <p:nvPr/>
        </p:nvSpPr>
        <p:spPr>
          <a:xfrm>
            <a:off x="411480" y="1627632"/>
            <a:ext cx="11375136" cy="548640"/>
          </a:xfrm>
          <a:prstGeom prst="rect">
            <a:avLst/>
          </a:prstGeom>
          <a:solidFill>
            <a:srgbClr val="FFFFFF"/>
          </a:solidFill>
          <a:ln w="7620">
            <a:solidFill>
              <a:srgbClr val="D3DCE5"/>
            </a:solidFill>
            <a:prstDash val="solid"/>
          </a:ln>
        </p:spPr>
      </p:sp>
      <p:sp>
        <p:nvSpPr>
          <p:cNvPr id="7" name="Text 5"/>
          <p:cNvSpPr txBox="1"/>
          <p:nvPr/>
        </p:nvSpPr>
        <p:spPr>
          <a:xfrm>
            <a:off x="576072" y="162763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8" name="Text 6"/>
          <p:cNvSpPr txBox="1"/>
          <p:nvPr/>
        </p:nvSpPr>
        <p:spPr>
          <a:xfrm>
            <a:off x="3017520" y="166420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9" name="Shape 7"/>
          <p:cNvSpPr/>
          <p:nvPr/>
        </p:nvSpPr>
        <p:spPr>
          <a:xfrm>
            <a:off x="411480" y="2231136"/>
            <a:ext cx="11375136" cy="548640"/>
          </a:xfrm>
          <a:prstGeom prst="rect">
            <a:avLst/>
          </a:prstGeom>
          <a:solidFill>
            <a:srgbClr val="F7F9FB"/>
          </a:solidFill>
          <a:ln w="7620">
            <a:solidFill>
              <a:srgbClr val="D3DCE5"/>
            </a:solidFill>
            <a:prstDash val="solid"/>
          </a:ln>
        </p:spPr>
      </p:sp>
      <p:sp>
        <p:nvSpPr>
          <p:cNvPr id="10" name="Text 8"/>
          <p:cNvSpPr txBox="1"/>
          <p:nvPr/>
        </p:nvSpPr>
        <p:spPr>
          <a:xfrm>
            <a:off x="576072" y="223113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1" name="Text 9"/>
          <p:cNvSpPr txBox="1"/>
          <p:nvPr/>
        </p:nvSpPr>
        <p:spPr>
          <a:xfrm>
            <a:off x="3017520" y="226771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2" name="Shape 10"/>
          <p:cNvSpPr/>
          <p:nvPr/>
        </p:nvSpPr>
        <p:spPr>
          <a:xfrm>
            <a:off x="411480" y="2834640"/>
            <a:ext cx="11375136" cy="548640"/>
          </a:xfrm>
          <a:prstGeom prst="rect">
            <a:avLst/>
          </a:prstGeom>
          <a:solidFill>
            <a:srgbClr val="FFFFFF"/>
          </a:solidFill>
          <a:ln w="7620">
            <a:solidFill>
              <a:srgbClr val="D3DCE5"/>
            </a:solidFill>
            <a:prstDash val="solid"/>
          </a:ln>
        </p:spPr>
      </p:sp>
      <p:sp>
        <p:nvSpPr>
          <p:cNvPr id="13" name="Text 11"/>
          <p:cNvSpPr txBox="1"/>
          <p:nvPr/>
        </p:nvSpPr>
        <p:spPr>
          <a:xfrm>
            <a:off x="576072" y="283464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4" name="Text 12"/>
          <p:cNvSpPr txBox="1"/>
          <p:nvPr/>
        </p:nvSpPr>
        <p:spPr>
          <a:xfrm>
            <a:off x="3017520" y="287121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5" name="Shape 13"/>
          <p:cNvSpPr/>
          <p:nvPr/>
        </p:nvSpPr>
        <p:spPr>
          <a:xfrm>
            <a:off x="411480" y="3438144"/>
            <a:ext cx="11375136" cy="548640"/>
          </a:xfrm>
          <a:prstGeom prst="rect">
            <a:avLst/>
          </a:prstGeom>
          <a:solidFill>
            <a:srgbClr val="F7F9FB"/>
          </a:solidFill>
          <a:ln w="7620">
            <a:solidFill>
              <a:srgbClr val="D3DCE5"/>
            </a:solidFill>
            <a:prstDash val="solid"/>
          </a:ln>
        </p:spPr>
      </p:sp>
      <p:sp>
        <p:nvSpPr>
          <p:cNvPr id="16" name="Text 14"/>
          <p:cNvSpPr txBox="1"/>
          <p:nvPr/>
        </p:nvSpPr>
        <p:spPr>
          <a:xfrm>
            <a:off x="576072" y="3438144"/>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7" name="Text 15"/>
          <p:cNvSpPr txBox="1"/>
          <p:nvPr/>
        </p:nvSpPr>
        <p:spPr>
          <a:xfrm>
            <a:off x="3017520" y="347472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8" name="Shape 16"/>
          <p:cNvSpPr/>
          <p:nvPr/>
        </p:nvSpPr>
        <p:spPr>
          <a:xfrm>
            <a:off x="411480" y="4041648"/>
            <a:ext cx="11375136" cy="548640"/>
          </a:xfrm>
          <a:prstGeom prst="rect">
            <a:avLst/>
          </a:prstGeom>
          <a:solidFill>
            <a:srgbClr val="FBEBD9"/>
          </a:solidFill>
          <a:ln w="7620">
            <a:solidFill>
              <a:srgbClr val="D3DCE5"/>
            </a:solidFill>
            <a:prstDash val="solid"/>
          </a:ln>
        </p:spPr>
      </p:sp>
      <p:sp>
        <p:nvSpPr>
          <p:cNvPr id="19" name="Text 17"/>
          <p:cNvSpPr txBox="1"/>
          <p:nvPr/>
        </p:nvSpPr>
        <p:spPr>
          <a:xfrm>
            <a:off x="576072" y="4041648"/>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0" name="Text 18"/>
          <p:cNvSpPr txBox="1"/>
          <p:nvPr/>
        </p:nvSpPr>
        <p:spPr>
          <a:xfrm>
            <a:off x="3017520" y="40782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1" name="Shape 19"/>
          <p:cNvSpPr/>
          <p:nvPr/>
        </p:nvSpPr>
        <p:spPr>
          <a:xfrm>
            <a:off x="411480" y="4645152"/>
            <a:ext cx="11375136" cy="548640"/>
          </a:xfrm>
          <a:prstGeom prst="rect">
            <a:avLst/>
          </a:prstGeom>
          <a:solidFill>
            <a:srgbClr val="F7F9FB"/>
          </a:solidFill>
          <a:ln w="7620">
            <a:solidFill>
              <a:srgbClr val="D3DCE5"/>
            </a:solidFill>
            <a:prstDash val="solid"/>
          </a:ln>
        </p:spPr>
      </p:sp>
      <p:sp>
        <p:nvSpPr>
          <p:cNvPr id="22" name="Text 20"/>
          <p:cNvSpPr txBox="1"/>
          <p:nvPr/>
        </p:nvSpPr>
        <p:spPr>
          <a:xfrm>
            <a:off x="576072" y="46451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3" name="Text 21"/>
          <p:cNvSpPr txBox="1"/>
          <p:nvPr/>
        </p:nvSpPr>
        <p:spPr>
          <a:xfrm>
            <a:off x="3017520" y="46817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4" name="Shape 22"/>
          <p:cNvSpPr/>
          <p:nvPr/>
        </p:nvSpPr>
        <p:spPr>
          <a:xfrm>
            <a:off x="411480" y="5413248"/>
            <a:ext cx="11375136" cy="914400"/>
          </a:xfrm>
          <a:prstGeom prst="rect">
            <a:avLst/>
          </a:prstGeom>
          <a:solidFill>
            <a:srgbClr val="D6EBE7"/>
          </a:solidFill>
          <a:ln w="9525">
            <a:solidFill>
              <a:srgbClr val="AFD3CC"/>
            </a:solidFill>
            <a:prstDash val="solid"/>
          </a:ln>
        </p:spPr>
      </p:sp>
      <p:sp>
        <p:nvSpPr>
          <p:cNvPr id="25" name="Text 23"/>
          <p:cNvSpPr txBox="1"/>
          <p:nvPr/>
        </p:nvSpPr>
        <p:spPr>
          <a:xfrm>
            <a:off x="576072" y="554126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6" name="Text 24"/>
          <p:cNvSpPr txBox="1"/>
          <p:nvPr/>
        </p:nvSpPr>
        <p:spPr>
          <a:xfrm>
            <a:off x="576072" y="5870448"/>
            <a:ext cx="11045952" cy="36576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judge will ask whether ore sorting is really shared value or just good engineering. The honest answer is that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940" dirty="0"/>
          </a:p>
        </p:txBody>
      </p:sp>
      <p:sp>
        <p:nvSpPr>
          <p:cNvPr id="27" name="Text 2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50" dirty="0"/>
          </a:p>
        </p:txBody>
      </p:sp>
      <p:sp>
        <p:nvSpPr>
          <p:cNvPr id="28" name="Text 2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D5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Water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Structurally the strongest environmental position PLS holds, and largely an accident of geology rather than a strategic choice. We say so.</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402336"/>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2" name="Shape 10"/>
          <p:cNvSpPr/>
          <p:nvPr/>
        </p:nvSpPr>
        <p:spPr>
          <a:xfrm>
            <a:off x="3200400" y="1636776"/>
            <a:ext cx="8586216" cy="402336"/>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4" name="Shape 12"/>
          <p:cNvSpPr/>
          <p:nvPr/>
        </p:nvSpPr>
        <p:spPr>
          <a:xfrm>
            <a:off x="411480" y="2039112"/>
            <a:ext cx="2788920" cy="402336"/>
          </a:xfrm>
          <a:prstGeom prst="rect">
            <a:avLst/>
          </a:prstGeom>
          <a:solidFill>
            <a:srgbClr val="F7F9FB"/>
          </a:solidFill>
          <a:ln w="6350">
            <a:solidFill>
              <a:srgbClr val="D3DCE5"/>
            </a:solidFill>
            <a:prstDash val="solid"/>
          </a:ln>
        </p:spPr>
      </p:sp>
      <p:sp>
        <p:nvSpPr>
          <p:cNvPr id="15" name="Text 13"/>
          <p:cNvSpPr txBox="1"/>
          <p:nvPr/>
        </p:nvSpPr>
        <p:spPr>
          <a:xfrm>
            <a:off x="475488" y="203911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6" name="Shape 14"/>
          <p:cNvSpPr/>
          <p:nvPr/>
        </p:nvSpPr>
        <p:spPr>
          <a:xfrm>
            <a:off x="3200400" y="2039112"/>
            <a:ext cx="8586216" cy="402336"/>
          </a:xfrm>
          <a:prstGeom prst="rect">
            <a:avLst/>
          </a:prstGeom>
          <a:solidFill>
            <a:srgbClr val="F7F9FB"/>
          </a:solidFill>
          <a:ln w="6350">
            <a:solidFill>
              <a:srgbClr val="D3DCE5"/>
            </a:solidFill>
            <a:prstDash val="solid"/>
          </a:ln>
        </p:spPr>
      </p:sp>
      <p:sp>
        <p:nvSpPr>
          <p:cNvPr id="17" name="Text 15"/>
          <p:cNvSpPr txBox="1"/>
          <p:nvPr/>
        </p:nvSpPr>
        <p:spPr>
          <a:xfrm>
            <a:off x="3264408" y="203911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8" name="Shape 16"/>
          <p:cNvSpPr/>
          <p:nvPr/>
        </p:nvSpPr>
        <p:spPr>
          <a:xfrm>
            <a:off x="411480" y="2441448"/>
            <a:ext cx="2788920" cy="402336"/>
          </a:xfrm>
          <a:prstGeom prst="rect">
            <a:avLst/>
          </a:prstGeom>
          <a:solidFill>
            <a:srgbClr val="FBEBD9"/>
          </a:solidFill>
          <a:ln w="6350">
            <a:solidFill>
              <a:srgbClr val="D3DCE5"/>
            </a:solidFill>
            <a:prstDash val="solid"/>
          </a:ln>
        </p:spPr>
      </p:sp>
      <p:sp>
        <p:nvSpPr>
          <p:cNvPr id="19" name="Text 17"/>
          <p:cNvSpPr txBox="1"/>
          <p:nvPr/>
        </p:nvSpPr>
        <p:spPr>
          <a:xfrm>
            <a:off x="475488" y="244144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0" name="Shape 18"/>
          <p:cNvSpPr/>
          <p:nvPr/>
        </p:nvSpPr>
        <p:spPr>
          <a:xfrm>
            <a:off x="3200400" y="2441448"/>
            <a:ext cx="8586216" cy="402336"/>
          </a:xfrm>
          <a:prstGeom prst="rect">
            <a:avLst/>
          </a:prstGeom>
          <a:solidFill>
            <a:srgbClr val="FBEBD9"/>
          </a:solidFill>
          <a:ln w="6350">
            <a:solidFill>
              <a:srgbClr val="D3DCE5"/>
            </a:solidFill>
            <a:prstDash val="solid"/>
          </a:ln>
        </p:spPr>
      </p:sp>
      <p:sp>
        <p:nvSpPr>
          <p:cNvPr id="21" name="Text 19"/>
          <p:cNvSpPr txBox="1"/>
          <p:nvPr/>
        </p:nvSpPr>
        <p:spPr>
          <a:xfrm>
            <a:off x="3264408" y="244144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2" name="Shape 20"/>
          <p:cNvSpPr/>
          <p:nvPr/>
        </p:nvSpPr>
        <p:spPr>
          <a:xfrm>
            <a:off x="411480" y="2843784"/>
            <a:ext cx="2788920" cy="402336"/>
          </a:xfrm>
          <a:prstGeom prst="rect">
            <a:avLst/>
          </a:prstGeom>
          <a:solidFill>
            <a:srgbClr val="F7E2E2"/>
          </a:solidFill>
          <a:ln w="6350">
            <a:solidFill>
              <a:srgbClr val="D3DCE5"/>
            </a:solidFill>
            <a:prstDash val="solid"/>
          </a:ln>
        </p:spPr>
      </p:sp>
      <p:sp>
        <p:nvSpPr>
          <p:cNvPr id="23" name="Text 21"/>
          <p:cNvSpPr txBox="1"/>
          <p:nvPr/>
        </p:nvSpPr>
        <p:spPr>
          <a:xfrm>
            <a:off x="475488" y="284378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4" name="Shape 22"/>
          <p:cNvSpPr/>
          <p:nvPr/>
        </p:nvSpPr>
        <p:spPr>
          <a:xfrm>
            <a:off x="3200400" y="2843784"/>
            <a:ext cx="8586216" cy="402336"/>
          </a:xfrm>
          <a:prstGeom prst="rect">
            <a:avLst/>
          </a:prstGeom>
          <a:solidFill>
            <a:srgbClr val="F7E2E2"/>
          </a:solidFill>
          <a:ln w="6350">
            <a:solidFill>
              <a:srgbClr val="D3DCE5"/>
            </a:solidFill>
            <a:prstDash val="solid"/>
          </a:ln>
        </p:spPr>
      </p:sp>
      <p:sp>
        <p:nvSpPr>
          <p:cNvPr id="25" name="Text 23"/>
          <p:cNvSpPr txBox="1"/>
          <p:nvPr/>
        </p:nvSpPr>
        <p:spPr>
          <a:xfrm>
            <a:off x="3264408" y="284378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6" name="Shape 24"/>
          <p:cNvSpPr/>
          <p:nvPr/>
        </p:nvSpPr>
        <p:spPr>
          <a:xfrm>
            <a:off x="411480" y="3246120"/>
            <a:ext cx="2788920" cy="402336"/>
          </a:xfrm>
          <a:prstGeom prst="rect">
            <a:avLst/>
          </a:prstGeom>
          <a:solidFill>
            <a:srgbClr val="F7E2E2"/>
          </a:solidFill>
          <a:ln w="6350">
            <a:solidFill>
              <a:srgbClr val="D3DCE5"/>
            </a:solidFill>
            <a:prstDash val="solid"/>
          </a:ln>
        </p:spPr>
      </p:sp>
      <p:sp>
        <p:nvSpPr>
          <p:cNvPr id="27" name="Text 25"/>
          <p:cNvSpPr txBox="1"/>
          <p:nvPr/>
        </p:nvSpPr>
        <p:spPr>
          <a:xfrm>
            <a:off x="475488" y="324612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8" name="Shape 26"/>
          <p:cNvSpPr/>
          <p:nvPr/>
        </p:nvSpPr>
        <p:spPr>
          <a:xfrm>
            <a:off x="3200400" y="3246120"/>
            <a:ext cx="8586216" cy="402336"/>
          </a:xfrm>
          <a:prstGeom prst="rect">
            <a:avLst/>
          </a:prstGeom>
          <a:solidFill>
            <a:srgbClr val="F7E2E2"/>
          </a:solidFill>
          <a:ln w="6350">
            <a:solidFill>
              <a:srgbClr val="D3DCE5"/>
            </a:solidFill>
            <a:prstDash val="solid"/>
          </a:ln>
        </p:spPr>
      </p:sp>
      <p:sp>
        <p:nvSpPr>
          <p:cNvPr id="29" name="Text 27"/>
          <p:cNvSpPr txBox="1"/>
          <p:nvPr/>
        </p:nvSpPr>
        <p:spPr>
          <a:xfrm>
            <a:off x="3264408" y="324612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0" name="Shape 28"/>
          <p:cNvSpPr/>
          <p:nvPr/>
        </p:nvSpPr>
        <p:spPr>
          <a:xfrm>
            <a:off x="411480" y="3648456"/>
            <a:ext cx="2788920" cy="402336"/>
          </a:xfrm>
          <a:prstGeom prst="rect">
            <a:avLst/>
          </a:prstGeom>
          <a:solidFill>
            <a:srgbClr val="D6EBE7"/>
          </a:solidFill>
          <a:ln w="6350">
            <a:solidFill>
              <a:srgbClr val="D3DCE5"/>
            </a:solidFill>
            <a:prstDash val="solid"/>
          </a:ln>
        </p:spPr>
      </p:sp>
      <p:sp>
        <p:nvSpPr>
          <p:cNvPr id="31" name="Text 29"/>
          <p:cNvSpPr txBox="1"/>
          <p:nvPr/>
        </p:nvSpPr>
        <p:spPr>
          <a:xfrm>
            <a:off x="475488" y="364845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2" name="Shape 30"/>
          <p:cNvSpPr/>
          <p:nvPr/>
        </p:nvSpPr>
        <p:spPr>
          <a:xfrm>
            <a:off x="3200400" y="3648456"/>
            <a:ext cx="8586216" cy="402336"/>
          </a:xfrm>
          <a:prstGeom prst="rect">
            <a:avLst/>
          </a:prstGeom>
          <a:solidFill>
            <a:srgbClr val="D6EBE7"/>
          </a:solidFill>
          <a:ln w="6350">
            <a:solidFill>
              <a:srgbClr val="D3DCE5"/>
            </a:solidFill>
            <a:prstDash val="solid"/>
          </a:ln>
        </p:spPr>
      </p:sp>
      <p:sp>
        <p:nvSpPr>
          <p:cNvPr id="33" name="Text 31"/>
          <p:cNvSpPr txBox="1"/>
          <p:nvPr/>
        </p:nvSpPr>
        <p:spPr>
          <a:xfrm>
            <a:off x="3264408" y="364845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4" name="Shape 32"/>
          <p:cNvSpPr/>
          <p:nvPr/>
        </p:nvSpPr>
        <p:spPr>
          <a:xfrm>
            <a:off x="411480" y="4169664"/>
            <a:ext cx="5577840" cy="1572768"/>
          </a:xfrm>
          <a:prstGeom prst="rect">
            <a:avLst/>
          </a:prstGeom>
          <a:solidFill>
            <a:srgbClr val="D6EBE7"/>
          </a:solidFill>
          <a:ln w="9525">
            <a:solidFill>
              <a:srgbClr val="AFD3CC"/>
            </a:solidFill>
            <a:prstDash val="solid"/>
          </a:ln>
        </p:spPr>
      </p:sp>
      <p:sp>
        <p:nvSpPr>
          <p:cNvPr id="35" name="Text 33"/>
          <p:cNvSpPr txBox="1"/>
          <p:nvPr/>
        </p:nvSpPr>
        <p:spPr>
          <a:xfrm>
            <a:off x="576072" y="429768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honest framing</a:t>
            </a:r>
            <a:endParaRPr lang="en-US" sz="1150" dirty="0"/>
          </a:p>
        </p:txBody>
      </p:sp>
      <p:sp>
        <p:nvSpPr>
          <p:cNvPr id="36" name="Text 34"/>
          <p:cNvSpPr txBox="1"/>
          <p:nvPr/>
        </p:nvSpPr>
        <p:spPr>
          <a:xfrm>
            <a:off x="576072"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an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and we would rather apply that scepticism to our own pick.</a:t>
            </a:r>
            <a:endParaRPr lang="en-US" sz="920" dirty="0"/>
          </a:p>
        </p:txBody>
      </p:sp>
      <p:sp>
        <p:nvSpPr>
          <p:cNvPr id="37" name="Shape 35"/>
          <p:cNvSpPr/>
          <p:nvPr/>
        </p:nvSpPr>
        <p:spPr>
          <a:xfrm>
            <a:off x="6208776" y="4169664"/>
            <a:ext cx="5577840" cy="1572768"/>
          </a:xfrm>
          <a:prstGeom prst="rect">
            <a:avLst/>
          </a:prstGeom>
          <a:solidFill>
            <a:srgbClr val="FBEBD9"/>
          </a:solidFill>
          <a:ln w="9525">
            <a:solidFill>
              <a:srgbClr val="E8C9A3"/>
            </a:solidFill>
            <a:prstDash val="solid"/>
          </a:ln>
        </p:spPr>
      </p:sp>
      <p:sp>
        <p:nvSpPr>
          <p:cNvPr id="38" name="Text 36"/>
          <p:cNvSpPr txBox="1"/>
          <p:nvPr/>
        </p:nvSpPr>
        <p:spPr>
          <a:xfrm>
            <a:off x="6373368" y="429768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39" name="Text 37"/>
          <p:cNvSpPr txBox="1"/>
          <p:nvPr/>
        </p:nvSpPr>
        <p:spPr>
          <a:xfrm>
            <a:off x="6373368"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920" dirty="0"/>
          </a:p>
        </p:txBody>
      </p:sp>
      <p:sp>
        <p:nvSpPr>
          <p:cNvPr id="40" name="Text 3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50" dirty="0"/>
          </a:p>
        </p:txBody>
      </p:sp>
      <p:sp>
        <p:nvSpPr>
          <p:cNvPr id="41" name="Text 3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D6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Tailings and biodiversity: the two we refuse to give PLS credit for</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One is undisclosed and we will not guess. The other relies on a scheme an independent review found underfunded.</a:t>
            </a:r>
            <a:endParaRPr lang="en-US" sz="1200" dirty="0"/>
          </a:p>
        </p:txBody>
      </p:sp>
      <p:sp>
        <p:nvSpPr>
          <p:cNvPr id="6" name="Shape 4"/>
          <p:cNvSpPr/>
          <p:nvPr/>
        </p:nvSpPr>
        <p:spPr>
          <a:xfrm>
            <a:off x="411480" y="1627632"/>
            <a:ext cx="5577840" cy="2103120"/>
          </a:xfrm>
          <a:prstGeom prst="rect">
            <a:avLst/>
          </a:prstGeom>
          <a:solidFill>
            <a:srgbClr val="F7E2E2"/>
          </a:solidFill>
          <a:ln w="9525">
            <a:solidFill>
              <a:srgbClr val="E5C3C3"/>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8" name="Text 6"/>
          <p:cNvSpPr txBox="1"/>
          <p:nvPr/>
        </p:nvSpPr>
        <p:spPr>
          <a:xfrm>
            <a:off x="576072"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Filtered tailings would be a differentiator and several competing lithium operations promote it. PLS may well use it. But an undisclosed practice cannot be underwritten, and we would rather record an unpriced risk than assert a strength we cannot evidence.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20" dirty="0"/>
          </a:p>
        </p:txBody>
      </p:sp>
      <p:sp>
        <p:nvSpPr>
          <p:cNvPr id="9" name="Shape 7"/>
          <p:cNvSpPr/>
          <p:nvPr/>
        </p:nvSpPr>
        <p:spPr>
          <a:xfrm>
            <a:off x="6208776" y="1627632"/>
            <a:ext cx="5577840" cy="2103120"/>
          </a:xfrm>
          <a:prstGeom prst="rect">
            <a:avLst/>
          </a:prstGeom>
          <a:solidFill>
            <a:srgbClr val="F7E2E2"/>
          </a:solidFill>
          <a:ln w="9525">
            <a:solidFill>
              <a:srgbClr val="E5C3C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1" name="Text 9"/>
          <p:cNvSpPr txBox="1"/>
          <p:nvPr/>
        </p:nvSpPr>
        <p:spPr>
          <a:xfrm>
            <a:off x="6373368"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920" dirty="0"/>
          </a:p>
        </p:txBody>
      </p:sp>
      <p:sp>
        <p:nvSpPr>
          <p:cNvPr id="12" name="Shape 10"/>
          <p:cNvSpPr/>
          <p:nvPr/>
        </p:nvSpPr>
        <p:spPr>
          <a:xfrm>
            <a:off x="411480" y="3895344"/>
            <a:ext cx="11375136" cy="1536192"/>
          </a:xfrm>
          <a:prstGeom prst="rect">
            <a:avLst/>
          </a:prstGeom>
          <a:solidFill>
            <a:srgbClr val="EEF2F6"/>
          </a:solidFill>
          <a:ln w="9525">
            <a:solidFill>
              <a:srgbClr val="D3DCE5"/>
            </a:solidFill>
            <a:prstDash val="solid"/>
          </a:ln>
        </p:spPr>
      </p:sp>
      <p:sp>
        <p:nvSpPr>
          <p:cNvPr id="13" name="Text 11"/>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4" name="Text 12"/>
          <p:cNvSpPr txBox="1"/>
          <p:nvPr/>
        </p:nvSpPr>
        <p:spPr>
          <a:xfrm>
            <a:off x="576072" y="4352544"/>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we cannot date it or size it.</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D7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Traditional Owners and heritage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Post-Juukan Gorge this is the single hardest constraint on Western Australian mine development, and it is the precondition for P2000.</a:t>
            </a:r>
            <a:endParaRPr lang="en-US" sz="1200" dirty="0"/>
          </a:p>
        </p:txBody>
      </p:sp>
      <p:sp>
        <p:nvSpPr>
          <p:cNvPr id="6" name="Shape 4"/>
          <p:cNvSpPr/>
          <p:nvPr/>
        </p:nvSpPr>
        <p:spPr>
          <a:xfrm>
            <a:off x="411480" y="1627632"/>
            <a:ext cx="5577840" cy="1874520"/>
          </a:xfrm>
          <a:prstGeom prst="rect">
            <a:avLst/>
          </a:prstGeom>
          <a:solidFill>
            <a:srgbClr val="F7F9FB"/>
          </a:solidFill>
          <a:ln w="9525">
            <a:solidFill>
              <a:srgbClr val="D3DCE5"/>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8" name="Text 6"/>
          <p:cNvSpPr txBox="1"/>
          <p:nvPr/>
        </p:nvSpPr>
        <p:spPr>
          <a:xfrm>
            <a:off x="576072"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920" dirty="0"/>
          </a:p>
        </p:txBody>
      </p:sp>
      <p:sp>
        <p:nvSpPr>
          <p:cNvPr id="9" name="Shape 7"/>
          <p:cNvSpPr/>
          <p:nvPr/>
        </p:nvSpPr>
        <p:spPr>
          <a:xfrm>
            <a:off x="6208776" y="1627632"/>
            <a:ext cx="5577840" cy="1874520"/>
          </a:xfrm>
          <a:prstGeom prst="rect">
            <a:avLst/>
          </a:prstGeom>
          <a:solidFill>
            <a:srgbClr val="FBEBD9"/>
          </a:solidFill>
          <a:ln w="9525">
            <a:solidFill>
              <a:srgbClr val="E8C9A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1" name="Text 9"/>
          <p:cNvSpPr txBox="1"/>
          <p:nvPr/>
        </p:nvSpPr>
        <p:spPr>
          <a:xfrm>
            <a:off x="6373368"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920" dirty="0"/>
          </a:p>
        </p:txBody>
      </p:sp>
      <p:sp>
        <p:nvSpPr>
          <p:cNvPr id="12" name="Shape 10"/>
          <p:cNvSpPr/>
          <p:nvPr/>
        </p:nvSpPr>
        <p:spPr>
          <a:xfrm>
            <a:off x="411480" y="3657600"/>
            <a:ext cx="11375136" cy="1700784"/>
          </a:xfrm>
          <a:prstGeom prst="rect">
            <a:avLst/>
          </a:prstGeom>
          <a:solidFill>
            <a:srgbClr val="EEF2F6"/>
          </a:solidFill>
          <a:ln w="9525">
            <a:solidFill>
              <a:srgbClr val="D3DCE5"/>
            </a:solidFill>
            <a:prstDash val="solid"/>
          </a:ln>
        </p:spPr>
      </p:sp>
      <p:sp>
        <p:nvSpPr>
          <p:cNvPr id="13" name="Text 11"/>
          <p:cNvSpPr txBox="1"/>
          <p:nvPr/>
        </p:nvSpPr>
        <p:spPr>
          <a:xfrm>
            <a:off x="576072" y="37856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4" name="Text 12"/>
          <p:cNvSpPr txBox="1"/>
          <p:nvPr/>
        </p:nvSpPr>
        <p:spPr>
          <a:xfrm>
            <a:off x="576072" y="411480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and we would rather set it out than have it found. We claim social licence protects the P2000 schedule. We also report that the offsets regime behind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D8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Workforce, safety and diversity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area where our research came back thinnest. We report what we found and flag the rest rather than filling the gaps with sector averages.</a:t>
            </a:r>
            <a:endParaRPr lang="en-US" sz="1200" dirty="0"/>
          </a:p>
        </p:txBody>
      </p:sp>
      <p:sp>
        <p:nvSpPr>
          <p:cNvPr id="6" name="Shape 4"/>
          <p:cNvSpPr/>
          <p:nvPr/>
        </p:nvSpPr>
        <p:spPr>
          <a:xfrm>
            <a:off x="411480" y="1627632"/>
            <a:ext cx="3337560" cy="292608"/>
          </a:xfrm>
          <a:prstGeom prst="rect">
            <a:avLst/>
          </a:prstGeom>
          <a:solidFill>
            <a:srgbClr val="10233A"/>
          </a:solidFill>
          <a:ln/>
        </p:spPr>
      </p:sp>
      <p:sp>
        <p:nvSpPr>
          <p:cNvPr id="7" name="Text 5"/>
          <p:cNvSpPr txBox="1"/>
          <p:nvPr/>
        </p:nvSpPr>
        <p:spPr>
          <a:xfrm>
            <a:off x="475488" y="1627632"/>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749040" y="1627632"/>
            <a:ext cx="4526280" cy="292608"/>
          </a:xfrm>
          <a:prstGeom prst="rect">
            <a:avLst/>
          </a:prstGeom>
          <a:solidFill>
            <a:srgbClr val="10233A"/>
          </a:solidFill>
          <a:ln/>
        </p:spPr>
      </p:sp>
      <p:sp>
        <p:nvSpPr>
          <p:cNvPr id="9" name="Text 7"/>
          <p:cNvSpPr txBox="1"/>
          <p:nvPr/>
        </p:nvSpPr>
        <p:spPr>
          <a:xfrm>
            <a:off x="3813048" y="1627632"/>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411480" y="1920240"/>
            <a:ext cx="3337560" cy="384048"/>
          </a:xfrm>
          <a:prstGeom prst="rect">
            <a:avLst/>
          </a:prstGeom>
          <a:solidFill>
            <a:srgbClr val="FFFFFF"/>
          </a:solidFill>
          <a:ln w="6350">
            <a:solidFill>
              <a:srgbClr val="D3DCE5"/>
            </a:solidFill>
            <a:prstDash val="solid"/>
          </a:ln>
        </p:spPr>
      </p:sp>
      <p:sp>
        <p:nvSpPr>
          <p:cNvPr id="13" name="Text 11"/>
          <p:cNvSpPr txBox="1"/>
          <p:nvPr/>
        </p:nvSpPr>
        <p:spPr>
          <a:xfrm>
            <a:off x="475488" y="192024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4" name="Shape 12"/>
          <p:cNvSpPr/>
          <p:nvPr/>
        </p:nvSpPr>
        <p:spPr>
          <a:xfrm>
            <a:off x="3749040" y="1920240"/>
            <a:ext cx="4526280" cy="384048"/>
          </a:xfrm>
          <a:prstGeom prst="rect">
            <a:avLst/>
          </a:prstGeom>
          <a:solidFill>
            <a:srgbClr val="FFFFFF"/>
          </a:solidFill>
          <a:ln w="6350">
            <a:solidFill>
              <a:srgbClr val="D3DCE5"/>
            </a:solidFill>
            <a:prstDash val="solid"/>
          </a:ln>
        </p:spPr>
      </p:sp>
      <p:sp>
        <p:nvSpPr>
          <p:cNvPr id="15" name="Text 13"/>
          <p:cNvSpPr txBox="1"/>
          <p:nvPr/>
        </p:nvSpPr>
        <p:spPr>
          <a:xfrm>
            <a:off x="3813048" y="192024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for FY22-FY26</a:t>
            </a:r>
            <a:endParaRPr lang="en-US" sz="860" dirty="0"/>
          </a:p>
        </p:txBody>
      </p:sp>
      <p:sp>
        <p:nvSpPr>
          <p:cNvPr id="16" name="Shape 14"/>
          <p:cNvSpPr/>
          <p:nvPr/>
        </p:nvSpPr>
        <p:spPr>
          <a:xfrm>
            <a:off x="8275320" y="1920240"/>
            <a:ext cx="3511296" cy="384048"/>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18" name="Shape 16"/>
          <p:cNvSpPr/>
          <p:nvPr/>
        </p:nvSpPr>
        <p:spPr>
          <a:xfrm>
            <a:off x="411480" y="2304288"/>
            <a:ext cx="3337560" cy="384048"/>
          </a:xfrm>
          <a:prstGeom prst="rect">
            <a:avLst/>
          </a:prstGeom>
          <a:solidFill>
            <a:srgbClr val="F7F9FB"/>
          </a:solidFill>
          <a:ln w="6350">
            <a:solidFill>
              <a:srgbClr val="D3DCE5"/>
            </a:solidFill>
            <a:prstDash val="solid"/>
          </a:ln>
        </p:spPr>
      </p:sp>
      <p:sp>
        <p:nvSpPr>
          <p:cNvPr id="19" name="Text 17"/>
          <p:cNvSpPr txBox="1"/>
          <p:nvPr/>
        </p:nvSpPr>
        <p:spPr>
          <a:xfrm>
            <a:off x="475488" y="230428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0" name="Shape 18"/>
          <p:cNvSpPr/>
          <p:nvPr/>
        </p:nvSpPr>
        <p:spPr>
          <a:xfrm>
            <a:off x="3749040" y="2304288"/>
            <a:ext cx="4526280" cy="384048"/>
          </a:xfrm>
          <a:prstGeom prst="rect">
            <a:avLst/>
          </a:prstGeom>
          <a:solidFill>
            <a:srgbClr val="F7F9FB"/>
          </a:solidFill>
          <a:ln w="6350">
            <a:solidFill>
              <a:srgbClr val="D3DCE5"/>
            </a:solidFill>
            <a:prstDash val="solid"/>
          </a:ln>
        </p:spPr>
      </p:sp>
      <p:sp>
        <p:nvSpPr>
          <p:cNvPr id="21" name="Text 19"/>
          <p:cNvSpPr txBox="1"/>
          <p:nvPr/>
        </p:nvSpPr>
        <p:spPr>
          <a:xfrm>
            <a:off x="3813048" y="230428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a:t>
            </a:r>
            <a:endParaRPr lang="en-US" sz="860" dirty="0"/>
          </a:p>
        </p:txBody>
      </p:sp>
      <p:sp>
        <p:nvSpPr>
          <p:cNvPr id="22" name="Shape 20"/>
          <p:cNvSpPr/>
          <p:nvPr/>
        </p:nvSpPr>
        <p:spPr>
          <a:xfrm>
            <a:off x="8275320" y="2304288"/>
            <a:ext cx="3511296" cy="384048"/>
          </a:xfrm>
          <a:prstGeom prst="rect">
            <a:avLst/>
          </a:prstGeom>
          <a:solidFill>
            <a:srgbClr val="F7F9FB"/>
          </a:solidFill>
          <a:ln w="6350">
            <a:solidFill>
              <a:srgbClr val="D3DCE5"/>
            </a:solidFill>
            <a:prstDash val="solid"/>
          </a:ln>
        </p:spPr>
      </p:sp>
      <p:sp>
        <p:nvSpPr>
          <p:cNvPr id="23" name="Text 21"/>
          <p:cNvSpPr txBox="1"/>
          <p:nvPr/>
        </p:nvSpPr>
        <p:spPr>
          <a:xfrm>
            <a:off x="8339328" y="230428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24" name="Shape 22"/>
          <p:cNvSpPr/>
          <p:nvPr/>
        </p:nvSpPr>
        <p:spPr>
          <a:xfrm>
            <a:off x="411480" y="2688336"/>
            <a:ext cx="3337560" cy="384048"/>
          </a:xfrm>
          <a:prstGeom prst="rect">
            <a:avLst/>
          </a:prstGeom>
          <a:solidFill>
            <a:srgbClr val="FFFFFF"/>
          </a:solidFill>
          <a:ln w="6350">
            <a:solidFill>
              <a:srgbClr val="D3DCE5"/>
            </a:solidFill>
            <a:prstDash val="solid"/>
          </a:ln>
        </p:spPr>
      </p:sp>
      <p:sp>
        <p:nvSpPr>
          <p:cNvPr id="25" name="Text 23"/>
          <p:cNvSpPr txBox="1"/>
          <p:nvPr/>
        </p:nvSpPr>
        <p:spPr>
          <a:xfrm>
            <a:off x="475488" y="268833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6" name="Shape 24"/>
          <p:cNvSpPr/>
          <p:nvPr/>
        </p:nvSpPr>
        <p:spPr>
          <a:xfrm>
            <a:off x="3749040" y="2688336"/>
            <a:ext cx="4526280" cy="384048"/>
          </a:xfrm>
          <a:prstGeom prst="rect">
            <a:avLst/>
          </a:prstGeom>
          <a:solidFill>
            <a:srgbClr val="FFFFFF"/>
          </a:solidFill>
          <a:ln w="6350">
            <a:solidFill>
              <a:srgbClr val="D3DCE5"/>
            </a:solidFill>
            <a:prstDash val="solid"/>
          </a:ln>
        </p:spPr>
      </p:sp>
      <p:sp>
        <p:nvSpPr>
          <p:cNvPr id="27" name="Text 25"/>
          <p:cNvSpPr txBox="1"/>
          <p:nvPr/>
        </p:nvSpPr>
        <p:spPr>
          <a:xfrm>
            <a:off x="3813048" y="268833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8" name="Shape 26"/>
          <p:cNvSpPr/>
          <p:nvPr/>
        </p:nvSpPr>
        <p:spPr>
          <a:xfrm>
            <a:off x="8275320" y="2688336"/>
            <a:ext cx="3511296" cy="384048"/>
          </a:xfrm>
          <a:prstGeom prst="rect">
            <a:avLst/>
          </a:prstGeom>
          <a:solidFill>
            <a:srgbClr val="FFFFFF"/>
          </a:solidFill>
          <a:ln w="6350">
            <a:solidFill>
              <a:srgbClr val="D3DCE5"/>
            </a:solidFill>
            <a:prstDash val="solid"/>
          </a:ln>
        </p:spPr>
      </p:sp>
      <p:sp>
        <p:nvSpPr>
          <p:cNvPr id="29" name="Text 27"/>
          <p:cNvSpPr txBox="1"/>
          <p:nvPr/>
        </p:nvSpPr>
        <p:spPr>
          <a:xfrm>
            <a:off x="8339328" y="268833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0" name="Shape 28"/>
          <p:cNvSpPr/>
          <p:nvPr/>
        </p:nvSpPr>
        <p:spPr>
          <a:xfrm>
            <a:off x="411480" y="3072384"/>
            <a:ext cx="3337560" cy="384048"/>
          </a:xfrm>
          <a:prstGeom prst="rect">
            <a:avLst/>
          </a:prstGeom>
          <a:solidFill>
            <a:srgbClr val="F7F9FB"/>
          </a:solidFill>
          <a:ln w="6350">
            <a:solidFill>
              <a:srgbClr val="D3DCE5"/>
            </a:solidFill>
            <a:prstDash val="solid"/>
          </a:ln>
        </p:spPr>
      </p:sp>
      <p:sp>
        <p:nvSpPr>
          <p:cNvPr id="31" name="Text 29"/>
          <p:cNvSpPr txBox="1"/>
          <p:nvPr/>
        </p:nvSpPr>
        <p:spPr>
          <a:xfrm>
            <a:off x="475488" y="307238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workforce</a:t>
            </a:r>
            <a:endParaRPr lang="en-US" sz="860" dirty="0"/>
          </a:p>
        </p:txBody>
      </p:sp>
      <p:sp>
        <p:nvSpPr>
          <p:cNvPr id="32" name="Shape 30"/>
          <p:cNvSpPr/>
          <p:nvPr/>
        </p:nvSpPr>
        <p:spPr>
          <a:xfrm>
            <a:off x="3749040" y="3072384"/>
            <a:ext cx="4526280" cy="384048"/>
          </a:xfrm>
          <a:prstGeom prst="rect">
            <a:avLst/>
          </a:prstGeom>
          <a:solidFill>
            <a:srgbClr val="F7F9FB"/>
          </a:solidFill>
          <a:ln w="6350">
            <a:solidFill>
              <a:srgbClr val="D3DCE5"/>
            </a:solidFill>
            <a:prstDash val="solid"/>
          </a:ln>
        </p:spPr>
      </p:sp>
      <p:sp>
        <p:nvSpPr>
          <p:cNvPr id="33" name="Text 31"/>
          <p:cNvSpPr txBox="1"/>
          <p:nvPr/>
        </p:nvSpPr>
        <p:spPr>
          <a:xfrm>
            <a:off x="3813048" y="307238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headcount split between employees and contractors</a:t>
            </a:r>
            <a:endParaRPr lang="en-US" sz="860" dirty="0"/>
          </a:p>
        </p:txBody>
      </p:sp>
      <p:sp>
        <p:nvSpPr>
          <p:cNvPr id="34" name="Shape 32"/>
          <p:cNvSpPr/>
          <p:nvPr/>
        </p:nvSpPr>
        <p:spPr>
          <a:xfrm>
            <a:off x="8275320" y="3072384"/>
            <a:ext cx="3511296" cy="384048"/>
          </a:xfrm>
          <a:prstGeom prst="rect">
            <a:avLst/>
          </a:prstGeom>
          <a:solidFill>
            <a:srgbClr val="F7F9FB"/>
          </a:solidFill>
          <a:ln w="6350">
            <a:solidFill>
              <a:srgbClr val="D3DCE5"/>
            </a:solidFill>
            <a:prstDash val="solid"/>
          </a:ln>
        </p:spPr>
      </p:sp>
      <p:sp>
        <p:nvSpPr>
          <p:cNvPr id="35" name="Text 33"/>
          <p:cNvSpPr txBox="1"/>
          <p:nvPr/>
        </p:nvSpPr>
        <p:spPr>
          <a:xfrm>
            <a:off x="8339328" y="3072384"/>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36" name="Shape 34"/>
          <p:cNvSpPr/>
          <p:nvPr/>
        </p:nvSpPr>
        <p:spPr>
          <a:xfrm>
            <a:off x="411480" y="3456432"/>
            <a:ext cx="3337560" cy="384048"/>
          </a:xfrm>
          <a:prstGeom prst="rect">
            <a:avLst/>
          </a:prstGeom>
          <a:solidFill>
            <a:srgbClr val="FFFFFF"/>
          </a:solidFill>
          <a:ln w="6350">
            <a:solidFill>
              <a:srgbClr val="D3DCE5"/>
            </a:solidFill>
            <a:prstDash val="solid"/>
          </a:ln>
        </p:spPr>
      </p:sp>
      <p:sp>
        <p:nvSpPr>
          <p:cNvPr id="37" name="Text 35"/>
          <p:cNvSpPr txBox="1"/>
          <p:nvPr/>
        </p:nvSpPr>
        <p:spPr>
          <a:xfrm>
            <a:off x="475488" y="345643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8" name="Shape 36"/>
          <p:cNvSpPr/>
          <p:nvPr/>
        </p:nvSpPr>
        <p:spPr>
          <a:xfrm>
            <a:off x="3749040" y="3456432"/>
            <a:ext cx="4526280" cy="384048"/>
          </a:xfrm>
          <a:prstGeom prst="rect">
            <a:avLst/>
          </a:prstGeom>
          <a:solidFill>
            <a:srgbClr val="FFFFFF"/>
          </a:solidFill>
          <a:ln w="6350">
            <a:solidFill>
              <a:srgbClr val="D3DCE5"/>
            </a:solidFill>
            <a:prstDash val="solid"/>
          </a:ln>
        </p:spPr>
      </p:sp>
      <p:sp>
        <p:nvSpPr>
          <p:cNvPr id="39" name="Text 37"/>
          <p:cNvSpPr txBox="1"/>
          <p:nvPr/>
        </p:nvSpPr>
        <p:spPr>
          <a:xfrm>
            <a:off x="3813048" y="345643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at overall, operational or leadership level</a:t>
            </a:r>
            <a:endParaRPr lang="en-US" sz="860" dirty="0"/>
          </a:p>
        </p:txBody>
      </p:sp>
      <p:sp>
        <p:nvSpPr>
          <p:cNvPr id="40" name="Shape 38"/>
          <p:cNvSpPr/>
          <p:nvPr/>
        </p:nvSpPr>
        <p:spPr>
          <a:xfrm>
            <a:off x="8275320" y="3456432"/>
            <a:ext cx="3511296" cy="384048"/>
          </a:xfrm>
          <a:prstGeom prst="rect">
            <a:avLst/>
          </a:prstGeom>
          <a:solidFill>
            <a:srgbClr val="FFFFFF"/>
          </a:solidFill>
          <a:ln w="6350">
            <a:solidFill>
              <a:srgbClr val="D3DCE5"/>
            </a:solidFill>
            <a:prstDash val="solid"/>
          </a:ln>
        </p:spPr>
      </p:sp>
      <p:sp>
        <p:nvSpPr>
          <p:cNvPr id="41" name="Text 39"/>
          <p:cNvSpPr txBox="1"/>
          <p:nvPr/>
        </p:nvSpPr>
        <p:spPr>
          <a:xfrm>
            <a:off x="8339328" y="3456432"/>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42" name="Shape 40"/>
          <p:cNvSpPr/>
          <p:nvPr/>
        </p:nvSpPr>
        <p:spPr>
          <a:xfrm>
            <a:off x="411480" y="3840480"/>
            <a:ext cx="3337560" cy="384048"/>
          </a:xfrm>
          <a:prstGeom prst="rect">
            <a:avLst/>
          </a:prstGeom>
          <a:solidFill>
            <a:srgbClr val="F7F9FB"/>
          </a:solidFill>
          <a:ln w="6350">
            <a:solidFill>
              <a:srgbClr val="D3DCE5"/>
            </a:solidFill>
            <a:prstDash val="solid"/>
          </a:ln>
        </p:spPr>
      </p:sp>
      <p:sp>
        <p:nvSpPr>
          <p:cNvPr id="43" name="Text 41"/>
          <p:cNvSpPr txBox="1"/>
          <p:nvPr/>
        </p:nvSpPr>
        <p:spPr>
          <a:xfrm>
            <a:off x="475488" y="384048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4" name="Shape 42"/>
          <p:cNvSpPr/>
          <p:nvPr/>
        </p:nvSpPr>
        <p:spPr>
          <a:xfrm>
            <a:off x="3749040" y="3840480"/>
            <a:ext cx="4526280" cy="384048"/>
          </a:xfrm>
          <a:prstGeom prst="rect">
            <a:avLst/>
          </a:prstGeom>
          <a:solidFill>
            <a:srgbClr val="F7F9FB"/>
          </a:solidFill>
          <a:ln w="6350">
            <a:solidFill>
              <a:srgbClr val="D3DCE5"/>
            </a:solidFill>
            <a:prstDash val="solid"/>
          </a:ln>
        </p:spPr>
      </p:sp>
      <p:sp>
        <p:nvSpPr>
          <p:cNvPr id="45" name="Text 43"/>
          <p:cNvSpPr txBox="1"/>
          <p:nvPr/>
        </p:nvSpPr>
        <p:spPr>
          <a:xfrm>
            <a:off x="3813048" y="384048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6" name="Shape 44"/>
          <p:cNvSpPr/>
          <p:nvPr/>
        </p:nvSpPr>
        <p:spPr>
          <a:xfrm>
            <a:off x="8275320" y="3840480"/>
            <a:ext cx="3511296" cy="384048"/>
          </a:xfrm>
          <a:prstGeom prst="rect">
            <a:avLst/>
          </a:prstGeom>
          <a:solidFill>
            <a:srgbClr val="F7F9FB"/>
          </a:solidFill>
          <a:ln w="6350">
            <a:solidFill>
              <a:srgbClr val="D3DCE5"/>
            </a:solidFill>
            <a:prstDash val="solid"/>
          </a:ln>
        </p:spPr>
      </p:sp>
      <p:sp>
        <p:nvSpPr>
          <p:cNvPr id="47" name="Text 45"/>
          <p:cNvSpPr txBox="1"/>
          <p:nvPr/>
        </p:nvSpPr>
        <p:spPr>
          <a:xfrm>
            <a:off x="8339328" y="3840480"/>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8" name="Shape 46"/>
          <p:cNvSpPr/>
          <p:nvPr/>
        </p:nvSpPr>
        <p:spPr>
          <a:xfrm>
            <a:off x="411480" y="4224528"/>
            <a:ext cx="3337560" cy="384048"/>
          </a:xfrm>
          <a:prstGeom prst="rect">
            <a:avLst/>
          </a:prstGeom>
          <a:solidFill>
            <a:srgbClr val="FFFFFF"/>
          </a:solidFill>
          <a:ln w="6350">
            <a:solidFill>
              <a:srgbClr val="D3DCE5"/>
            </a:solidFill>
            <a:prstDash val="solid"/>
          </a:ln>
        </p:spPr>
      </p:sp>
      <p:sp>
        <p:nvSpPr>
          <p:cNvPr id="49" name="Text 47"/>
          <p:cNvSpPr txBox="1"/>
          <p:nvPr/>
        </p:nvSpPr>
        <p:spPr>
          <a:xfrm>
            <a:off x="475488" y="422452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0" name="Shape 48"/>
          <p:cNvSpPr/>
          <p:nvPr/>
        </p:nvSpPr>
        <p:spPr>
          <a:xfrm>
            <a:off x="3749040" y="4224528"/>
            <a:ext cx="4526280" cy="384048"/>
          </a:xfrm>
          <a:prstGeom prst="rect">
            <a:avLst/>
          </a:prstGeom>
          <a:solidFill>
            <a:srgbClr val="FFFFFF"/>
          </a:solidFill>
          <a:ln w="6350">
            <a:solidFill>
              <a:srgbClr val="D3DCE5"/>
            </a:solidFill>
            <a:prstDash val="solid"/>
          </a:ln>
        </p:spPr>
      </p:sp>
      <p:sp>
        <p:nvSpPr>
          <p:cNvPr id="51" name="Text 49"/>
          <p:cNvSpPr txBox="1"/>
          <p:nvPr/>
        </p:nvSpPr>
        <p:spPr>
          <a:xfrm>
            <a:off x="3813048" y="422452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2" name="Shape 50"/>
          <p:cNvSpPr/>
          <p:nvPr/>
        </p:nvSpPr>
        <p:spPr>
          <a:xfrm>
            <a:off x="8275320" y="4224528"/>
            <a:ext cx="3511296" cy="384048"/>
          </a:xfrm>
          <a:prstGeom prst="rect">
            <a:avLst/>
          </a:prstGeom>
          <a:solidFill>
            <a:srgbClr val="FFFFFF"/>
          </a:solidFill>
          <a:ln w="6350">
            <a:solidFill>
              <a:srgbClr val="D3DCE5"/>
            </a:solidFill>
            <a:prstDash val="solid"/>
          </a:ln>
        </p:spPr>
      </p:sp>
      <p:sp>
        <p:nvSpPr>
          <p:cNvPr id="53" name="Text 51"/>
          <p:cNvSpPr txBox="1"/>
          <p:nvPr/>
        </p:nvSpPr>
        <p:spPr>
          <a:xfrm>
            <a:off x="8339328" y="422452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4" name="Shape 52"/>
          <p:cNvSpPr/>
          <p:nvPr/>
        </p:nvSpPr>
        <p:spPr>
          <a:xfrm>
            <a:off x="411480" y="4608576"/>
            <a:ext cx="3337560" cy="384048"/>
          </a:xfrm>
          <a:prstGeom prst="rect">
            <a:avLst/>
          </a:prstGeom>
          <a:solidFill>
            <a:srgbClr val="F7F9FB"/>
          </a:solidFill>
          <a:ln w="6350">
            <a:solidFill>
              <a:srgbClr val="D3DCE5"/>
            </a:solidFill>
            <a:prstDash val="solid"/>
          </a:ln>
        </p:spPr>
      </p:sp>
      <p:sp>
        <p:nvSpPr>
          <p:cNvPr id="55" name="Text 53"/>
          <p:cNvSpPr txBox="1"/>
          <p:nvPr/>
        </p:nvSpPr>
        <p:spPr>
          <a:xfrm>
            <a:off x="475488" y="460857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6" name="Shape 54"/>
          <p:cNvSpPr/>
          <p:nvPr/>
        </p:nvSpPr>
        <p:spPr>
          <a:xfrm>
            <a:off x="3749040" y="4608576"/>
            <a:ext cx="4526280" cy="384048"/>
          </a:xfrm>
          <a:prstGeom prst="rect">
            <a:avLst/>
          </a:prstGeom>
          <a:solidFill>
            <a:srgbClr val="F7F9FB"/>
          </a:solidFill>
          <a:ln w="6350">
            <a:solidFill>
              <a:srgbClr val="D3DCE5"/>
            </a:solidFill>
            <a:prstDash val="solid"/>
          </a:ln>
        </p:spPr>
      </p:sp>
      <p:sp>
        <p:nvSpPr>
          <p:cNvPr id="57" name="Text 55"/>
          <p:cNvSpPr txBox="1"/>
          <p:nvPr/>
        </p:nvSpPr>
        <p:spPr>
          <a:xfrm>
            <a:off x="3813048" y="460857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8" name="Shape 56"/>
          <p:cNvSpPr/>
          <p:nvPr/>
        </p:nvSpPr>
        <p:spPr>
          <a:xfrm>
            <a:off x="8275320" y="4608576"/>
            <a:ext cx="3511296" cy="384048"/>
          </a:xfrm>
          <a:prstGeom prst="rect">
            <a:avLst/>
          </a:prstGeom>
          <a:solidFill>
            <a:srgbClr val="F7F9FB"/>
          </a:solidFill>
          <a:ln w="6350">
            <a:solidFill>
              <a:srgbClr val="D3DCE5"/>
            </a:solidFill>
            <a:prstDash val="solid"/>
          </a:ln>
        </p:spPr>
      </p:sp>
      <p:sp>
        <p:nvSpPr>
          <p:cNvPr id="59" name="Text 57"/>
          <p:cNvSpPr txBox="1"/>
          <p:nvPr/>
        </p:nvSpPr>
        <p:spPr>
          <a:xfrm>
            <a:off x="8339328" y="4608576"/>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0" name="Shape 58"/>
          <p:cNvSpPr/>
          <p:nvPr/>
        </p:nvSpPr>
        <p:spPr>
          <a:xfrm>
            <a:off x="411480" y="5056632"/>
            <a:ext cx="11375136" cy="1207008"/>
          </a:xfrm>
          <a:prstGeom prst="rect">
            <a:avLst/>
          </a:prstGeom>
          <a:solidFill>
            <a:srgbClr val="FBEBD9"/>
          </a:solidFill>
          <a:ln w="9525">
            <a:solidFill>
              <a:srgbClr val="E8C9A3"/>
            </a:solidFill>
            <a:prstDash val="solid"/>
          </a:ln>
        </p:spPr>
      </p:sp>
      <p:sp>
        <p:nvSpPr>
          <p:cNvPr id="61" name="Text 59"/>
          <p:cNvSpPr txBox="1"/>
          <p:nvPr/>
        </p:nvSpPr>
        <p:spPr>
          <a:xfrm>
            <a:off x="576072" y="518464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are showing a table of gaps rather than omitting the topic</a:t>
            </a:r>
            <a:endParaRPr lang="en-US" sz="1150" dirty="0"/>
          </a:p>
        </p:txBody>
      </p:sp>
      <p:sp>
        <p:nvSpPr>
          <p:cNvPr id="62" name="Text 60"/>
          <p:cNvSpPr txBox="1"/>
          <p:nvPr/>
        </p:nvSpPr>
        <p:spPr>
          <a:xfrm>
            <a:off x="576072" y="551383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research environment could not reach company websites or the ASX announcements platform, so the FY26 Sustainability Report was not readable. Every figure above sits in that document. We could have substituted sector averages and produced a page that looked complete; a page that looks complete and is not is worse than a page that admits what it does not know.</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the live rounds, these are the first numbers we would retrieve, and the safety record in particular would materially change our view of execution risk on a doubling of throughput.</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D9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Governance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structure is better than the disclosure. A standing board Sustainability Committee is a real signal; the absence of visible ESG-linked pay is a real gap.</a:t>
            </a:r>
            <a:endParaRPr lang="en-US" sz="1200" dirty="0"/>
          </a:p>
        </p:txBody>
      </p:sp>
      <p:sp>
        <p:nvSpPr>
          <p:cNvPr id="6" name="Shape 4"/>
          <p:cNvSpPr/>
          <p:nvPr/>
        </p:nvSpPr>
        <p:spPr>
          <a:xfrm>
            <a:off x="411480" y="1627632"/>
            <a:ext cx="2971800" cy="292608"/>
          </a:xfrm>
          <a:prstGeom prst="rect">
            <a:avLst/>
          </a:prstGeom>
          <a:solidFill>
            <a:srgbClr val="10233A"/>
          </a:solidFill>
          <a:ln/>
        </p:spPr>
      </p:sp>
      <p:sp>
        <p:nvSpPr>
          <p:cNvPr id="7" name="Text 5"/>
          <p:cNvSpPr txBox="1"/>
          <p:nvPr/>
        </p:nvSpPr>
        <p:spPr>
          <a:xfrm>
            <a:off x="475488" y="1627632"/>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383280" y="1627632"/>
            <a:ext cx="4892040" cy="292608"/>
          </a:xfrm>
          <a:prstGeom prst="rect">
            <a:avLst/>
          </a:prstGeom>
          <a:solidFill>
            <a:srgbClr val="10233A"/>
          </a:solidFill>
          <a:ln/>
        </p:spPr>
      </p:sp>
      <p:sp>
        <p:nvSpPr>
          <p:cNvPr id="9" name="Text 7"/>
          <p:cNvSpPr txBox="1"/>
          <p:nvPr/>
        </p:nvSpPr>
        <p:spPr>
          <a:xfrm>
            <a:off x="3447288" y="1627632"/>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97180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4" name="Shape 12"/>
          <p:cNvSpPr/>
          <p:nvPr/>
        </p:nvSpPr>
        <p:spPr>
          <a:xfrm>
            <a:off x="3383280" y="1920240"/>
            <a:ext cx="4892040" cy="434340"/>
          </a:xfrm>
          <a:prstGeom prst="rect">
            <a:avLst/>
          </a:prstGeom>
          <a:solidFill>
            <a:srgbClr val="FFFFFF"/>
          </a:solidFill>
          <a:ln w="6350">
            <a:solidFill>
              <a:srgbClr val="D3DCE5"/>
            </a:solidFill>
            <a:prstDash val="solid"/>
          </a:ln>
        </p:spPr>
      </p:sp>
      <p:sp>
        <p:nvSpPr>
          <p:cNvPr id="15" name="Text 13"/>
          <p:cNvSpPr txBox="1"/>
          <p:nvPr/>
        </p:nvSpPr>
        <p:spPr>
          <a:xfrm>
            <a:off x="3447288" y="19202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6" name="Shape 14"/>
          <p:cNvSpPr/>
          <p:nvPr/>
        </p:nvSpPr>
        <p:spPr>
          <a:xfrm>
            <a:off x="8275320" y="1920240"/>
            <a:ext cx="3511296" cy="434340"/>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8" name="Shape 16"/>
          <p:cNvSpPr/>
          <p:nvPr/>
        </p:nvSpPr>
        <p:spPr>
          <a:xfrm>
            <a:off x="411480" y="2354580"/>
            <a:ext cx="297180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0" name="Shape 18"/>
          <p:cNvSpPr/>
          <p:nvPr/>
        </p:nvSpPr>
        <p:spPr>
          <a:xfrm>
            <a:off x="3383280" y="2354580"/>
            <a:ext cx="4892040" cy="434340"/>
          </a:xfrm>
          <a:prstGeom prst="rect">
            <a:avLst/>
          </a:prstGeom>
          <a:solidFill>
            <a:srgbClr val="F7F9FB"/>
          </a:solidFill>
          <a:ln w="6350">
            <a:solidFill>
              <a:srgbClr val="D3DCE5"/>
            </a:solidFill>
            <a:prstDash val="solid"/>
          </a:ln>
        </p:spPr>
      </p:sp>
      <p:sp>
        <p:nvSpPr>
          <p:cNvPr id="21" name="Text 19"/>
          <p:cNvSpPr txBox="1"/>
          <p:nvPr/>
        </p:nvSpPr>
        <p:spPr>
          <a:xfrm>
            <a:off x="3447288" y="23545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2" name="Shape 20"/>
          <p:cNvSpPr/>
          <p:nvPr/>
        </p:nvSpPr>
        <p:spPr>
          <a:xfrm>
            <a:off x="8275320" y="2354580"/>
            <a:ext cx="3511296" cy="434340"/>
          </a:xfrm>
          <a:prstGeom prst="rect">
            <a:avLst/>
          </a:prstGeom>
          <a:solidFill>
            <a:srgbClr val="F7F9FB"/>
          </a:solidFill>
          <a:ln w="6350">
            <a:solidFill>
              <a:srgbClr val="D3DCE5"/>
            </a:solidFill>
            <a:prstDash val="solid"/>
          </a:ln>
        </p:spPr>
      </p:sp>
      <p:sp>
        <p:nvSpPr>
          <p:cNvPr id="23" name="Text 21"/>
          <p:cNvSpPr txBox="1"/>
          <p:nvPr/>
        </p:nvSpPr>
        <p:spPr>
          <a:xfrm>
            <a:off x="8339328" y="235458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4" name="Shape 22"/>
          <p:cNvSpPr/>
          <p:nvPr/>
        </p:nvSpPr>
        <p:spPr>
          <a:xfrm>
            <a:off x="411480" y="2788920"/>
            <a:ext cx="297180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6" name="Shape 24"/>
          <p:cNvSpPr/>
          <p:nvPr/>
        </p:nvSpPr>
        <p:spPr>
          <a:xfrm>
            <a:off x="3383280" y="2788920"/>
            <a:ext cx="4892040" cy="434340"/>
          </a:xfrm>
          <a:prstGeom prst="rect">
            <a:avLst/>
          </a:prstGeom>
          <a:solidFill>
            <a:srgbClr val="FFFFFF"/>
          </a:solidFill>
          <a:ln w="6350">
            <a:solidFill>
              <a:srgbClr val="D3DCE5"/>
            </a:solidFill>
            <a:prstDash val="solid"/>
          </a:ln>
        </p:spPr>
      </p:sp>
      <p:sp>
        <p:nvSpPr>
          <p:cNvPr id="27" name="Text 25"/>
          <p:cNvSpPr txBox="1"/>
          <p:nvPr/>
        </p:nvSpPr>
        <p:spPr>
          <a:xfrm>
            <a:off x="3447288" y="278892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8" name="Shape 26"/>
          <p:cNvSpPr/>
          <p:nvPr/>
        </p:nvSpPr>
        <p:spPr>
          <a:xfrm>
            <a:off x="8275320" y="2788920"/>
            <a:ext cx="3511296" cy="434340"/>
          </a:xfrm>
          <a:prstGeom prst="rect">
            <a:avLst/>
          </a:prstGeom>
          <a:solidFill>
            <a:srgbClr val="FFFFFF"/>
          </a:solidFill>
          <a:ln w="6350">
            <a:solidFill>
              <a:srgbClr val="D3DCE5"/>
            </a:solidFill>
            <a:prstDash val="solid"/>
          </a:ln>
        </p:spPr>
      </p:sp>
      <p:sp>
        <p:nvSpPr>
          <p:cNvPr id="29" name="Text 27"/>
          <p:cNvSpPr txBox="1"/>
          <p:nvPr/>
        </p:nvSpPr>
        <p:spPr>
          <a:xfrm>
            <a:off x="8339328" y="278892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0" name="Shape 28"/>
          <p:cNvSpPr/>
          <p:nvPr/>
        </p:nvSpPr>
        <p:spPr>
          <a:xfrm>
            <a:off x="411480" y="3223260"/>
            <a:ext cx="297180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2" name="Shape 30"/>
          <p:cNvSpPr/>
          <p:nvPr/>
        </p:nvSpPr>
        <p:spPr>
          <a:xfrm>
            <a:off x="3383280" y="3223260"/>
            <a:ext cx="4892040" cy="434340"/>
          </a:xfrm>
          <a:prstGeom prst="rect">
            <a:avLst/>
          </a:prstGeom>
          <a:solidFill>
            <a:srgbClr val="F7F9FB"/>
          </a:solidFill>
          <a:ln w="6350">
            <a:solidFill>
              <a:srgbClr val="D3DCE5"/>
            </a:solidFill>
            <a:prstDash val="solid"/>
          </a:ln>
        </p:spPr>
      </p:sp>
      <p:sp>
        <p:nvSpPr>
          <p:cNvPr id="33" name="Text 31"/>
          <p:cNvSpPr txBox="1"/>
          <p:nvPr/>
        </p:nvSpPr>
        <p:spPr>
          <a:xfrm>
            <a:off x="3447288" y="322326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4" name="Shape 32"/>
          <p:cNvSpPr/>
          <p:nvPr/>
        </p:nvSpPr>
        <p:spPr>
          <a:xfrm>
            <a:off x="8275320" y="3223260"/>
            <a:ext cx="3511296" cy="434340"/>
          </a:xfrm>
          <a:prstGeom prst="rect">
            <a:avLst/>
          </a:prstGeom>
          <a:solidFill>
            <a:srgbClr val="F7F9FB"/>
          </a:solidFill>
          <a:ln w="6350">
            <a:solidFill>
              <a:srgbClr val="D3DCE5"/>
            </a:solidFill>
            <a:prstDash val="solid"/>
          </a:ln>
        </p:spPr>
      </p:sp>
      <p:sp>
        <p:nvSpPr>
          <p:cNvPr id="35" name="Text 33"/>
          <p:cNvSpPr txBox="1"/>
          <p:nvPr/>
        </p:nvSpPr>
        <p:spPr>
          <a:xfrm>
            <a:off x="8339328" y="3223260"/>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6" name="Shape 34"/>
          <p:cNvSpPr/>
          <p:nvPr/>
        </p:nvSpPr>
        <p:spPr>
          <a:xfrm>
            <a:off x="411480" y="3657600"/>
            <a:ext cx="297180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8" name="Shape 36"/>
          <p:cNvSpPr/>
          <p:nvPr/>
        </p:nvSpPr>
        <p:spPr>
          <a:xfrm>
            <a:off x="3383280" y="3657600"/>
            <a:ext cx="4892040" cy="434340"/>
          </a:xfrm>
          <a:prstGeom prst="rect">
            <a:avLst/>
          </a:prstGeom>
          <a:solidFill>
            <a:srgbClr val="FFFFFF"/>
          </a:solidFill>
          <a:ln w="6350">
            <a:solidFill>
              <a:srgbClr val="D3DCE5"/>
            </a:solidFill>
            <a:prstDash val="solid"/>
          </a:ln>
        </p:spPr>
      </p:sp>
      <p:sp>
        <p:nvSpPr>
          <p:cNvPr id="39" name="Text 37"/>
          <p:cNvSpPr txBox="1"/>
          <p:nvPr/>
        </p:nvSpPr>
        <p:spPr>
          <a:xfrm>
            <a:off x="3447288" y="365760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0" name="Shape 38"/>
          <p:cNvSpPr/>
          <p:nvPr/>
        </p:nvSpPr>
        <p:spPr>
          <a:xfrm>
            <a:off x="8275320" y="3657600"/>
            <a:ext cx="3511296" cy="434340"/>
          </a:xfrm>
          <a:prstGeom prst="rect">
            <a:avLst/>
          </a:prstGeom>
          <a:solidFill>
            <a:srgbClr val="FFFFFF"/>
          </a:solidFill>
          <a:ln w="6350">
            <a:solidFill>
              <a:srgbClr val="D3DCE5"/>
            </a:solidFill>
            <a:prstDash val="solid"/>
          </a:ln>
        </p:spPr>
      </p:sp>
      <p:sp>
        <p:nvSpPr>
          <p:cNvPr id="41" name="Text 39"/>
          <p:cNvSpPr txBox="1"/>
          <p:nvPr/>
        </p:nvSpPr>
        <p:spPr>
          <a:xfrm>
            <a:off x="8339328" y="365760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2" name="Shape 40"/>
          <p:cNvSpPr/>
          <p:nvPr/>
        </p:nvSpPr>
        <p:spPr>
          <a:xfrm>
            <a:off x="411480" y="4091940"/>
            <a:ext cx="297180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4" name="Shape 42"/>
          <p:cNvSpPr/>
          <p:nvPr/>
        </p:nvSpPr>
        <p:spPr>
          <a:xfrm>
            <a:off x="3383280" y="4091940"/>
            <a:ext cx="4892040" cy="434340"/>
          </a:xfrm>
          <a:prstGeom prst="rect">
            <a:avLst/>
          </a:prstGeom>
          <a:solidFill>
            <a:srgbClr val="F7F9FB"/>
          </a:solidFill>
          <a:ln w="6350">
            <a:solidFill>
              <a:srgbClr val="D3DCE5"/>
            </a:solidFill>
            <a:prstDash val="solid"/>
          </a:ln>
        </p:spPr>
      </p:sp>
      <p:sp>
        <p:nvSpPr>
          <p:cNvPr id="45" name="Text 43"/>
          <p:cNvSpPr txBox="1"/>
          <p:nvPr/>
        </p:nvSpPr>
        <p:spPr>
          <a:xfrm>
            <a:off x="3447288" y="40919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6" name="Shape 44"/>
          <p:cNvSpPr/>
          <p:nvPr/>
        </p:nvSpPr>
        <p:spPr>
          <a:xfrm>
            <a:off x="8275320" y="4091940"/>
            <a:ext cx="3511296" cy="434340"/>
          </a:xfrm>
          <a:prstGeom prst="rect">
            <a:avLst/>
          </a:prstGeom>
          <a:solidFill>
            <a:srgbClr val="F7F9FB"/>
          </a:solidFill>
          <a:ln w="6350">
            <a:solidFill>
              <a:srgbClr val="D3DCE5"/>
            </a:solidFill>
            <a:prstDash val="solid"/>
          </a:ln>
        </p:spPr>
      </p:sp>
      <p:sp>
        <p:nvSpPr>
          <p:cNvPr id="47" name="Text 45"/>
          <p:cNvSpPr txBox="1"/>
          <p:nvPr/>
        </p:nvSpPr>
        <p:spPr>
          <a:xfrm>
            <a:off x="8339328" y="40919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8" name="Shape 46"/>
          <p:cNvSpPr/>
          <p:nvPr/>
        </p:nvSpPr>
        <p:spPr>
          <a:xfrm>
            <a:off x="411480" y="4526280"/>
            <a:ext cx="297180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0" name="Shape 48"/>
          <p:cNvSpPr/>
          <p:nvPr/>
        </p:nvSpPr>
        <p:spPr>
          <a:xfrm>
            <a:off x="3383280" y="4526280"/>
            <a:ext cx="4892040" cy="434340"/>
          </a:xfrm>
          <a:prstGeom prst="rect">
            <a:avLst/>
          </a:prstGeom>
          <a:solidFill>
            <a:srgbClr val="FFFFFF"/>
          </a:solidFill>
          <a:ln w="6350">
            <a:solidFill>
              <a:srgbClr val="D3DCE5"/>
            </a:solidFill>
            <a:prstDash val="solid"/>
          </a:ln>
        </p:spPr>
      </p:sp>
      <p:sp>
        <p:nvSpPr>
          <p:cNvPr id="51" name="Text 49"/>
          <p:cNvSpPr txBox="1"/>
          <p:nvPr/>
        </p:nvSpPr>
        <p:spPr>
          <a:xfrm>
            <a:off x="3447288" y="45262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2" name="Shape 50"/>
          <p:cNvSpPr/>
          <p:nvPr/>
        </p:nvSpPr>
        <p:spPr>
          <a:xfrm>
            <a:off x="8275320" y="4526280"/>
            <a:ext cx="3511296" cy="434340"/>
          </a:xfrm>
          <a:prstGeom prst="rect">
            <a:avLst/>
          </a:prstGeom>
          <a:solidFill>
            <a:srgbClr val="FFFFFF"/>
          </a:solidFill>
          <a:ln w="6350">
            <a:solidFill>
              <a:srgbClr val="D3DCE5"/>
            </a:solidFill>
            <a:prstDash val="solid"/>
          </a:ln>
        </p:spPr>
      </p:sp>
      <p:sp>
        <p:nvSpPr>
          <p:cNvPr id="53" name="Text 51"/>
          <p:cNvSpPr txBox="1"/>
          <p:nvPr/>
        </p:nvSpPr>
        <p:spPr>
          <a:xfrm>
            <a:off x="8339328" y="452628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4" name="Shape 52"/>
          <p:cNvSpPr/>
          <p:nvPr/>
        </p:nvSpPr>
        <p:spPr>
          <a:xfrm>
            <a:off x="411480" y="5029200"/>
            <a:ext cx="11375136" cy="1188720"/>
          </a:xfrm>
          <a:prstGeom prst="rect">
            <a:avLst/>
          </a:prstGeom>
          <a:solidFill>
            <a:srgbClr val="EEF2F6"/>
          </a:solidFill>
          <a:ln w="9525">
            <a:solidFill>
              <a:srgbClr val="D3DCE5"/>
            </a:solidFill>
            <a:prstDash val="solid"/>
          </a:ln>
        </p:spPr>
      </p:sp>
      <p:sp>
        <p:nvSpPr>
          <p:cNvPr id="55" name="Text 53"/>
          <p:cNvSpPr txBox="1"/>
          <p:nvPr/>
        </p:nvSpPr>
        <p:spPr>
          <a:xfrm>
            <a:off x="576072" y="51572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6" name="Text 54"/>
          <p:cNvSpPr txBox="1"/>
          <p:nvPr/>
        </p:nvSpPr>
        <p:spPr>
          <a:xfrm>
            <a:off x="576072" y="54864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D10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External ratings, and why we did not lead with them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entrants to go beneath the ESG rank. We could not retrieve reliable ratings, and on reflection that did not weaken the analysis.</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8" name="Shape 6"/>
          <p:cNvSpPr/>
          <p:nvPr/>
        </p:nvSpPr>
        <p:spPr>
          <a:xfrm>
            <a:off x="3200400" y="1627632"/>
            <a:ext cx="2423160" cy="292608"/>
          </a:xfrm>
          <a:prstGeom prst="rect">
            <a:avLst/>
          </a:prstGeom>
          <a:solidFill>
            <a:srgbClr val="10233A"/>
          </a:solidFill>
          <a:ln/>
        </p:spPr>
      </p:sp>
      <p:sp>
        <p:nvSpPr>
          <p:cNvPr id="9" name="Text 7"/>
          <p:cNvSpPr txBox="1"/>
          <p:nvPr/>
        </p:nvSpPr>
        <p:spPr>
          <a:xfrm>
            <a:off x="3264408" y="1627632"/>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0" name="Shape 8"/>
          <p:cNvSpPr/>
          <p:nvPr/>
        </p:nvSpPr>
        <p:spPr>
          <a:xfrm>
            <a:off x="5623560" y="1627632"/>
            <a:ext cx="6163056" cy="292608"/>
          </a:xfrm>
          <a:prstGeom prst="rect">
            <a:avLst/>
          </a:prstGeom>
          <a:solidFill>
            <a:srgbClr val="10233A"/>
          </a:solidFill>
          <a:ln/>
        </p:spPr>
      </p:sp>
      <p:sp>
        <p:nvSpPr>
          <p:cNvPr id="11" name="Text 9"/>
          <p:cNvSpPr txBox="1"/>
          <p:nvPr/>
        </p:nvSpPr>
        <p:spPr>
          <a:xfrm>
            <a:off x="5687568" y="1627632"/>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2" name="Shape 10"/>
          <p:cNvSpPr/>
          <p:nvPr/>
        </p:nvSpPr>
        <p:spPr>
          <a:xfrm>
            <a:off x="411480" y="1920240"/>
            <a:ext cx="2788920" cy="365760"/>
          </a:xfrm>
          <a:prstGeom prst="rect">
            <a:avLst/>
          </a:prstGeom>
          <a:solidFill>
            <a:srgbClr val="FFFFFF"/>
          </a:solidFill>
          <a:ln w="6350">
            <a:solidFill>
              <a:srgbClr val="D3DCE5"/>
            </a:solidFill>
            <a:prstDash val="solid"/>
          </a:ln>
        </p:spPr>
      </p:sp>
      <p:sp>
        <p:nvSpPr>
          <p:cNvPr id="13" name="Text 11"/>
          <p:cNvSpPr txBox="1"/>
          <p:nvPr/>
        </p:nvSpPr>
        <p:spPr>
          <a:xfrm>
            <a:off x="475488" y="192024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4" name="Shape 12"/>
          <p:cNvSpPr/>
          <p:nvPr/>
        </p:nvSpPr>
        <p:spPr>
          <a:xfrm>
            <a:off x="3200400" y="1920240"/>
            <a:ext cx="2423160" cy="365760"/>
          </a:xfrm>
          <a:prstGeom prst="rect">
            <a:avLst/>
          </a:prstGeom>
          <a:solidFill>
            <a:srgbClr val="FFFFFF"/>
          </a:solidFill>
          <a:ln w="6350">
            <a:solidFill>
              <a:srgbClr val="D3DCE5"/>
            </a:solidFill>
            <a:prstDash val="solid"/>
          </a:ln>
        </p:spPr>
      </p:sp>
      <p:sp>
        <p:nvSpPr>
          <p:cNvPr id="15" name="Text 13"/>
          <p:cNvSpPr txBox="1"/>
          <p:nvPr/>
        </p:nvSpPr>
        <p:spPr>
          <a:xfrm>
            <a:off x="3264408" y="192024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6" name="Shape 14"/>
          <p:cNvSpPr/>
          <p:nvPr/>
        </p:nvSpPr>
        <p:spPr>
          <a:xfrm>
            <a:off x="5623560" y="1920240"/>
            <a:ext cx="6163056" cy="365760"/>
          </a:xfrm>
          <a:prstGeom prst="rect">
            <a:avLst/>
          </a:prstGeom>
          <a:solidFill>
            <a:srgbClr val="FFFFFF"/>
          </a:solidFill>
          <a:ln w="6350">
            <a:solidFill>
              <a:srgbClr val="D3DCE5"/>
            </a:solidFill>
            <a:prstDash val="solid"/>
          </a:ln>
        </p:spPr>
      </p:sp>
      <p:sp>
        <p:nvSpPr>
          <p:cNvPr id="17" name="Text 15"/>
          <p:cNvSpPr txBox="1"/>
          <p:nvPr/>
        </p:nvSpPr>
        <p:spPr>
          <a:xfrm>
            <a:off x="5687568" y="192024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8" name="Shape 16"/>
          <p:cNvSpPr/>
          <p:nvPr/>
        </p:nvSpPr>
        <p:spPr>
          <a:xfrm>
            <a:off x="411480" y="2286000"/>
            <a:ext cx="2788920" cy="365760"/>
          </a:xfrm>
          <a:prstGeom prst="rect">
            <a:avLst/>
          </a:prstGeom>
          <a:solidFill>
            <a:srgbClr val="F7F9FB"/>
          </a:solidFill>
          <a:ln w="6350">
            <a:solidFill>
              <a:srgbClr val="D3DCE5"/>
            </a:solidFill>
            <a:prstDash val="solid"/>
          </a:ln>
        </p:spPr>
      </p:sp>
      <p:sp>
        <p:nvSpPr>
          <p:cNvPr id="19" name="Text 17"/>
          <p:cNvSpPr txBox="1"/>
          <p:nvPr/>
        </p:nvSpPr>
        <p:spPr>
          <a:xfrm>
            <a:off x="475488" y="228600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0" name="Shape 18"/>
          <p:cNvSpPr/>
          <p:nvPr/>
        </p:nvSpPr>
        <p:spPr>
          <a:xfrm>
            <a:off x="3200400" y="2286000"/>
            <a:ext cx="2423160" cy="365760"/>
          </a:xfrm>
          <a:prstGeom prst="rect">
            <a:avLst/>
          </a:prstGeom>
          <a:solidFill>
            <a:srgbClr val="F7F9FB"/>
          </a:solidFill>
          <a:ln w="6350">
            <a:solidFill>
              <a:srgbClr val="D3DCE5"/>
            </a:solidFill>
            <a:prstDash val="solid"/>
          </a:ln>
        </p:spPr>
      </p:sp>
      <p:sp>
        <p:nvSpPr>
          <p:cNvPr id="21" name="Text 19"/>
          <p:cNvSpPr txBox="1"/>
          <p:nvPr/>
        </p:nvSpPr>
        <p:spPr>
          <a:xfrm>
            <a:off x="3264408" y="228600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2" name="Shape 20"/>
          <p:cNvSpPr/>
          <p:nvPr/>
        </p:nvSpPr>
        <p:spPr>
          <a:xfrm>
            <a:off x="5623560" y="2286000"/>
            <a:ext cx="6163056" cy="365760"/>
          </a:xfrm>
          <a:prstGeom prst="rect">
            <a:avLst/>
          </a:prstGeom>
          <a:solidFill>
            <a:srgbClr val="F7F9FB"/>
          </a:solidFill>
          <a:ln w="6350">
            <a:solidFill>
              <a:srgbClr val="D3DCE5"/>
            </a:solidFill>
            <a:prstDash val="solid"/>
          </a:ln>
        </p:spPr>
      </p:sp>
      <p:sp>
        <p:nvSpPr>
          <p:cNvPr id="23" name="Text 21"/>
          <p:cNvSpPr txBox="1"/>
          <p:nvPr/>
        </p:nvSpPr>
        <p:spPr>
          <a:xfrm>
            <a:off x="5687568" y="228600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4" name="Shape 22"/>
          <p:cNvSpPr/>
          <p:nvPr/>
        </p:nvSpPr>
        <p:spPr>
          <a:xfrm>
            <a:off x="411480" y="2651760"/>
            <a:ext cx="2788920" cy="365760"/>
          </a:xfrm>
          <a:prstGeom prst="rect">
            <a:avLst/>
          </a:prstGeom>
          <a:solidFill>
            <a:srgbClr val="FFFFFF"/>
          </a:solidFill>
          <a:ln w="6350">
            <a:solidFill>
              <a:srgbClr val="D3DCE5"/>
            </a:solidFill>
            <a:prstDash val="solid"/>
          </a:ln>
        </p:spPr>
      </p:sp>
      <p:sp>
        <p:nvSpPr>
          <p:cNvPr id="25" name="Text 23"/>
          <p:cNvSpPr txBox="1"/>
          <p:nvPr/>
        </p:nvSpPr>
        <p:spPr>
          <a:xfrm>
            <a:off x="475488" y="265176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6" name="Shape 24"/>
          <p:cNvSpPr/>
          <p:nvPr/>
        </p:nvSpPr>
        <p:spPr>
          <a:xfrm>
            <a:off x="3200400" y="2651760"/>
            <a:ext cx="2423160" cy="365760"/>
          </a:xfrm>
          <a:prstGeom prst="rect">
            <a:avLst/>
          </a:prstGeom>
          <a:solidFill>
            <a:srgbClr val="FFFFFF"/>
          </a:solidFill>
          <a:ln w="6350">
            <a:solidFill>
              <a:srgbClr val="D3DCE5"/>
            </a:solidFill>
            <a:prstDash val="solid"/>
          </a:ln>
        </p:spPr>
      </p:sp>
      <p:sp>
        <p:nvSpPr>
          <p:cNvPr id="27" name="Text 25"/>
          <p:cNvSpPr txBox="1"/>
          <p:nvPr/>
        </p:nvSpPr>
        <p:spPr>
          <a:xfrm>
            <a:off x="3264408" y="265176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8" name="Shape 26"/>
          <p:cNvSpPr/>
          <p:nvPr/>
        </p:nvSpPr>
        <p:spPr>
          <a:xfrm>
            <a:off x="5623560" y="2651760"/>
            <a:ext cx="6163056" cy="365760"/>
          </a:xfrm>
          <a:prstGeom prst="rect">
            <a:avLst/>
          </a:prstGeom>
          <a:solidFill>
            <a:srgbClr val="FFFFFF"/>
          </a:solidFill>
          <a:ln w="6350">
            <a:solidFill>
              <a:srgbClr val="D3DCE5"/>
            </a:solidFill>
            <a:prstDash val="solid"/>
          </a:ln>
        </p:spPr>
      </p:sp>
      <p:sp>
        <p:nvSpPr>
          <p:cNvPr id="29" name="Text 27"/>
          <p:cNvSpPr txBox="1"/>
          <p:nvPr/>
        </p:nvSpPr>
        <p:spPr>
          <a:xfrm>
            <a:off x="5687568" y="265176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0" name="Shape 28"/>
          <p:cNvSpPr/>
          <p:nvPr/>
        </p:nvSpPr>
        <p:spPr>
          <a:xfrm>
            <a:off x="411480" y="3017520"/>
            <a:ext cx="2788920" cy="365760"/>
          </a:xfrm>
          <a:prstGeom prst="rect">
            <a:avLst/>
          </a:prstGeom>
          <a:solidFill>
            <a:srgbClr val="F7F9FB"/>
          </a:solidFill>
          <a:ln w="6350">
            <a:solidFill>
              <a:srgbClr val="D3DCE5"/>
            </a:solidFill>
            <a:prstDash val="solid"/>
          </a:ln>
        </p:spPr>
      </p:sp>
      <p:sp>
        <p:nvSpPr>
          <p:cNvPr id="31" name="Text 29"/>
          <p:cNvSpPr txBox="1"/>
          <p:nvPr/>
        </p:nvSpPr>
        <p:spPr>
          <a:xfrm>
            <a:off x="475488" y="301752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2" name="Shape 30"/>
          <p:cNvSpPr/>
          <p:nvPr/>
        </p:nvSpPr>
        <p:spPr>
          <a:xfrm>
            <a:off x="3200400" y="3017520"/>
            <a:ext cx="2423160" cy="365760"/>
          </a:xfrm>
          <a:prstGeom prst="rect">
            <a:avLst/>
          </a:prstGeom>
          <a:solidFill>
            <a:srgbClr val="F7F9FB"/>
          </a:solidFill>
          <a:ln w="6350">
            <a:solidFill>
              <a:srgbClr val="D3DCE5"/>
            </a:solidFill>
            <a:prstDash val="solid"/>
          </a:ln>
        </p:spPr>
      </p:sp>
      <p:sp>
        <p:nvSpPr>
          <p:cNvPr id="33" name="Text 31"/>
          <p:cNvSpPr txBox="1"/>
          <p:nvPr/>
        </p:nvSpPr>
        <p:spPr>
          <a:xfrm>
            <a:off x="3264408" y="301752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4" name="Shape 32"/>
          <p:cNvSpPr/>
          <p:nvPr/>
        </p:nvSpPr>
        <p:spPr>
          <a:xfrm>
            <a:off x="5623560" y="3017520"/>
            <a:ext cx="6163056" cy="365760"/>
          </a:xfrm>
          <a:prstGeom prst="rect">
            <a:avLst/>
          </a:prstGeom>
          <a:solidFill>
            <a:srgbClr val="F7F9FB"/>
          </a:solidFill>
          <a:ln w="6350">
            <a:solidFill>
              <a:srgbClr val="D3DCE5"/>
            </a:solidFill>
            <a:prstDash val="solid"/>
          </a:ln>
        </p:spPr>
      </p:sp>
      <p:sp>
        <p:nvSpPr>
          <p:cNvPr id="35" name="Text 33"/>
          <p:cNvSpPr txBox="1"/>
          <p:nvPr/>
        </p:nvSpPr>
        <p:spPr>
          <a:xfrm>
            <a:off x="5687568" y="301752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6" name="Shape 34"/>
          <p:cNvSpPr/>
          <p:nvPr/>
        </p:nvSpPr>
        <p:spPr>
          <a:xfrm>
            <a:off x="411480" y="3383280"/>
            <a:ext cx="2788920" cy="365760"/>
          </a:xfrm>
          <a:prstGeom prst="rect">
            <a:avLst/>
          </a:prstGeom>
          <a:solidFill>
            <a:srgbClr val="FFFFFF"/>
          </a:solidFill>
          <a:ln w="6350">
            <a:solidFill>
              <a:srgbClr val="D3DCE5"/>
            </a:solidFill>
            <a:prstDash val="solid"/>
          </a:ln>
        </p:spPr>
      </p:sp>
      <p:sp>
        <p:nvSpPr>
          <p:cNvPr id="37" name="Text 35"/>
          <p:cNvSpPr txBox="1"/>
          <p:nvPr/>
        </p:nvSpPr>
        <p:spPr>
          <a:xfrm>
            <a:off x="475488" y="338328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8" name="Shape 36"/>
          <p:cNvSpPr/>
          <p:nvPr/>
        </p:nvSpPr>
        <p:spPr>
          <a:xfrm>
            <a:off x="3200400" y="3383280"/>
            <a:ext cx="2423160" cy="365760"/>
          </a:xfrm>
          <a:prstGeom prst="rect">
            <a:avLst/>
          </a:prstGeom>
          <a:solidFill>
            <a:srgbClr val="FFFFFF"/>
          </a:solidFill>
          <a:ln w="6350">
            <a:solidFill>
              <a:srgbClr val="D3DCE5"/>
            </a:solidFill>
            <a:prstDash val="solid"/>
          </a:ln>
        </p:spPr>
      </p:sp>
      <p:sp>
        <p:nvSpPr>
          <p:cNvPr id="39" name="Text 37"/>
          <p:cNvSpPr txBox="1"/>
          <p:nvPr/>
        </p:nvSpPr>
        <p:spPr>
          <a:xfrm>
            <a:off x="3264408" y="3383280"/>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0" name="Shape 38"/>
          <p:cNvSpPr/>
          <p:nvPr/>
        </p:nvSpPr>
        <p:spPr>
          <a:xfrm>
            <a:off x="5623560" y="3383280"/>
            <a:ext cx="6163056" cy="365760"/>
          </a:xfrm>
          <a:prstGeom prst="rect">
            <a:avLst/>
          </a:prstGeom>
          <a:solidFill>
            <a:srgbClr val="FFFFFF"/>
          </a:solidFill>
          <a:ln w="6350">
            <a:solidFill>
              <a:srgbClr val="D3DCE5"/>
            </a:solidFill>
            <a:prstDash val="solid"/>
          </a:ln>
        </p:spPr>
      </p:sp>
      <p:sp>
        <p:nvSpPr>
          <p:cNvPr id="41" name="Text 39"/>
          <p:cNvSpPr txBox="1"/>
          <p:nvPr/>
        </p:nvSpPr>
        <p:spPr>
          <a:xfrm>
            <a:off x="5687568" y="338328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2" name="Shape 40"/>
          <p:cNvSpPr/>
          <p:nvPr/>
        </p:nvSpPr>
        <p:spPr>
          <a:xfrm>
            <a:off x="411480" y="3730752"/>
            <a:ext cx="5577840" cy="1920240"/>
          </a:xfrm>
          <a:prstGeom prst="rect">
            <a:avLst/>
          </a:prstGeom>
          <a:solidFill>
            <a:srgbClr val="D6EBE7"/>
          </a:solidFill>
          <a:ln w="9525">
            <a:solidFill>
              <a:srgbClr val="AFD3CC"/>
            </a:solidFill>
            <a:prstDash val="solid"/>
          </a:ln>
        </p:spPr>
      </p:sp>
      <p:sp>
        <p:nvSpPr>
          <p:cNvPr id="43" name="Text 41"/>
          <p:cNvSpPr txBox="1"/>
          <p:nvPr/>
        </p:nvSpPr>
        <p:spPr>
          <a:xfrm>
            <a:off x="576072" y="3858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4" name="Text 42"/>
          <p:cNvSpPr txBox="1"/>
          <p:nvPr/>
        </p:nvSpPr>
        <p:spPr>
          <a:xfrm>
            <a:off x="576072"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5" name="Shape 43"/>
          <p:cNvSpPr/>
          <p:nvPr/>
        </p:nvSpPr>
        <p:spPr>
          <a:xfrm>
            <a:off x="6208776" y="3730752"/>
            <a:ext cx="5577840" cy="1920240"/>
          </a:xfrm>
          <a:prstGeom prst="rect">
            <a:avLst/>
          </a:prstGeom>
          <a:solidFill>
            <a:srgbClr val="FBEBD9"/>
          </a:solidFill>
          <a:ln w="9525">
            <a:solidFill>
              <a:srgbClr val="E8C9A3"/>
            </a:solidFill>
            <a:prstDash val="solid"/>
          </a:ln>
        </p:spPr>
      </p:sp>
      <p:sp>
        <p:nvSpPr>
          <p:cNvPr id="46" name="Text 44"/>
          <p:cNvSpPr txBox="1"/>
          <p:nvPr/>
        </p:nvSpPr>
        <p:spPr>
          <a:xfrm>
            <a:off x="6373368" y="3858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But we are not pretending it is costless</a:t>
            </a:r>
            <a:endParaRPr lang="en-US" sz="1150" dirty="0"/>
          </a:p>
        </p:txBody>
      </p:sp>
      <p:sp>
        <p:nvSpPr>
          <p:cNvPr id="47" name="Text 45"/>
          <p:cNvSpPr txBox="1"/>
          <p:nvPr/>
        </p:nvSpPr>
        <p:spPr>
          <a:xfrm>
            <a:off x="6373368"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Our engagement plan as a shareholder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long-only fund holding a position for years has one instrument beyond buying and selling. Here is how we would use it.</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Shape 5"/>
          <p:cNvSpPr/>
          <p:nvPr/>
        </p:nvSpPr>
        <p:spPr>
          <a:xfrm>
            <a:off x="557784" y="1801368"/>
            <a:ext cx="310896" cy="310896"/>
          </a:xfrm>
          <a:prstGeom prst="ellipse">
            <a:avLst/>
          </a:prstGeom>
          <a:solidFill>
            <a:srgbClr val="A3282C"/>
          </a:solidFill>
          <a:ln/>
        </p:spPr>
      </p:sp>
      <p:sp>
        <p:nvSpPr>
          <p:cNvPr id="8" name="Text 6"/>
          <p:cNvSpPr txBox="1"/>
          <p:nvPr/>
        </p:nvSpPr>
        <p:spPr>
          <a:xfrm>
            <a:off x="557784" y="18013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978408" y="167335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0" name="Text 8"/>
          <p:cNvSpPr txBox="1"/>
          <p:nvPr/>
        </p:nvSpPr>
        <p:spPr>
          <a:xfrm>
            <a:off x="5029200" y="167335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1" name="Text 9"/>
          <p:cNvSpPr txBox="1"/>
          <p:nvPr/>
        </p:nvSpPr>
        <p:spPr>
          <a:xfrm>
            <a:off x="9354312" y="167335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2" name="Shape 10"/>
          <p:cNvSpPr/>
          <p:nvPr/>
        </p:nvSpPr>
        <p:spPr>
          <a:xfrm>
            <a:off x="411480" y="2340864"/>
            <a:ext cx="11375136" cy="658368"/>
          </a:xfrm>
          <a:prstGeom prst="rect">
            <a:avLst/>
          </a:prstGeom>
          <a:solidFill>
            <a:srgbClr val="F7F9FB"/>
          </a:solidFill>
          <a:ln w="7620">
            <a:solidFill>
              <a:srgbClr val="D3DCE5"/>
            </a:solidFill>
            <a:prstDash val="solid"/>
          </a:ln>
        </p:spPr>
      </p:sp>
      <p:sp>
        <p:nvSpPr>
          <p:cNvPr id="13" name="Shape 11"/>
          <p:cNvSpPr/>
          <p:nvPr/>
        </p:nvSpPr>
        <p:spPr>
          <a:xfrm>
            <a:off x="557784" y="2514600"/>
            <a:ext cx="310896" cy="310896"/>
          </a:xfrm>
          <a:prstGeom prst="ellipse">
            <a:avLst/>
          </a:prstGeom>
          <a:solidFill>
            <a:srgbClr val="A3282C"/>
          </a:solidFill>
          <a:ln/>
        </p:spPr>
      </p:sp>
      <p:sp>
        <p:nvSpPr>
          <p:cNvPr id="14" name="Text 12"/>
          <p:cNvSpPr txBox="1"/>
          <p:nvPr/>
        </p:nvSpPr>
        <p:spPr>
          <a:xfrm>
            <a:off x="557784" y="25146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txBox="1"/>
          <p:nvPr/>
        </p:nvSpPr>
        <p:spPr>
          <a:xfrm>
            <a:off x="978408" y="238658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6" name="Text 14"/>
          <p:cNvSpPr txBox="1"/>
          <p:nvPr/>
        </p:nvSpPr>
        <p:spPr>
          <a:xfrm>
            <a:off x="5029200" y="238658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7" name="Text 15"/>
          <p:cNvSpPr txBox="1"/>
          <p:nvPr/>
        </p:nvSpPr>
        <p:spPr>
          <a:xfrm>
            <a:off x="9354312" y="238658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8" name="Shape 16"/>
          <p:cNvSpPr/>
          <p:nvPr/>
        </p:nvSpPr>
        <p:spPr>
          <a:xfrm>
            <a:off x="411480" y="3054096"/>
            <a:ext cx="11375136" cy="658368"/>
          </a:xfrm>
          <a:prstGeom prst="rect">
            <a:avLst/>
          </a:prstGeom>
          <a:solidFill>
            <a:srgbClr val="FFFFFF"/>
          </a:solidFill>
          <a:ln w="7620">
            <a:solidFill>
              <a:srgbClr val="D3DCE5"/>
            </a:solidFill>
            <a:prstDash val="solid"/>
          </a:ln>
        </p:spPr>
      </p:sp>
      <p:sp>
        <p:nvSpPr>
          <p:cNvPr id="19" name="Shape 17"/>
          <p:cNvSpPr/>
          <p:nvPr/>
        </p:nvSpPr>
        <p:spPr>
          <a:xfrm>
            <a:off x="557784" y="3227832"/>
            <a:ext cx="310896" cy="310896"/>
          </a:xfrm>
          <a:prstGeom prst="ellipse">
            <a:avLst/>
          </a:prstGeom>
          <a:solidFill>
            <a:srgbClr val="C2610A"/>
          </a:solidFill>
          <a:ln/>
        </p:spPr>
      </p:sp>
      <p:sp>
        <p:nvSpPr>
          <p:cNvPr id="20" name="Text 18"/>
          <p:cNvSpPr txBox="1"/>
          <p:nvPr/>
        </p:nvSpPr>
        <p:spPr>
          <a:xfrm>
            <a:off x="557784" y="32278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9"/>
          <p:cNvSpPr txBox="1"/>
          <p:nvPr/>
        </p:nvSpPr>
        <p:spPr>
          <a:xfrm>
            <a:off x="978408" y="309981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2" name="Text 20"/>
          <p:cNvSpPr txBox="1"/>
          <p:nvPr/>
        </p:nvSpPr>
        <p:spPr>
          <a:xfrm>
            <a:off x="5029200" y="309981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3" name="Text 21"/>
          <p:cNvSpPr txBox="1"/>
          <p:nvPr/>
        </p:nvSpPr>
        <p:spPr>
          <a:xfrm>
            <a:off x="9354312" y="309981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4" name="Shape 22"/>
          <p:cNvSpPr/>
          <p:nvPr/>
        </p:nvSpPr>
        <p:spPr>
          <a:xfrm>
            <a:off x="411480" y="3767328"/>
            <a:ext cx="11375136" cy="658368"/>
          </a:xfrm>
          <a:prstGeom prst="rect">
            <a:avLst/>
          </a:prstGeom>
          <a:solidFill>
            <a:srgbClr val="F7F9FB"/>
          </a:solidFill>
          <a:ln w="7620">
            <a:solidFill>
              <a:srgbClr val="D3DCE5"/>
            </a:solidFill>
            <a:prstDash val="solid"/>
          </a:ln>
        </p:spPr>
      </p:sp>
      <p:sp>
        <p:nvSpPr>
          <p:cNvPr id="25" name="Shape 23"/>
          <p:cNvSpPr/>
          <p:nvPr/>
        </p:nvSpPr>
        <p:spPr>
          <a:xfrm>
            <a:off x="557784" y="3941064"/>
            <a:ext cx="310896" cy="310896"/>
          </a:xfrm>
          <a:prstGeom prst="ellipse">
            <a:avLst/>
          </a:prstGeom>
          <a:solidFill>
            <a:srgbClr val="C2610A"/>
          </a:solidFill>
          <a:ln/>
        </p:spPr>
      </p:sp>
      <p:sp>
        <p:nvSpPr>
          <p:cNvPr id="26" name="Text 24"/>
          <p:cNvSpPr txBox="1"/>
          <p:nvPr/>
        </p:nvSpPr>
        <p:spPr>
          <a:xfrm>
            <a:off x="557784" y="3941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78408" y="381304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8" name="Text 26"/>
          <p:cNvSpPr txBox="1"/>
          <p:nvPr/>
        </p:nvSpPr>
        <p:spPr>
          <a:xfrm>
            <a:off x="5029200" y="381304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29" name="Text 27"/>
          <p:cNvSpPr txBox="1"/>
          <p:nvPr/>
        </p:nvSpPr>
        <p:spPr>
          <a:xfrm>
            <a:off x="9354312" y="381304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0" name="Shape 28"/>
          <p:cNvSpPr/>
          <p:nvPr/>
        </p:nvSpPr>
        <p:spPr>
          <a:xfrm>
            <a:off x="411480" y="4480560"/>
            <a:ext cx="11375136" cy="658368"/>
          </a:xfrm>
          <a:prstGeom prst="rect">
            <a:avLst/>
          </a:prstGeom>
          <a:solidFill>
            <a:srgbClr val="FFFFFF"/>
          </a:solidFill>
          <a:ln w="7620">
            <a:solidFill>
              <a:srgbClr val="D3DCE5"/>
            </a:solidFill>
            <a:prstDash val="solid"/>
          </a:ln>
        </p:spPr>
      </p:sp>
      <p:sp>
        <p:nvSpPr>
          <p:cNvPr id="31" name="Shape 29"/>
          <p:cNvSpPr/>
          <p:nvPr/>
        </p:nvSpPr>
        <p:spPr>
          <a:xfrm>
            <a:off x="557784" y="4654296"/>
            <a:ext cx="310896" cy="310896"/>
          </a:xfrm>
          <a:prstGeom prst="ellipse">
            <a:avLst/>
          </a:prstGeom>
          <a:solidFill>
            <a:srgbClr val="C2610A"/>
          </a:solidFill>
          <a:ln/>
        </p:spPr>
      </p:sp>
      <p:sp>
        <p:nvSpPr>
          <p:cNvPr id="32" name="Text 30"/>
          <p:cNvSpPr txBox="1"/>
          <p:nvPr/>
        </p:nvSpPr>
        <p:spPr>
          <a:xfrm>
            <a:off x="557784" y="465429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Text 31"/>
          <p:cNvSpPr txBox="1"/>
          <p:nvPr/>
        </p:nvSpPr>
        <p:spPr>
          <a:xfrm>
            <a:off x="978408" y="452628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4" name="Text 32"/>
          <p:cNvSpPr txBox="1"/>
          <p:nvPr/>
        </p:nvSpPr>
        <p:spPr>
          <a:xfrm>
            <a:off x="5029200" y="452628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real landscape conservation before the scheme is repriced buys both goodwill and regulatory optionality.</a:t>
            </a:r>
            <a:endParaRPr lang="en-US" sz="820" dirty="0"/>
          </a:p>
        </p:txBody>
      </p:sp>
      <p:sp>
        <p:nvSpPr>
          <p:cNvPr id="35" name="Text 33"/>
          <p:cNvSpPr txBox="1"/>
          <p:nvPr/>
        </p:nvSpPr>
        <p:spPr>
          <a:xfrm>
            <a:off x="9354312" y="452628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6" name="Shape 34"/>
          <p:cNvSpPr/>
          <p:nvPr/>
        </p:nvSpPr>
        <p:spPr>
          <a:xfrm>
            <a:off x="411480" y="5340096"/>
            <a:ext cx="11375136" cy="987552"/>
          </a:xfrm>
          <a:prstGeom prst="rect">
            <a:avLst/>
          </a:prstGeom>
          <a:solidFill>
            <a:srgbClr val="D6EBE7"/>
          </a:solidFill>
          <a:ln w="9525">
            <a:solidFill>
              <a:srgbClr val="AFD3CC"/>
            </a:solidFill>
            <a:prstDash val="solid"/>
          </a:ln>
        </p:spPr>
      </p:sp>
      <p:sp>
        <p:nvSpPr>
          <p:cNvPr id="37" name="Text 35"/>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8" name="Text 36"/>
          <p:cNvSpPr txBox="1"/>
          <p:nvPr/>
        </p:nvSpPr>
        <p:spPr>
          <a:xfrm>
            <a:off x="576072" y="5797296"/>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39" name="Text 3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50" dirty="0"/>
          </a:p>
        </p:txBody>
      </p:sp>
      <p:sp>
        <p:nvSpPr>
          <p:cNvPr id="40" name="Text 3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the model is built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Nineteen sheets, 1,728 live formulas, zero evaluation errors. One switch repoints the whole thing.</a:t>
            </a:r>
            <a:endParaRPr lang="en-US" sz="1200" dirty="0"/>
          </a:p>
        </p:txBody>
      </p:sp>
      <p:sp>
        <p:nvSpPr>
          <p:cNvPr id="6" name="Shape 4"/>
          <p:cNvSpPr/>
          <p:nvPr/>
        </p:nvSpPr>
        <p:spPr>
          <a:xfrm>
            <a:off x="411480" y="1517904"/>
            <a:ext cx="2331720" cy="292608"/>
          </a:xfrm>
          <a:prstGeom prst="rect">
            <a:avLst/>
          </a:prstGeom>
          <a:solidFill>
            <a:srgbClr val="10233A"/>
          </a:solidFill>
          <a:ln/>
        </p:spPr>
      </p:sp>
      <p:sp>
        <p:nvSpPr>
          <p:cNvPr id="7" name="Text 5"/>
          <p:cNvSpPr txBox="1"/>
          <p:nvPr/>
        </p:nvSpPr>
        <p:spPr>
          <a:xfrm>
            <a:off x="475488" y="1517904"/>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8" name="Shape 6"/>
          <p:cNvSpPr/>
          <p:nvPr/>
        </p:nvSpPr>
        <p:spPr>
          <a:xfrm>
            <a:off x="2743200" y="1517904"/>
            <a:ext cx="5074920" cy="292608"/>
          </a:xfrm>
          <a:prstGeom prst="rect">
            <a:avLst/>
          </a:prstGeom>
          <a:solidFill>
            <a:srgbClr val="10233A"/>
          </a:solidFill>
          <a:ln/>
        </p:spPr>
      </p:sp>
      <p:sp>
        <p:nvSpPr>
          <p:cNvPr id="9" name="Text 7"/>
          <p:cNvSpPr txBox="1"/>
          <p:nvPr/>
        </p:nvSpPr>
        <p:spPr>
          <a:xfrm>
            <a:off x="2807208" y="1517904"/>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0" name="Shape 8"/>
          <p:cNvSpPr/>
          <p:nvPr/>
        </p:nvSpPr>
        <p:spPr>
          <a:xfrm>
            <a:off x="7818120" y="1517904"/>
            <a:ext cx="3968496" cy="292608"/>
          </a:xfrm>
          <a:prstGeom prst="rect">
            <a:avLst/>
          </a:prstGeom>
          <a:solidFill>
            <a:srgbClr val="10233A"/>
          </a:solidFill>
          <a:ln/>
        </p:spPr>
      </p:sp>
      <p:sp>
        <p:nvSpPr>
          <p:cNvPr id="11" name="Text 9"/>
          <p:cNvSpPr txBox="1"/>
          <p:nvPr/>
        </p:nvSpPr>
        <p:spPr>
          <a:xfrm>
            <a:off x="7882128" y="1517904"/>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2" name="Shape 10"/>
          <p:cNvSpPr/>
          <p:nvPr/>
        </p:nvSpPr>
        <p:spPr>
          <a:xfrm>
            <a:off x="411480" y="1810512"/>
            <a:ext cx="2331720" cy="342900"/>
          </a:xfrm>
          <a:prstGeom prst="rect">
            <a:avLst/>
          </a:prstGeom>
          <a:solidFill>
            <a:srgbClr val="FFFFFF"/>
          </a:solidFill>
          <a:ln w="6350">
            <a:solidFill>
              <a:srgbClr val="D3DCE5"/>
            </a:solidFill>
            <a:prstDash val="solid"/>
          </a:ln>
        </p:spPr>
      </p:sp>
      <p:sp>
        <p:nvSpPr>
          <p:cNvPr id="13" name="Text 11"/>
          <p:cNvSpPr txBox="1"/>
          <p:nvPr/>
        </p:nvSpPr>
        <p:spPr>
          <a:xfrm>
            <a:off x="475488" y="18105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4" name="Shape 12"/>
          <p:cNvSpPr/>
          <p:nvPr/>
        </p:nvSpPr>
        <p:spPr>
          <a:xfrm>
            <a:off x="2743200" y="1810512"/>
            <a:ext cx="5074920" cy="342900"/>
          </a:xfrm>
          <a:prstGeom prst="rect">
            <a:avLst/>
          </a:prstGeom>
          <a:solidFill>
            <a:srgbClr val="FFFFFF"/>
          </a:solidFill>
          <a:ln w="6350">
            <a:solidFill>
              <a:srgbClr val="D3DCE5"/>
            </a:solidFill>
            <a:prstDash val="solid"/>
          </a:ln>
        </p:spPr>
      </p:sp>
      <p:sp>
        <p:nvSpPr>
          <p:cNvPr id="15" name="Text 13"/>
          <p:cNvSpPr txBox="1"/>
          <p:nvPr/>
        </p:nvSpPr>
        <p:spPr>
          <a:xfrm>
            <a:off x="2807208" y="18105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6" name="Shape 14"/>
          <p:cNvSpPr/>
          <p:nvPr/>
        </p:nvSpPr>
        <p:spPr>
          <a:xfrm>
            <a:off x="7818120" y="1810512"/>
            <a:ext cx="3968496" cy="342900"/>
          </a:xfrm>
          <a:prstGeom prst="rect">
            <a:avLst/>
          </a:prstGeom>
          <a:solidFill>
            <a:srgbClr val="FFFFFF"/>
          </a:solidFill>
          <a:ln w="6350">
            <a:solidFill>
              <a:srgbClr val="D3DCE5"/>
            </a:solidFill>
            <a:prstDash val="solid"/>
          </a:ln>
        </p:spPr>
      </p:sp>
      <p:sp>
        <p:nvSpPr>
          <p:cNvPr id="17" name="Text 15"/>
          <p:cNvSpPr txBox="1"/>
          <p:nvPr/>
        </p:nvSpPr>
        <p:spPr>
          <a:xfrm>
            <a:off x="7882128" y="18105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8" name="Shape 16"/>
          <p:cNvSpPr/>
          <p:nvPr/>
        </p:nvSpPr>
        <p:spPr>
          <a:xfrm>
            <a:off x="411480" y="2153412"/>
            <a:ext cx="2331720" cy="342900"/>
          </a:xfrm>
          <a:prstGeom prst="rect">
            <a:avLst/>
          </a:prstGeom>
          <a:solidFill>
            <a:srgbClr val="F7F9FB"/>
          </a:solidFill>
          <a:ln w="6350">
            <a:solidFill>
              <a:srgbClr val="D3DCE5"/>
            </a:solidFill>
            <a:prstDash val="solid"/>
          </a:ln>
        </p:spPr>
      </p:sp>
      <p:sp>
        <p:nvSpPr>
          <p:cNvPr id="19" name="Text 17"/>
          <p:cNvSpPr txBox="1"/>
          <p:nvPr/>
        </p:nvSpPr>
        <p:spPr>
          <a:xfrm>
            <a:off x="475488" y="21534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0" name="Shape 18"/>
          <p:cNvSpPr/>
          <p:nvPr/>
        </p:nvSpPr>
        <p:spPr>
          <a:xfrm>
            <a:off x="2743200" y="2153412"/>
            <a:ext cx="5074920" cy="342900"/>
          </a:xfrm>
          <a:prstGeom prst="rect">
            <a:avLst/>
          </a:prstGeom>
          <a:solidFill>
            <a:srgbClr val="F7F9FB"/>
          </a:solidFill>
          <a:ln w="6350">
            <a:solidFill>
              <a:srgbClr val="D3DCE5"/>
            </a:solidFill>
            <a:prstDash val="solid"/>
          </a:ln>
        </p:spPr>
      </p:sp>
      <p:sp>
        <p:nvSpPr>
          <p:cNvPr id="21" name="Text 19"/>
          <p:cNvSpPr txBox="1"/>
          <p:nvPr/>
        </p:nvSpPr>
        <p:spPr>
          <a:xfrm>
            <a:off x="2807208" y="21534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2" name="Shape 20"/>
          <p:cNvSpPr/>
          <p:nvPr/>
        </p:nvSpPr>
        <p:spPr>
          <a:xfrm>
            <a:off x="7818120" y="2153412"/>
            <a:ext cx="3968496" cy="342900"/>
          </a:xfrm>
          <a:prstGeom prst="rect">
            <a:avLst/>
          </a:prstGeom>
          <a:solidFill>
            <a:srgbClr val="F7F9FB"/>
          </a:solidFill>
          <a:ln w="6350">
            <a:solidFill>
              <a:srgbClr val="D3DCE5"/>
            </a:solidFill>
            <a:prstDash val="solid"/>
          </a:ln>
        </p:spPr>
      </p:sp>
      <p:sp>
        <p:nvSpPr>
          <p:cNvPr id="23" name="Text 21"/>
          <p:cNvSpPr txBox="1"/>
          <p:nvPr/>
        </p:nvSpPr>
        <p:spPr>
          <a:xfrm>
            <a:off x="7882128" y="21534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4" name="Shape 22"/>
          <p:cNvSpPr/>
          <p:nvPr/>
        </p:nvSpPr>
        <p:spPr>
          <a:xfrm>
            <a:off x="411480" y="2496312"/>
            <a:ext cx="2331720" cy="342900"/>
          </a:xfrm>
          <a:prstGeom prst="rect">
            <a:avLst/>
          </a:prstGeom>
          <a:solidFill>
            <a:srgbClr val="FFFFFF"/>
          </a:solidFill>
          <a:ln w="6350">
            <a:solidFill>
              <a:srgbClr val="D3DCE5"/>
            </a:solidFill>
            <a:prstDash val="solid"/>
          </a:ln>
        </p:spPr>
      </p:sp>
      <p:sp>
        <p:nvSpPr>
          <p:cNvPr id="25" name="Text 23"/>
          <p:cNvSpPr txBox="1"/>
          <p:nvPr/>
        </p:nvSpPr>
        <p:spPr>
          <a:xfrm>
            <a:off x="475488" y="24963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6" name="Shape 24"/>
          <p:cNvSpPr/>
          <p:nvPr/>
        </p:nvSpPr>
        <p:spPr>
          <a:xfrm>
            <a:off x="2743200" y="2496312"/>
            <a:ext cx="5074920" cy="342900"/>
          </a:xfrm>
          <a:prstGeom prst="rect">
            <a:avLst/>
          </a:prstGeom>
          <a:solidFill>
            <a:srgbClr val="FFFFFF"/>
          </a:solidFill>
          <a:ln w="6350">
            <a:solidFill>
              <a:srgbClr val="D3DCE5"/>
            </a:solidFill>
            <a:prstDash val="solid"/>
          </a:ln>
        </p:spPr>
      </p:sp>
      <p:sp>
        <p:nvSpPr>
          <p:cNvPr id="27" name="Text 25"/>
          <p:cNvSpPr txBox="1"/>
          <p:nvPr/>
        </p:nvSpPr>
        <p:spPr>
          <a:xfrm>
            <a:off x="2807208" y="24963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8" name="Shape 26"/>
          <p:cNvSpPr/>
          <p:nvPr/>
        </p:nvSpPr>
        <p:spPr>
          <a:xfrm>
            <a:off x="7818120" y="2496312"/>
            <a:ext cx="3968496" cy="342900"/>
          </a:xfrm>
          <a:prstGeom prst="rect">
            <a:avLst/>
          </a:prstGeom>
          <a:solidFill>
            <a:srgbClr val="FFFFFF"/>
          </a:solidFill>
          <a:ln w="6350">
            <a:solidFill>
              <a:srgbClr val="D3DCE5"/>
            </a:solidFill>
            <a:prstDash val="solid"/>
          </a:ln>
        </p:spPr>
      </p:sp>
      <p:sp>
        <p:nvSpPr>
          <p:cNvPr id="29" name="Text 27"/>
          <p:cNvSpPr txBox="1"/>
          <p:nvPr/>
        </p:nvSpPr>
        <p:spPr>
          <a:xfrm>
            <a:off x="7882128" y="24963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0" name="Shape 28"/>
          <p:cNvSpPr/>
          <p:nvPr/>
        </p:nvSpPr>
        <p:spPr>
          <a:xfrm>
            <a:off x="411480" y="2839212"/>
            <a:ext cx="2331720" cy="342900"/>
          </a:xfrm>
          <a:prstGeom prst="rect">
            <a:avLst/>
          </a:prstGeom>
          <a:solidFill>
            <a:srgbClr val="F7F9FB"/>
          </a:solidFill>
          <a:ln w="6350">
            <a:solidFill>
              <a:srgbClr val="D3DCE5"/>
            </a:solidFill>
            <a:prstDash val="solid"/>
          </a:ln>
        </p:spPr>
      </p:sp>
      <p:sp>
        <p:nvSpPr>
          <p:cNvPr id="31" name="Text 29"/>
          <p:cNvSpPr txBox="1"/>
          <p:nvPr/>
        </p:nvSpPr>
        <p:spPr>
          <a:xfrm>
            <a:off x="475488" y="28392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2" name="Shape 30"/>
          <p:cNvSpPr/>
          <p:nvPr/>
        </p:nvSpPr>
        <p:spPr>
          <a:xfrm>
            <a:off x="2743200" y="2839212"/>
            <a:ext cx="5074920" cy="342900"/>
          </a:xfrm>
          <a:prstGeom prst="rect">
            <a:avLst/>
          </a:prstGeom>
          <a:solidFill>
            <a:srgbClr val="F7F9FB"/>
          </a:solidFill>
          <a:ln w="6350">
            <a:solidFill>
              <a:srgbClr val="D3DCE5"/>
            </a:solidFill>
            <a:prstDash val="solid"/>
          </a:ln>
        </p:spPr>
      </p:sp>
      <p:sp>
        <p:nvSpPr>
          <p:cNvPr id="33" name="Text 31"/>
          <p:cNvSpPr txBox="1"/>
          <p:nvPr/>
        </p:nvSpPr>
        <p:spPr>
          <a:xfrm>
            <a:off x="2807208" y="28392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4" name="Shape 32"/>
          <p:cNvSpPr/>
          <p:nvPr/>
        </p:nvSpPr>
        <p:spPr>
          <a:xfrm>
            <a:off x="7818120" y="2839212"/>
            <a:ext cx="3968496" cy="342900"/>
          </a:xfrm>
          <a:prstGeom prst="rect">
            <a:avLst/>
          </a:prstGeom>
          <a:solidFill>
            <a:srgbClr val="F7F9FB"/>
          </a:solidFill>
          <a:ln w="6350">
            <a:solidFill>
              <a:srgbClr val="D3DCE5"/>
            </a:solidFill>
            <a:prstDash val="solid"/>
          </a:ln>
        </p:spPr>
      </p:sp>
      <p:sp>
        <p:nvSpPr>
          <p:cNvPr id="35" name="Text 33"/>
          <p:cNvSpPr txBox="1"/>
          <p:nvPr/>
        </p:nvSpPr>
        <p:spPr>
          <a:xfrm>
            <a:off x="7882128" y="28392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6" name="Shape 34"/>
          <p:cNvSpPr/>
          <p:nvPr/>
        </p:nvSpPr>
        <p:spPr>
          <a:xfrm>
            <a:off x="411480" y="3182112"/>
            <a:ext cx="2331720" cy="342900"/>
          </a:xfrm>
          <a:prstGeom prst="rect">
            <a:avLst/>
          </a:prstGeom>
          <a:solidFill>
            <a:srgbClr val="FFFFFF"/>
          </a:solidFill>
          <a:ln w="6350">
            <a:solidFill>
              <a:srgbClr val="D3DCE5"/>
            </a:solidFill>
            <a:prstDash val="solid"/>
          </a:ln>
        </p:spPr>
      </p:sp>
      <p:sp>
        <p:nvSpPr>
          <p:cNvPr id="37" name="Text 35"/>
          <p:cNvSpPr txBox="1"/>
          <p:nvPr/>
        </p:nvSpPr>
        <p:spPr>
          <a:xfrm>
            <a:off x="475488" y="31821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8" name="Shape 36"/>
          <p:cNvSpPr/>
          <p:nvPr/>
        </p:nvSpPr>
        <p:spPr>
          <a:xfrm>
            <a:off x="2743200" y="3182112"/>
            <a:ext cx="5074920" cy="342900"/>
          </a:xfrm>
          <a:prstGeom prst="rect">
            <a:avLst/>
          </a:prstGeom>
          <a:solidFill>
            <a:srgbClr val="FFFFFF"/>
          </a:solidFill>
          <a:ln w="6350">
            <a:solidFill>
              <a:srgbClr val="D3DCE5"/>
            </a:solidFill>
            <a:prstDash val="solid"/>
          </a:ln>
        </p:spPr>
      </p:sp>
      <p:sp>
        <p:nvSpPr>
          <p:cNvPr id="39" name="Text 37"/>
          <p:cNvSpPr txBox="1"/>
          <p:nvPr/>
        </p:nvSpPr>
        <p:spPr>
          <a:xfrm>
            <a:off x="2807208" y="31821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0" name="Shape 38"/>
          <p:cNvSpPr/>
          <p:nvPr/>
        </p:nvSpPr>
        <p:spPr>
          <a:xfrm>
            <a:off x="7818120" y="3182112"/>
            <a:ext cx="3968496" cy="342900"/>
          </a:xfrm>
          <a:prstGeom prst="rect">
            <a:avLst/>
          </a:prstGeom>
          <a:solidFill>
            <a:srgbClr val="FFFFFF"/>
          </a:solidFill>
          <a:ln w="6350">
            <a:solidFill>
              <a:srgbClr val="D3DCE5"/>
            </a:solidFill>
            <a:prstDash val="solid"/>
          </a:ln>
        </p:spPr>
      </p:sp>
      <p:sp>
        <p:nvSpPr>
          <p:cNvPr id="41" name="Text 39"/>
          <p:cNvSpPr txBox="1"/>
          <p:nvPr/>
        </p:nvSpPr>
        <p:spPr>
          <a:xfrm>
            <a:off x="7882128" y="31821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2" name="Shape 40"/>
          <p:cNvSpPr/>
          <p:nvPr/>
        </p:nvSpPr>
        <p:spPr>
          <a:xfrm>
            <a:off x="411480" y="3525012"/>
            <a:ext cx="2331720" cy="342900"/>
          </a:xfrm>
          <a:prstGeom prst="rect">
            <a:avLst/>
          </a:prstGeom>
          <a:solidFill>
            <a:srgbClr val="F7F9FB"/>
          </a:solidFill>
          <a:ln w="6350">
            <a:solidFill>
              <a:srgbClr val="D3DCE5"/>
            </a:solidFill>
            <a:prstDash val="solid"/>
          </a:ln>
        </p:spPr>
      </p:sp>
      <p:sp>
        <p:nvSpPr>
          <p:cNvPr id="43" name="Text 41"/>
          <p:cNvSpPr txBox="1"/>
          <p:nvPr/>
        </p:nvSpPr>
        <p:spPr>
          <a:xfrm>
            <a:off x="475488" y="35250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4" name="Shape 42"/>
          <p:cNvSpPr/>
          <p:nvPr/>
        </p:nvSpPr>
        <p:spPr>
          <a:xfrm>
            <a:off x="2743200" y="3525012"/>
            <a:ext cx="5074920" cy="342900"/>
          </a:xfrm>
          <a:prstGeom prst="rect">
            <a:avLst/>
          </a:prstGeom>
          <a:solidFill>
            <a:srgbClr val="F7F9FB"/>
          </a:solidFill>
          <a:ln w="6350">
            <a:solidFill>
              <a:srgbClr val="D3DCE5"/>
            </a:solidFill>
            <a:prstDash val="solid"/>
          </a:ln>
        </p:spPr>
      </p:sp>
      <p:sp>
        <p:nvSpPr>
          <p:cNvPr id="45" name="Text 43"/>
          <p:cNvSpPr txBox="1"/>
          <p:nvPr/>
        </p:nvSpPr>
        <p:spPr>
          <a:xfrm>
            <a:off x="2807208" y="35250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6" name="Shape 44"/>
          <p:cNvSpPr/>
          <p:nvPr/>
        </p:nvSpPr>
        <p:spPr>
          <a:xfrm>
            <a:off x="7818120" y="3525012"/>
            <a:ext cx="3968496" cy="342900"/>
          </a:xfrm>
          <a:prstGeom prst="rect">
            <a:avLst/>
          </a:prstGeom>
          <a:solidFill>
            <a:srgbClr val="F7F9FB"/>
          </a:solidFill>
          <a:ln w="6350">
            <a:solidFill>
              <a:srgbClr val="D3DCE5"/>
            </a:solidFill>
            <a:prstDash val="solid"/>
          </a:ln>
        </p:spPr>
      </p:sp>
      <p:sp>
        <p:nvSpPr>
          <p:cNvPr id="47" name="Text 45"/>
          <p:cNvSpPr txBox="1"/>
          <p:nvPr/>
        </p:nvSpPr>
        <p:spPr>
          <a:xfrm>
            <a:off x="7882128" y="35250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8" name="Shape 46"/>
          <p:cNvSpPr/>
          <p:nvPr/>
        </p:nvSpPr>
        <p:spPr>
          <a:xfrm>
            <a:off x="411480" y="3867912"/>
            <a:ext cx="2331720" cy="342900"/>
          </a:xfrm>
          <a:prstGeom prst="rect">
            <a:avLst/>
          </a:prstGeom>
          <a:solidFill>
            <a:srgbClr val="FFFFFF"/>
          </a:solidFill>
          <a:ln w="6350">
            <a:solidFill>
              <a:srgbClr val="D3DCE5"/>
            </a:solidFill>
            <a:prstDash val="solid"/>
          </a:ln>
        </p:spPr>
      </p:sp>
      <p:sp>
        <p:nvSpPr>
          <p:cNvPr id="49" name="Text 47"/>
          <p:cNvSpPr txBox="1"/>
          <p:nvPr/>
        </p:nvSpPr>
        <p:spPr>
          <a:xfrm>
            <a:off x="475488" y="38679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0" name="Shape 48"/>
          <p:cNvSpPr/>
          <p:nvPr/>
        </p:nvSpPr>
        <p:spPr>
          <a:xfrm>
            <a:off x="2743200" y="3867912"/>
            <a:ext cx="5074920" cy="342900"/>
          </a:xfrm>
          <a:prstGeom prst="rect">
            <a:avLst/>
          </a:prstGeom>
          <a:solidFill>
            <a:srgbClr val="FFFFFF"/>
          </a:solidFill>
          <a:ln w="6350">
            <a:solidFill>
              <a:srgbClr val="D3DCE5"/>
            </a:solidFill>
            <a:prstDash val="solid"/>
          </a:ln>
        </p:spPr>
      </p:sp>
      <p:sp>
        <p:nvSpPr>
          <p:cNvPr id="51" name="Text 49"/>
          <p:cNvSpPr txBox="1"/>
          <p:nvPr/>
        </p:nvSpPr>
        <p:spPr>
          <a:xfrm>
            <a:off x="2807208" y="38679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2" name="Shape 50"/>
          <p:cNvSpPr/>
          <p:nvPr/>
        </p:nvSpPr>
        <p:spPr>
          <a:xfrm>
            <a:off x="7818120" y="3867912"/>
            <a:ext cx="3968496" cy="342900"/>
          </a:xfrm>
          <a:prstGeom prst="rect">
            <a:avLst/>
          </a:prstGeom>
          <a:solidFill>
            <a:srgbClr val="FFFFFF"/>
          </a:solidFill>
          <a:ln w="6350">
            <a:solidFill>
              <a:srgbClr val="D3DCE5"/>
            </a:solidFill>
            <a:prstDash val="solid"/>
          </a:ln>
        </p:spPr>
      </p:sp>
      <p:sp>
        <p:nvSpPr>
          <p:cNvPr id="53" name="Text 51"/>
          <p:cNvSpPr txBox="1"/>
          <p:nvPr/>
        </p:nvSpPr>
        <p:spPr>
          <a:xfrm>
            <a:off x="7882128" y="38679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4" name="Shape 52"/>
          <p:cNvSpPr/>
          <p:nvPr/>
        </p:nvSpPr>
        <p:spPr>
          <a:xfrm>
            <a:off x="411480" y="4210812"/>
            <a:ext cx="2331720" cy="342900"/>
          </a:xfrm>
          <a:prstGeom prst="rect">
            <a:avLst/>
          </a:prstGeom>
          <a:solidFill>
            <a:srgbClr val="F7F9FB"/>
          </a:solidFill>
          <a:ln w="6350">
            <a:solidFill>
              <a:srgbClr val="D3DCE5"/>
            </a:solidFill>
            <a:prstDash val="solid"/>
          </a:ln>
        </p:spPr>
      </p:sp>
      <p:sp>
        <p:nvSpPr>
          <p:cNvPr id="55" name="Text 53"/>
          <p:cNvSpPr txBox="1"/>
          <p:nvPr/>
        </p:nvSpPr>
        <p:spPr>
          <a:xfrm>
            <a:off x="475488" y="42108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6" name="Shape 54"/>
          <p:cNvSpPr/>
          <p:nvPr/>
        </p:nvSpPr>
        <p:spPr>
          <a:xfrm>
            <a:off x="2743200" y="4210812"/>
            <a:ext cx="5074920" cy="342900"/>
          </a:xfrm>
          <a:prstGeom prst="rect">
            <a:avLst/>
          </a:prstGeom>
          <a:solidFill>
            <a:srgbClr val="F7F9FB"/>
          </a:solidFill>
          <a:ln w="6350">
            <a:solidFill>
              <a:srgbClr val="D3DCE5"/>
            </a:solidFill>
            <a:prstDash val="solid"/>
          </a:ln>
        </p:spPr>
      </p:sp>
      <p:sp>
        <p:nvSpPr>
          <p:cNvPr id="57" name="Text 55"/>
          <p:cNvSpPr txBox="1"/>
          <p:nvPr/>
        </p:nvSpPr>
        <p:spPr>
          <a:xfrm>
            <a:off x="2807208" y="42108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8" name="Shape 56"/>
          <p:cNvSpPr/>
          <p:nvPr/>
        </p:nvSpPr>
        <p:spPr>
          <a:xfrm>
            <a:off x="7818120" y="4210812"/>
            <a:ext cx="3968496" cy="342900"/>
          </a:xfrm>
          <a:prstGeom prst="rect">
            <a:avLst/>
          </a:prstGeom>
          <a:solidFill>
            <a:srgbClr val="F7F9FB"/>
          </a:solidFill>
          <a:ln w="6350">
            <a:solidFill>
              <a:srgbClr val="D3DCE5"/>
            </a:solidFill>
            <a:prstDash val="solid"/>
          </a:ln>
        </p:spPr>
      </p:sp>
      <p:sp>
        <p:nvSpPr>
          <p:cNvPr id="59" name="Text 57"/>
          <p:cNvSpPr txBox="1"/>
          <p:nvPr/>
        </p:nvSpPr>
        <p:spPr>
          <a:xfrm>
            <a:off x="7882128" y="42108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0" name="Shape 58"/>
          <p:cNvSpPr/>
          <p:nvPr/>
        </p:nvSpPr>
        <p:spPr>
          <a:xfrm>
            <a:off x="411480" y="4553712"/>
            <a:ext cx="2331720" cy="342900"/>
          </a:xfrm>
          <a:prstGeom prst="rect">
            <a:avLst/>
          </a:prstGeom>
          <a:solidFill>
            <a:srgbClr val="FFFFFF"/>
          </a:solidFill>
          <a:ln w="6350">
            <a:solidFill>
              <a:srgbClr val="D3DCE5"/>
            </a:solidFill>
            <a:prstDash val="solid"/>
          </a:ln>
        </p:spPr>
      </p:sp>
      <p:sp>
        <p:nvSpPr>
          <p:cNvPr id="61" name="Text 59"/>
          <p:cNvSpPr txBox="1"/>
          <p:nvPr/>
        </p:nvSpPr>
        <p:spPr>
          <a:xfrm>
            <a:off x="475488" y="45537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2" name="Shape 60"/>
          <p:cNvSpPr/>
          <p:nvPr/>
        </p:nvSpPr>
        <p:spPr>
          <a:xfrm>
            <a:off x="2743200" y="4553712"/>
            <a:ext cx="5074920" cy="342900"/>
          </a:xfrm>
          <a:prstGeom prst="rect">
            <a:avLst/>
          </a:prstGeom>
          <a:solidFill>
            <a:srgbClr val="FFFFFF"/>
          </a:solidFill>
          <a:ln w="6350">
            <a:solidFill>
              <a:srgbClr val="D3DCE5"/>
            </a:solidFill>
            <a:prstDash val="solid"/>
          </a:ln>
        </p:spPr>
      </p:sp>
      <p:sp>
        <p:nvSpPr>
          <p:cNvPr id="63" name="Text 61"/>
          <p:cNvSpPr txBox="1"/>
          <p:nvPr/>
        </p:nvSpPr>
        <p:spPr>
          <a:xfrm>
            <a:off x="2807208" y="45537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4" name="Shape 62"/>
          <p:cNvSpPr/>
          <p:nvPr/>
        </p:nvSpPr>
        <p:spPr>
          <a:xfrm>
            <a:off x="7818120" y="4553712"/>
            <a:ext cx="3968496" cy="342900"/>
          </a:xfrm>
          <a:prstGeom prst="rect">
            <a:avLst/>
          </a:prstGeom>
          <a:solidFill>
            <a:srgbClr val="FFFFFF"/>
          </a:solidFill>
          <a:ln w="6350">
            <a:solidFill>
              <a:srgbClr val="D3DCE5"/>
            </a:solidFill>
            <a:prstDash val="solid"/>
          </a:ln>
        </p:spPr>
      </p:sp>
      <p:sp>
        <p:nvSpPr>
          <p:cNvPr id="65" name="Text 63"/>
          <p:cNvSpPr txBox="1"/>
          <p:nvPr/>
        </p:nvSpPr>
        <p:spPr>
          <a:xfrm>
            <a:off x="7882128" y="45537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6" name="Shape 64"/>
          <p:cNvSpPr/>
          <p:nvPr/>
        </p:nvSpPr>
        <p:spPr>
          <a:xfrm>
            <a:off x="411480" y="4896612"/>
            <a:ext cx="2331720" cy="342900"/>
          </a:xfrm>
          <a:prstGeom prst="rect">
            <a:avLst/>
          </a:prstGeom>
          <a:solidFill>
            <a:srgbClr val="F7F9FB"/>
          </a:solidFill>
          <a:ln w="6350">
            <a:solidFill>
              <a:srgbClr val="D3DCE5"/>
            </a:solidFill>
            <a:prstDash val="solid"/>
          </a:ln>
        </p:spPr>
      </p:sp>
      <p:sp>
        <p:nvSpPr>
          <p:cNvPr id="67" name="Text 65"/>
          <p:cNvSpPr txBox="1"/>
          <p:nvPr/>
        </p:nvSpPr>
        <p:spPr>
          <a:xfrm>
            <a:off x="475488" y="48966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8" name="Shape 66"/>
          <p:cNvSpPr/>
          <p:nvPr/>
        </p:nvSpPr>
        <p:spPr>
          <a:xfrm>
            <a:off x="2743200" y="4896612"/>
            <a:ext cx="5074920" cy="342900"/>
          </a:xfrm>
          <a:prstGeom prst="rect">
            <a:avLst/>
          </a:prstGeom>
          <a:solidFill>
            <a:srgbClr val="F7F9FB"/>
          </a:solidFill>
          <a:ln w="6350">
            <a:solidFill>
              <a:srgbClr val="D3DCE5"/>
            </a:solidFill>
            <a:prstDash val="solid"/>
          </a:ln>
        </p:spPr>
      </p:sp>
      <p:sp>
        <p:nvSpPr>
          <p:cNvPr id="69" name="Text 67"/>
          <p:cNvSpPr txBox="1"/>
          <p:nvPr/>
        </p:nvSpPr>
        <p:spPr>
          <a:xfrm>
            <a:off x="2807208" y="48966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0" name="Shape 68"/>
          <p:cNvSpPr/>
          <p:nvPr/>
        </p:nvSpPr>
        <p:spPr>
          <a:xfrm>
            <a:off x="7818120" y="4896612"/>
            <a:ext cx="3968496" cy="342900"/>
          </a:xfrm>
          <a:prstGeom prst="rect">
            <a:avLst/>
          </a:prstGeom>
          <a:solidFill>
            <a:srgbClr val="F7F9FB"/>
          </a:solidFill>
          <a:ln w="6350">
            <a:solidFill>
              <a:srgbClr val="D3DCE5"/>
            </a:solidFill>
            <a:prstDash val="solid"/>
          </a:ln>
        </p:spPr>
      </p:sp>
      <p:sp>
        <p:nvSpPr>
          <p:cNvPr id="71" name="Text 69"/>
          <p:cNvSpPr txBox="1"/>
          <p:nvPr/>
        </p:nvSpPr>
        <p:spPr>
          <a:xfrm>
            <a:off x="7882128" y="48966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2" name="Shape 70"/>
          <p:cNvSpPr/>
          <p:nvPr/>
        </p:nvSpPr>
        <p:spPr>
          <a:xfrm>
            <a:off x="411480" y="5129784"/>
            <a:ext cx="11375136" cy="932688"/>
          </a:xfrm>
          <a:prstGeom prst="rect">
            <a:avLst/>
          </a:prstGeom>
          <a:solidFill>
            <a:srgbClr val="EEF2F6"/>
          </a:solidFill>
          <a:ln w="9525">
            <a:solidFill>
              <a:srgbClr val="D3DCE5"/>
            </a:solidFill>
            <a:prstDash val="solid"/>
          </a:ln>
        </p:spPr>
      </p:sp>
      <p:sp>
        <p:nvSpPr>
          <p:cNvPr id="73" name="Text 71"/>
          <p:cNvSpPr txBox="1"/>
          <p:nvPr/>
        </p:nvSpPr>
        <p:spPr>
          <a:xfrm>
            <a:off x="576072" y="52578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4" name="Text 72"/>
          <p:cNvSpPr txBox="1"/>
          <p:nvPr/>
        </p:nvSpPr>
        <p:spPr>
          <a:xfrm>
            <a:off x="576072" y="5586984"/>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price deck, and why all three cases converge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trough forces supply out; a spike pulls it in. A perpetuity struck at either extreme is not a forecast, it is an arithmetic error.</a:t>
            </a:r>
            <a:endParaRPr lang="en-US" sz="1200" dirty="0"/>
          </a:p>
        </p:txBody>
      </p:sp>
      <p:graphicFrame>
        <p:nvGraphicFramePr>
          <p:cNvPr id="6" name="Chart 0" descr=""/>
          <p:cNvGraphicFramePr/>
          <p:nvPr/>
        </p:nvGraphicFramePr>
        <p:xfrm>
          <a:off x="411480" y="1627632"/>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0376" y="1627632"/>
            <a:ext cx="4206240" cy="2788920"/>
          </a:xfrm>
          <a:prstGeom prst="rect">
            <a:avLst/>
          </a:prstGeom>
          <a:solidFill>
            <a:srgbClr val="D6EBE7"/>
          </a:solidFill>
          <a:ln w="9525">
            <a:solidFill>
              <a:srgbClr val="AFD3CC"/>
            </a:solidFill>
            <a:prstDash val="solid"/>
          </a:ln>
        </p:spPr>
      </p:sp>
      <p:sp>
        <p:nvSpPr>
          <p:cNvPr id="8" name="Text 5"/>
          <p:cNvSpPr txBox="1"/>
          <p:nvPr/>
        </p:nvSpPr>
        <p:spPr>
          <a:xfrm>
            <a:off x="7744968" y="1755648"/>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9" name="Text 6"/>
          <p:cNvSpPr txBox="1"/>
          <p:nvPr/>
        </p:nvSpPr>
        <p:spPr>
          <a:xfrm>
            <a:off x="7763256" y="2194560"/>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0" name="Shape 7"/>
          <p:cNvSpPr/>
          <p:nvPr/>
        </p:nvSpPr>
        <p:spPr>
          <a:xfrm>
            <a:off x="411480" y="4572000"/>
            <a:ext cx="2926080" cy="292608"/>
          </a:xfrm>
          <a:prstGeom prst="rect">
            <a:avLst/>
          </a:prstGeom>
          <a:solidFill>
            <a:srgbClr val="10233A"/>
          </a:solidFill>
          <a:ln/>
        </p:spPr>
      </p:sp>
      <p:sp>
        <p:nvSpPr>
          <p:cNvPr id="11" name="Text 8"/>
          <p:cNvSpPr txBox="1"/>
          <p:nvPr/>
        </p:nvSpPr>
        <p:spPr>
          <a:xfrm>
            <a:off x="475488" y="457200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2" name="Shape 9"/>
          <p:cNvSpPr/>
          <p:nvPr/>
        </p:nvSpPr>
        <p:spPr>
          <a:xfrm>
            <a:off x="3337560" y="4572000"/>
            <a:ext cx="844906" cy="292608"/>
          </a:xfrm>
          <a:prstGeom prst="rect">
            <a:avLst/>
          </a:prstGeom>
          <a:solidFill>
            <a:srgbClr val="10233A"/>
          </a:solidFill>
          <a:ln/>
        </p:spPr>
      </p:sp>
      <p:sp>
        <p:nvSpPr>
          <p:cNvPr id="13" name="Text 10"/>
          <p:cNvSpPr txBox="1"/>
          <p:nvPr/>
        </p:nvSpPr>
        <p:spPr>
          <a:xfrm>
            <a:off x="340156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4" name="Shape 11"/>
          <p:cNvSpPr/>
          <p:nvPr/>
        </p:nvSpPr>
        <p:spPr>
          <a:xfrm>
            <a:off x="4182466" y="4572000"/>
            <a:ext cx="844906" cy="292608"/>
          </a:xfrm>
          <a:prstGeom prst="rect">
            <a:avLst/>
          </a:prstGeom>
          <a:solidFill>
            <a:srgbClr val="10233A"/>
          </a:solidFill>
          <a:ln/>
        </p:spPr>
      </p:sp>
      <p:sp>
        <p:nvSpPr>
          <p:cNvPr id="15" name="Text 12"/>
          <p:cNvSpPr txBox="1"/>
          <p:nvPr/>
        </p:nvSpPr>
        <p:spPr>
          <a:xfrm>
            <a:off x="4246474"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6" name="Shape 13"/>
          <p:cNvSpPr/>
          <p:nvPr/>
        </p:nvSpPr>
        <p:spPr>
          <a:xfrm>
            <a:off x="5027371" y="4572000"/>
            <a:ext cx="844906" cy="292608"/>
          </a:xfrm>
          <a:prstGeom prst="rect">
            <a:avLst/>
          </a:prstGeom>
          <a:solidFill>
            <a:srgbClr val="10233A"/>
          </a:solidFill>
          <a:ln/>
        </p:spPr>
      </p:sp>
      <p:sp>
        <p:nvSpPr>
          <p:cNvPr id="17" name="Text 14"/>
          <p:cNvSpPr txBox="1"/>
          <p:nvPr/>
        </p:nvSpPr>
        <p:spPr>
          <a:xfrm>
            <a:off x="5091379"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8" name="Shape 15"/>
          <p:cNvSpPr/>
          <p:nvPr/>
        </p:nvSpPr>
        <p:spPr>
          <a:xfrm>
            <a:off x="5872277" y="4572000"/>
            <a:ext cx="844906" cy="292608"/>
          </a:xfrm>
          <a:prstGeom prst="rect">
            <a:avLst/>
          </a:prstGeom>
          <a:solidFill>
            <a:srgbClr val="10233A"/>
          </a:solidFill>
          <a:ln/>
        </p:spPr>
      </p:sp>
      <p:sp>
        <p:nvSpPr>
          <p:cNvPr id="19" name="Text 16"/>
          <p:cNvSpPr txBox="1"/>
          <p:nvPr/>
        </p:nvSpPr>
        <p:spPr>
          <a:xfrm>
            <a:off x="5936285"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20" name="Shape 17"/>
          <p:cNvSpPr/>
          <p:nvPr/>
        </p:nvSpPr>
        <p:spPr>
          <a:xfrm>
            <a:off x="6717182" y="4572000"/>
            <a:ext cx="844906" cy="292608"/>
          </a:xfrm>
          <a:prstGeom prst="rect">
            <a:avLst/>
          </a:prstGeom>
          <a:solidFill>
            <a:srgbClr val="10233A"/>
          </a:solidFill>
          <a:ln/>
        </p:spPr>
      </p:sp>
      <p:sp>
        <p:nvSpPr>
          <p:cNvPr id="21" name="Text 18"/>
          <p:cNvSpPr txBox="1"/>
          <p:nvPr/>
        </p:nvSpPr>
        <p:spPr>
          <a:xfrm>
            <a:off x="6781190"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22" name="Shape 19"/>
          <p:cNvSpPr/>
          <p:nvPr/>
        </p:nvSpPr>
        <p:spPr>
          <a:xfrm>
            <a:off x="7562088" y="4572000"/>
            <a:ext cx="844906" cy="292608"/>
          </a:xfrm>
          <a:prstGeom prst="rect">
            <a:avLst/>
          </a:prstGeom>
          <a:solidFill>
            <a:srgbClr val="10233A"/>
          </a:solidFill>
          <a:ln/>
        </p:spPr>
      </p:sp>
      <p:sp>
        <p:nvSpPr>
          <p:cNvPr id="23" name="Text 20"/>
          <p:cNvSpPr txBox="1"/>
          <p:nvPr/>
        </p:nvSpPr>
        <p:spPr>
          <a:xfrm>
            <a:off x="7626096"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4" name="Shape 21"/>
          <p:cNvSpPr/>
          <p:nvPr/>
        </p:nvSpPr>
        <p:spPr>
          <a:xfrm>
            <a:off x="8406994" y="4572000"/>
            <a:ext cx="844906" cy="292608"/>
          </a:xfrm>
          <a:prstGeom prst="rect">
            <a:avLst/>
          </a:prstGeom>
          <a:solidFill>
            <a:srgbClr val="10233A"/>
          </a:solidFill>
          <a:ln/>
        </p:spPr>
      </p:sp>
      <p:sp>
        <p:nvSpPr>
          <p:cNvPr id="25" name="Text 22"/>
          <p:cNvSpPr txBox="1"/>
          <p:nvPr/>
        </p:nvSpPr>
        <p:spPr>
          <a:xfrm>
            <a:off x="8471002"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6" name="Shape 23"/>
          <p:cNvSpPr/>
          <p:nvPr/>
        </p:nvSpPr>
        <p:spPr>
          <a:xfrm>
            <a:off x="9251899" y="4572000"/>
            <a:ext cx="844906" cy="292608"/>
          </a:xfrm>
          <a:prstGeom prst="rect">
            <a:avLst/>
          </a:prstGeom>
          <a:solidFill>
            <a:srgbClr val="10233A"/>
          </a:solidFill>
          <a:ln/>
        </p:spPr>
      </p:sp>
      <p:sp>
        <p:nvSpPr>
          <p:cNvPr id="27" name="Text 24"/>
          <p:cNvSpPr txBox="1"/>
          <p:nvPr/>
        </p:nvSpPr>
        <p:spPr>
          <a:xfrm>
            <a:off x="9315907"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8" name="Shape 25"/>
          <p:cNvSpPr/>
          <p:nvPr/>
        </p:nvSpPr>
        <p:spPr>
          <a:xfrm>
            <a:off x="10096805" y="4572000"/>
            <a:ext cx="844906" cy="292608"/>
          </a:xfrm>
          <a:prstGeom prst="rect">
            <a:avLst/>
          </a:prstGeom>
          <a:solidFill>
            <a:srgbClr val="10233A"/>
          </a:solidFill>
          <a:ln/>
        </p:spPr>
      </p:sp>
      <p:sp>
        <p:nvSpPr>
          <p:cNvPr id="29" name="Text 26"/>
          <p:cNvSpPr txBox="1"/>
          <p:nvPr/>
        </p:nvSpPr>
        <p:spPr>
          <a:xfrm>
            <a:off x="10160813"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30" name="Shape 27"/>
          <p:cNvSpPr/>
          <p:nvPr/>
        </p:nvSpPr>
        <p:spPr>
          <a:xfrm>
            <a:off x="10941710" y="4572000"/>
            <a:ext cx="844906" cy="292608"/>
          </a:xfrm>
          <a:prstGeom prst="rect">
            <a:avLst/>
          </a:prstGeom>
          <a:solidFill>
            <a:srgbClr val="10233A"/>
          </a:solidFill>
          <a:ln/>
        </p:spPr>
      </p:sp>
      <p:sp>
        <p:nvSpPr>
          <p:cNvPr id="31" name="Text 28"/>
          <p:cNvSpPr txBox="1"/>
          <p:nvPr/>
        </p:nvSpPr>
        <p:spPr>
          <a:xfrm>
            <a:off x="1100571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32" name="Shape 29"/>
          <p:cNvSpPr/>
          <p:nvPr/>
        </p:nvSpPr>
        <p:spPr>
          <a:xfrm>
            <a:off x="411480" y="4864608"/>
            <a:ext cx="2926080" cy="246888"/>
          </a:xfrm>
          <a:prstGeom prst="rect">
            <a:avLst/>
          </a:prstGeom>
          <a:solidFill>
            <a:srgbClr val="FFFFFF"/>
          </a:solidFill>
          <a:ln w="6350">
            <a:solidFill>
              <a:srgbClr val="D3DCE5"/>
            </a:solidFill>
            <a:prstDash val="solid"/>
          </a:ln>
        </p:spPr>
      </p:sp>
      <p:sp>
        <p:nvSpPr>
          <p:cNvPr id="33" name="Text 30"/>
          <p:cNvSpPr txBox="1"/>
          <p:nvPr/>
        </p:nvSpPr>
        <p:spPr>
          <a:xfrm>
            <a:off x="475488" y="4864608"/>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4" name="Shape 31"/>
          <p:cNvSpPr/>
          <p:nvPr/>
        </p:nvSpPr>
        <p:spPr>
          <a:xfrm>
            <a:off x="3337560" y="4864608"/>
            <a:ext cx="844906" cy="246888"/>
          </a:xfrm>
          <a:prstGeom prst="rect">
            <a:avLst/>
          </a:prstGeom>
          <a:solidFill>
            <a:srgbClr val="FFFFFF"/>
          </a:solidFill>
          <a:ln w="6350">
            <a:solidFill>
              <a:srgbClr val="D3DCE5"/>
            </a:solidFill>
            <a:prstDash val="solid"/>
          </a:ln>
        </p:spPr>
      </p:sp>
      <p:sp>
        <p:nvSpPr>
          <p:cNvPr id="35" name="Text 32"/>
          <p:cNvSpPr txBox="1"/>
          <p:nvPr/>
        </p:nvSpPr>
        <p:spPr>
          <a:xfrm>
            <a:off x="340156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6" name="Shape 33"/>
          <p:cNvSpPr/>
          <p:nvPr/>
        </p:nvSpPr>
        <p:spPr>
          <a:xfrm>
            <a:off x="4182466" y="4864608"/>
            <a:ext cx="844906" cy="246888"/>
          </a:xfrm>
          <a:prstGeom prst="rect">
            <a:avLst/>
          </a:prstGeom>
          <a:solidFill>
            <a:srgbClr val="FFFFFF"/>
          </a:solidFill>
          <a:ln w="6350">
            <a:solidFill>
              <a:srgbClr val="D3DCE5"/>
            </a:solidFill>
            <a:prstDash val="solid"/>
          </a:ln>
        </p:spPr>
      </p:sp>
      <p:sp>
        <p:nvSpPr>
          <p:cNvPr id="37" name="Text 34"/>
          <p:cNvSpPr txBox="1"/>
          <p:nvPr/>
        </p:nvSpPr>
        <p:spPr>
          <a:xfrm>
            <a:off x="4246474"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8" name="Shape 35"/>
          <p:cNvSpPr/>
          <p:nvPr/>
        </p:nvSpPr>
        <p:spPr>
          <a:xfrm>
            <a:off x="5027371" y="4864608"/>
            <a:ext cx="844906" cy="246888"/>
          </a:xfrm>
          <a:prstGeom prst="rect">
            <a:avLst/>
          </a:prstGeom>
          <a:solidFill>
            <a:srgbClr val="FFFFFF"/>
          </a:solidFill>
          <a:ln w="6350">
            <a:solidFill>
              <a:srgbClr val="D3DCE5"/>
            </a:solidFill>
            <a:prstDash val="solid"/>
          </a:ln>
        </p:spPr>
      </p:sp>
      <p:sp>
        <p:nvSpPr>
          <p:cNvPr id="39" name="Text 36"/>
          <p:cNvSpPr txBox="1"/>
          <p:nvPr/>
        </p:nvSpPr>
        <p:spPr>
          <a:xfrm>
            <a:off x="5091379"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0" name="Shape 37"/>
          <p:cNvSpPr/>
          <p:nvPr/>
        </p:nvSpPr>
        <p:spPr>
          <a:xfrm>
            <a:off x="5872277" y="4864608"/>
            <a:ext cx="844906" cy="246888"/>
          </a:xfrm>
          <a:prstGeom prst="rect">
            <a:avLst/>
          </a:prstGeom>
          <a:solidFill>
            <a:srgbClr val="FFFFFF"/>
          </a:solidFill>
          <a:ln w="6350">
            <a:solidFill>
              <a:srgbClr val="D3DCE5"/>
            </a:solidFill>
            <a:prstDash val="solid"/>
          </a:ln>
        </p:spPr>
      </p:sp>
      <p:sp>
        <p:nvSpPr>
          <p:cNvPr id="41" name="Text 38"/>
          <p:cNvSpPr txBox="1"/>
          <p:nvPr/>
        </p:nvSpPr>
        <p:spPr>
          <a:xfrm>
            <a:off x="5936285"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2" name="Shape 39"/>
          <p:cNvSpPr/>
          <p:nvPr/>
        </p:nvSpPr>
        <p:spPr>
          <a:xfrm>
            <a:off x="6717182" y="4864608"/>
            <a:ext cx="844906" cy="246888"/>
          </a:xfrm>
          <a:prstGeom prst="rect">
            <a:avLst/>
          </a:prstGeom>
          <a:solidFill>
            <a:srgbClr val="FFFFFF"/>
          </a:solidFill>
          <a:ln w="6350">
            <a:solidFill>
              <a:srgbClr val="D3DCE5"/>
            </a:solidFill>
            <a:prstDash val="solid"/>
          </a:ln>
        </p:spPr>
      </p:sp>
      <p:sp>
        <p:nvSpPr>
          <p:cNvPr id="43" name="Text 40"/>
          <p:cNvSpPr txBox="1"/>
          <p:nvPr/>
        </p:nvSpPr>
        <p:spPr>
          <a:xfrm>
            <a:off x="6781190"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4" name="Shape 41"/>
          <p:cNvSpPr/>
          <p:nvPr/>
        </p:nvSpPr>
        <p:spPr>
          <a:xfrm>
            <a:off x="7562088" y="4864608"/>
            <a:ext cx="844906" cy="246888"/>
          </a:xfrm>
          <a:prstGeom prst="rect">
            <a:avLst/>
          </a:prstGeom>
          <a:solidFill>
            <a:srgbClr val="FFFFFF"/>
          </a:solidFill>
          <a:ln w="6350">
            <a:solidFill>
              <a:srgbClr val="D3DCE5"/>
            </a:solidFill>
            <a:prstDash val="solid"/>
          </a:ln>
        </p:spPr>
      </p:sp>
      <p:sp>
        <p:nvSpPr>
          <p:cNvPr id="45" name="Text 42"/>
          <p:cNvSpPr txBox="1"/>
          <p:nvPr/>
        </p:nvSpPr>
        <p:spPr>
          <a:xfrm>
            <a:off x="7626096"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6" name="Shape 43"/>
          <p:cNvSpPr/>
          <p:nvPr/>
        </p:nvSpPr>
        <p:spPr>
          <a:xfrm>
            <a:off x="8406994" y="4864608"/>
            <a:ext cx="844906" cy="246888"/>
          </a:xfrm>
          <a:prstGeom prst="rect">
            <a:avLst/>
          </a:prstGeom>
          <a:solidFill>
            <a:srgbClr val="FFFFFF"/>
          </a:solidFill>
          <a:ln w="6350">
            <a:solidFill>
              <a:srgbClr val="D3DCE5"/>
            </a:solidFill>
            <a:prstDash val="solid"/>
          </a:ln>
        </p:spPr>
      </p:sp>
      <p:sp>
        <p:nvSpPr>
          <p:cNvPr id="47" name="Text 44"/>
          <p:cNvSpPr txBox="1"/>
          <p:nvPr/>
        </p:nvSpPr>
        <p:spPr>
          <a:xfrm>
            <a:off x="8471002"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8" name="Shape 45"/>
          <p:cNvSpPr/>
          <p:nvPr/>
        </p:nvSpPr>
        <p:spPr>
          <a:xfrm>
            <a:off x="9251899" y="4864608"/>
            <a:ext cx="844906" cy="246888"/>
          </a:xfrm>
          <a:prstGeom prst="rect">
            <a:avLst/>
          </a:prstGeom>
          <a:solidFill>
            <a:srgbClr val="FFFFFF"/>
          </a:solidFill>
          <a:ln w="6350">
            <a:solidFill>
              <a:srgbClr val="D3DCE5"/>
            </a:solidFill>
            <a:prstDash val="solid"/>
          </a:ln>
        </p:spPr>
      </p:sp>
      <p:sp>
        <p:nvSpPr>
          <p:cNvPr id="49" name="Text 46"/>
          <p:cNvSpPr txBox="1"/>
          <p:nvPr/>
        </p:nvSpPr>
        <p:spPr>
          <a:xfrm>
            <a:off x="9315907"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0" name="Shape 47"/>
          <p:cNvSpPr/>
          <p:nvPr/>
        </p:nvSpPr>
        <p:spPr>
          <a:xfrm>
            <a:off x="10096805" y="4864608"/>
            <a:ext cx="844906" cy="246888"/>
          </a:xfrm>
          <a:prstGeom prst="rect">
            <a:avLst/>
          </a:prstGeom>
          <a:solidFill>
            <a:srgbClr val="FFFFFF"/>
          </a:solidFill>
          <a:ln w="6350">
            <a:solidFill>
              <a:srgbClr val="D3DCE5"/>
            </a:solidFill>
            <a:prstDash val="solid"/>
          </a:ln>
        </p:spPr>
      </p:sp>
      <p:sp>
        <p:nvSpPr>
          <p:cNvPr id="51" name="Text 48"/>
          <p:cNvSpPr txBox="1"/>
          <p:nvPr/>
        </p:nvSpPr>
        <p:spPr>
          <a:xfrm>
            <a:off x="10160813"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2" name="Shape 49"/>
          <p:cNvSpPr/>
          <p:nvPr/>
        </p:nvSpPr>
        <p:spPr>
          <a:xfrm>
            <a:off x="10941710" y="4864608"/>
            <a:ext cx="844906" cy="246888"/>
          </a:xfrm>
          <a:prstGeom prst="rect">
            <a:avLst/>
          </a:prstGeom>
          <a:solidFill>
            <a:srgbClr val="FFFFFF"/>
          </a:solidFill>
          <a:ln w="6350">
            <a:solidFill>
              <a:srgbClr val="D3DCE5"/>
            </a:solidFill>
            <a:prstDash val="solid"/>
          </a:ln>
        </p:spPr>
      </p:sp>
      <p:sp>
        <p:nvSpPr>
          <p:cNvPr id="53" name="Text 50"/>
          <p:cNvSpPr txBox="1"/>
          <p:nvPr/>
        </p:nvSpPr>
        <p:spPr>
          <a:xfrm>
            <a:off x="1100571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4" name="Shape 51"/>
          <p:cNvSpPr/>
          <p:nvPr/>
        </p:nvSpPr>
        <p:spPr>
          <a:xfrm>
            <a:off x="411480" y="5111496"/>
            <a:ext cx="2926080" cy="246888"/>
          </a:xfrm>
          <a:prstGeom prst="rect">
            <a:avLst/>
          </a:prstGeom>
          <a:solidFill>
            <a:srgbClr val="F7F9FB"/>
          </a:solidFill>
          <a:ln w="6350">
            <a:solidFill>
              <a:srgbClr val="D3DCE5"/>
            </a:solidFill>
            <a:prstDash val="solid"/>
          </a:ln>
        </p:spPr>
      </p:sp>
      <p:sp>
        <p:nvSpPr>
          <p:cNvPr id="55" name="Text 52"/>
          <p:cNvSpPr txBox="1"/>
          <p:nvPr/>
        </p:nvSpPr>
        <p:spPr>
          <a:xfrm>
            <a:off x="475488" y="5111496"/>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6" name="Shape 53"/>
          <p:cNvSpPr/>
          <p:nvPr/>
        </p:nvSpPr>
        <p:spPr>
          <a:xfrm>
            <a:off x="3337560" y="5111496"/>
            <a:ext cx="844906" cy="246888"/>
          </a:xfrm>
          <a:prstGeom prst="rect">
            <a:avLst/>
          </a:prstGeom>
          <a:solidFill>
            <a:srgbClr val="F7F9FB"/>
          </a:solidFill>
          <a:ln w="6350">
            <a:solidFill>
              <a:srgbClr val="D3DCE5"/>
            </a:solidFill>
            <a:prstDash val="solid"/>
          </a:ln>
        </p:spPr>
      </p:sp>
      <p:sp>
        <p:nvSpPr>
          <p:cNvPr id="57" name="Text 54"/>
          <p:cNvSpPr txBox="1"/>
          <p:nvPr/>
        </p:nvSpPr>
        <p:spPr>
          <a:xfrm>
            <a:off x="340156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8" name="Shape 55"/>
          <p:cNvSpPr/>
          <p:nvPr/>
        </p:nvSpPr>
        <p:spPr>
          <a:xfrm>
            <a:off x="4182466" y="5111496"/>
            <a:ext cx="844906" cy="246888"/>
          </a:xfrm>
          <a:prstGeom prst="rect">
            <a:avLst/>
          </a:prstGeom>
          <a:solidFill>
            <a:srgbClr val="F7F9FB"/>
          </a:solidFill>
          <a:ln w="6350">
            <a:solidFill>
              <a:srgbClr val="D3DCE5"/>
            </a:solidFill>
            <a:prstDash val="solid"/>
          </a:ln>
        </p:spPr>
      </p:sp>
      <p:sp>
        <p:nvSpPr>
          <p:cNvPr id="59" name="Text 56"/>
          <p:cNvSpPr txBox="1"/>
          <p:nvPr/>
        </p:nvSpPr>
        <p:spPr>
          <a:xfrm>
            <a:off x="4246474"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0" name="Shape 57"/>
          <p:cNvSpPr/>
          <p:nvPr/>
        </p:nvSpPr>
        <p:spPr>
          <a:xfrm>
            <a:off x="5027371" y="5111496"/>
            <a:ext cx="844906" cy="246888"/>
          </a:xfrm>
          <a:prstGeom prst="rect">
            <a:avLst/>
          </a:prstGeom>
          <a:solidFill>
            <a:srgbClr val="F7F9FB"/>
          </a:solidFill>
          <a:ln w="6350">
            <a:solidFill>
              <a:srgbClr val="D3DCE5"/>
            </a:solidFill>
            <a:prstDash val="solid"/>
          </a:ln>
        </p:spPr>
      </p:sp>
      <p:sp>
        <p:nvSpPr>
          <p:cNvPr id="61" name="Text 58"/>
          <p:cNvSpPr txBox="1"/>
          <p:nvPr/>
        </p:nvSpPr>
        <p:spPr>
          <a:xfrm>
            <a:off x="5091379"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2" name="Shape 59"/>
          <p:cNvSpPr/>
          <p:nvPr/>
        </p:nvSpPr>
        <p:spPr>
          <a:xfrm>
            <a:off x="5872277" y="5111496"/>
            <a:ext cx="844906" cy="246888"/>
          </a:xfrm>
          <a:prstGeom prst="rect">
            <a:avLst/>
          </a:prstGeom>
          <a:solidFill>
            <a:srgbClr val="F7F9FB"/>
          </a:solidFill>
          <a:ln w="6350">
            <a:solidFill>
              <a:srgbClr val="D3DCE5"/>
            </a:solidFill>
            <a:prstDash val="solid"/>
          </a:ln>
        </p:spPr>
      </p:sp>
      <p:sp>
        <p:nvSpPr>
          <p:cNvPr id="63" name="Text 60"/>
          <p:cNvSpPr txBox="1"/>
          <p:nvPr/>
        </p:nvSpPr>
        <p:spPr>
          <a:xfrm>
            <a:off x="5936285"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4" name="Shape 61"/>
          <p:cNvSpPr/>
          <p:nvPr/>
        </p:nvSpPr>
        <p:spPr>
          <a:xfrm>
            <a:off x="6717182" y="5111496"/>
            <a:ext cx="844906" cy="246888"/>
          </a:xfrm>
          <a:prstGeom prst="rect">
            <a:avLst/>
          </a:prstGeom>
          <a:solidFill>
            <a:srgbClr val="F7F9FB"/>
          </a:solidFill>
          <a:ln w="6350">
            <a:solidFill>
              <a:srgbClr val="D3DCE5"/>
            </a:solidFill>
            <a:prstDash val="solid"/>
          </a:ln>
        </p:spPr>
      </p:sp>
      <p:sp>
        <p:nvSpPr>
          <p:cNvPr id="65" name="Text 62"/>
          <p:cNvSpPr txBox="1"/>
          <p:nvPr/>
        </p:nvSpPr>
        <p:spPr>
          <a:xfrm>
            <a:off x="6781190"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6" name="Shape 63"/>
          <p:cNvSpPr/>
          <p:nvPr/>
        </p:nvSpPr>
        <p:spPr>
          <a:xfrm>
            <a:off x="7562088" y="5111496"/>
            <a:ext cx="844906" cy="246888"/>
          </a:xfrm>
          <a:prstGeom prst="rect">
            <a:avLst/>
          </a:prstGeom>
          <a:solidFill>
            <a:srgbClr val="F7F9FB"/>
          </a:solidFill>
          <a:ln w="6350">
            <a:solidFill>
              <a:srgbClr val="D3DCE5"/>
            </a:solidFill>
            <a:prstDash val="solid"/>
          </a:ln>
        </p:spPr>
      </p:sp>
      <p:sp>
        <p:nvSpPr>
          <p:cNvPr id="67" name="Text 64"/>
          <p:cNvSpPr txBox="1"/>
          <p:nvPr/>
        </p:nvSpPr>
        <p:spPr>
          <a:xfrm>
            <a:off x="7626096"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8" name="Shape 65"/>
          <p:cNvSpPr/>
          <p:nvPr/>
        </p:nvSpPr>
        <p:spPr>
          <a:xfrm>
            <a:off x="8406994" y="5111496"/>
            <a:ext cx="844906" cy="246888"/>
          </a:xfrm>
          <a:prstGeom prst="rect">
            <a:avLst/>
          </a:prstGeom>
          <a:solidFill>
            <a:srgbClr val="F7F9FB"/>
          </a:solidFill>
          <a:ln w="6350">
            <a:solidFill>
              <a:srgbClr val="D3DCE5"/>
            </a:solidFill>
            <a:prstDash val="solid"/>
          </a:ln>
        </p:spPr>
      </p:sp>
      <p:sp>
        <p:nvSpPr>
          <p:cNvPr id="69" name="Text 66"/>
          <p:cNvSpPr txBox="1"/>
          <p:nvPr/>
        </p:nvSpPr>
        <p:spPr>
          <a:xfrm>
            <a:off x="8471002"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0" name="Shape 67"/>
          <p:cNvSpPr/>
          <p:nvPr/>
        </p:nvSpPr>
        <p:spPr>
          <a:xfrm>
            <a:off x="9251899" y="5111496"/>
            <a:ext cx="844906" cy="246888"/>
          </a:xfrm>
          <a:prstGeom prst="rect">
            <a:avLst/>
          </a:prstGeom>
          <a:solidFill>
            <a:srgbClr val="F7F9FB"/>
          </a:solidFill>
          <a:ln w="6350">
            <a:solidFill>
              <a:srgbClr val="D3DCE5"/>
            </a:solidFill>
            <a:prstDash val="solid"/>
          </a:ln>
        </p:spPr>
      </p:sp>
      <p:sp>
        <p:nvSpPr>
          <p:cNvPr id="71" name="Text 68"/>
          <p:cNvSpPr txBox="1"/>
          <p:nvPr/>
        </p:nvSpPr>
        <p:spPr>
          <a:xfrm>
            <a:off x="9315907"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2" name="Shape 69"/>
          <p:cNvSpPr/>
          <p:nvPr/>
        </p:nvSpPr>
        <p:spPr>
          <a:xfrm>
            <a:off x="10096805" y="5111496"/>
            <a:ext cx="844906" cy="246888"/>
          </a:xfrm>
          <a:prstGeom prst="rect">
            <a:avLst/>
          </a:prstGeom>
          <a:solidFill>
            <a:srgbClr val="F7F9FB"/>
          </a:solidFill>
          <a:ln w="6350">
            <a:solidFill>
              <a:srgbClr val="D3DCE5"/>
            </a:solidFill>
            <a:prstDash val="solid"/>
          </a:ln>
        </p:spPr>
      </p:sp>
      <p:sp>
        <p:nvSpPr>
          <p:cNvPr id="73" name="Text 70"/>
          <p:cNvSpPr txBox="1"/>
          <p:nvPr/>
        </p:nvSpPr>
        <p:spPr>
          <a:xfrm>
            <a:off x="10160813"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4" name="Shape 71"/>
          <p:cNvSpPr/>
          <p:nvPr/>
        </p:nvSpPr>
        <p:spPr>
          <a:xfrm>
            <a:off x="10941710" y="5111496"/>
            <a:ext cx="844906" cy="246888"/>
          </a:xfrm>
          <a:prstGeom prst="rect">
            <a:avLst/>
          </a:prstGeom>
          <a:solidFill>
            <a:srgbClr val="F7F9FB"/>
          </a:solidFill>
          <a:ln w="6350">
            <a:solidFill>
              <a:srgbClr val="D3DCE5"/>
            </a:solidFill>
            <a:prstDash val="solid"/>
          </a:ln>
        </p:spPr>
      </p:sp>
      <p:sp>
        <p:nvSpPr>
          <p:cNvPr id="75" name="Text 72"/>
          <p:cNvSpPr txBox="1"/>
          <p:nvPr/>
        </p:nvSpPr>
        <p:spPr>
          <a:xfrm>
            <a:off x="1100571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6" name="Shape 73"/>
          <p:cNvSpPr/>
          <p:nvPr/>
        </p:nvSpPr>
        <p:spPr>
          <a:xfrm>
            <a:off x="411480" y="5358384"/>
            <a:ext cx="2926080" cy="246888"/>
          </a:xfrm>
          <a:prstGeom prst="rect">
            <a:avLst/>
          </a:prstGeom>
          <a:solidFill>
            <a:srgbClr val="FFFFFF"/>
          </a:solidFill>
          <a:ln w="6350">
            <a:solidFill>
              <a:srgbClr val="D3DCE5"/>
            </a:solidFill>
            <a:prstDash val="solid"/>
          </a:ln>
        </p:spPr>
      </p:sp>
      <p:sp>
        <p:nvSpPr>
          <p:cNvPr id="77" name="Text 74"/>
          <p:cNvSpPr txBox="1"/>
          <p:nvPr/>
        </p:nvSpPr>
        <p:spPr>
          <a:xfrm>
            <a:off x="475488" y="535838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8" name="Shape 75"/>
          <p:cNvSpPr/>
          <p:nvPr/>
        </p:nvSpPr>
        <p:spPr>
          <a:xfrm>
            <a:off x="3337560" y="5358384"/>
            <a:ext cx="844906" cy="246888"/>
          </a:xfrm>
          <a:prstGeom prst="rect">
            <a:avLst/>
          </a:prstGeom>
          <a:solidFill>
            <a:srgbClr val="FFFFFF"/>
          </a:solidFill>
          <a:ln w="6350">
            <a:solidFill>
              <a:srgbClr val="D3DCE5"/>
            </a:solidFill>
            <a:prstDash val="solid"/>
          </a:ln>
        </p:spPr>
      </p:sp>
      <p:sp>
        <p:nvSpPr>
          <p:cNvPr id="79" name="Text 76"/>
          <p:cNvSpPr txBox="1"/>
          <p:nvPr/>
        </p:nvSpPr>
        <p:spPr>
          <a:xfrm>
            <a:off x="340156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0" name="Shape 77"/>
          <p:cNvSpPr/>
          <p:nvPr/>
        </p:nvSpPr>
        <p:spPr>
          <a:xfrm>
            <a:off x="4182466" y="5358384"/>
            <a:ext cx="844906" cy="246888"/>
          </a:xfrm>
          <a:prstGeom prst="rect">
            <a:avLst/>
          </a:prstGeom>
          <a:solidFill>
            <a:srgbClr val="FFFFFF"/>
          </a:solidFill>
          <a:ln w="6350">
            <a:solidFill>
              <a:srgbClr val="D3DCE5"/>
            </a:solidFill>
            <a:prstDash val="solid"/>
          </a:ln>
        </p:spPr>
      </p:sp>
      <p:sp>
        <p:nvSpPr>
          <p:cNvPr id="81" name="Text 78"/>
          <p:cNvSpPr txBox="1"/>
          <p:nvPr/>
        </p:nvSpPr>
        <p:spPr>
          <a:xfrm>
            <a:off x="4246474"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2" name="Shape 79"/>
          <p:cNvSpPr/>
          <p:nvPr/>
        </p:nvSpPr>
        <p:spPr>
          <a:xfrm>
            <a:off x="5027371" y="5358384"/>
            <a:ext cx="844906" cy="246888"/>
          </a:xfrm>
          <a:prstGeom prst="rect">
            <a:avLst/>
          </a:prstGeom>
          <a:solidFill>
            <a:srgbClr val="FFFFFF"/>
          </a:solidFill>
          <a:ln w="6350">
            <a:solidFill>
              <a:srgbClr val="D3DCE5"/>
            </a:solidFill>
            <a:prstDash val="solid"/>
          </a:ln>
        </p:spPr>
      </p:sp>
      <p:sp>
        <p:nvSpPr>
          <p:cNvPr id="83" name="Text 80"/>
          <p:cNvSpPr txBox="1"/>
          <p:nvPr/>
        </p:nvSpPr>
        <p:spPr>
          <a:xfrm>
            <a:off x="5091379"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4" name="Shape 81"/>
          <p:cNvSpPr/>
          <p:nvPr/>
        </p:nvSpPr>
        <p:spPr>
          <a:xfrm>
            <a:off x="5872277" y="5358384"/>
            <a:ext cx="844906" cy="246888"/>
          </a:xfrm>
          <a:prstGeom prst="rect">
            <a:avLst/>
          </a:prstGeom>
          <a:solidFill>
            <a:srgbClr val="FFFFFF"/>
          </a:solidFill>
          <a:ln w="6350">
            <a:solidFill>
              <a:srgbClr val="D3DCE5"/>
            </a:solidFill>
            <a:prstDash val="solid"/>
          </a:ln>
        </p:spPr>
      </p:sp>
      <p:sp>
        <p:nvSpPr>
          <p:cNvPr id="85" name="Text 82"/>
          <p:cNvSpPr txBox="1"/>
          <p:nvPr/>
        </p:nvSpPr>
        <p:spPr>
          <a:xfrm>
            <a:off x="5936285"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6" name="Shape 83"/>
          <p:cNvSpPr/>
          <p:nvPr/>
        </p:nvSpPr>
        <p:spPr>
          <a:xfrm>
            <a:off x="6717182" y="5358384"/>
            <a:ext cx="844906" cy="246888"/>
          </a:xfrm>
          <a:prstGeom prst="rect">
            <a:avLst/>
          </a:prstGeom>
          <a:solidFill>
            <a:srgbClr val="FFFFFF"/>
          </a:solidFill>
          <a:ln w="6350">
            <a:solidFill>
              <a:srgbClr val="D3DCE5"/>
            </a:solidFill>
            <a:prstDash val="solid"/>
          </a:ln>
        </p:spPr>
      </p:sp>
      <p:sp>
        <p:nvSpPr>
          <p:cNvPr id="87" name="Text 84"/>
          <p:cNvSpPr txBox="1"/>
          <p:nvPr/>
        </p:nvSpPr>
        <p:spPr>
          <a:xfrm>
            <a:off x="6781190"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8" name="Shape 85"/>
          <p:cNvSpPr/>
          <p:nvPr/>
        </p:nvSpPr>
        <p:spPr>
          <a:xfrm>
            <a:off x="7562088" y="5358384"/>
            <a:ext cx="844906" cy="246888"/>
          </a:xfrm>
          <a:prstGeom prst="rect">
            <a:avLst/>
          </a:prstGeom>
          <a:solidFill>
            <a:srgbClr val="FFFFFF"/>
          </a:solidFill>
          <a:ln w="6350">
            <a:solidFill>
              <a:srgbClr val="D3DCE5"/>
            </a:solidFill>
            <a:prstDash val="solid"/>
          </a:ln>
        </p:spPr>
      </p:sp>
      <p:sp>
        <p:nvSpPr>
          <p:cNvPr id="89" name="Text 86"/>
          <p:cNvSpPr txBox="1"/>
          <p:nvPr/>
        </p:nvSpPr>
        <p:spPr>
          <a:xfrm>
            <a:off x="7626096"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0" name="Shape 87"/>
          <p:cNvSpPr/>
          <p:nvPr/>
        </p:nvSpPr>
        <p:spPr>
          <a:xfrm>
            <a:off x="8406994" y="5358384"/>
            <a:ext cx="844906" cy="246888"/>
          </a:xfrm>
          <a:prstGeom prst="rect">
            <a:avLst/>
          </a:prstGeom>
          <a:solidFill>
            <a:srgbClr val="FFFFFF"/>
          </a:solidFill>
          <a:ln w="6350">
            <a:solidFill>
              <a:srgbClr val="D3DCE5"/>
            </a:solidFill>
            <a:prstDash val="solid"/>
          </a:ln>
        </p:spPr>
      </p:sp>
      <p:sp>
        <p:nvSpPr>
          <p:cNvPr id="91" name="Text 88"/>
          <p:cNvSpPr txBox="1"/>
          <p:nvPr/>
        </p:nvSpPr>
        <p:spPr>
          <a:xfrm>
            <a:off x="8471002"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2" name="Shape 89"/>
          <p:cNvSpPr/>
          <p:nvPr/>
        </p:nvSpPr>
        <p:spPr>
          <a:xfrm>
            <a:off x="9251899" y="5358384"/>
            <a:ext cx="844906" cy="246888"/>
          </a:xfrm>
          <a:prstGeom prst="rect">
            <a:avLst/>
          </a:prstGeom>
          <a:solidFill>
            <a:srgbClr val="FFFFFF"/>
          </a:solidFill>
          <a:ln w="6350">
            <a:solidFill>
              <a:srgbClr val="D3DCE5"/>
            </a:solidFill>
            <a:prstDash val="solid"/>
          </a:ln>
        </p:spPr>
      </p:sp>
      <p:sp>
        <p:nvSpPr>
          <p:cNvPr id="93" name="Text 90"/>
          <p:cNvSpPr txBox="1"/>
          <p:nvPr/>
        </p:nvSpPr>
        <p:spPr>
          <a:xfrm>
            <a:off x="9315907"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4" name="Shape 91"/>
          <p:cNvSpPr/>
          <p:nvPr/>
        </p:nvSpPr>
        <p:spPr>
          <a:xfrm>
            <a:off x="10096805" y="5358384"/>
            <a:ext cx="844906" cy="246888"/>
          </a:xfrm>
          <a:prstGeom prst="rect">
            <a:avLst/>
          </a:prstGeom>
          <a:solidFill>
            <a:srgbClr val="FFFFFF"/>
          </a:solidFill>
          <a:ln w="6350">
            <a:solidFill>
              <a:srgbClr val="D3DCE5"/>
            </a:solidFill>
            <a:prstDash val="solid"/>
          </a:ln>
        </p:spPr>
      </p:sp>
      <p:sp>
        <p:nvSpPr>
          <p:cNvPr id="95" name="Text 92"/>
          <p:cNvSpPr txBox="1"/>
          <p:nvPr/>
        </p:nvSpPr>
        <p:spPr>
          <a:xfrm>
            <a:off x="10160813"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6" name="Shape 93"/>
          <p:cNvSpPr/>
          <p:nvPr/>
        </p:nvSpPr>
        <p:spPr>
          <a:xfrm>
            <a:off x="10941710" y="5358384"/>
            <a:ext cx="844906" cy="246888"/>
          </a:xfrm>
          <a:prstGeom prst="rect">
            <a:avLst/>
          </a:prstGeom>
          <a:solidFill>
            <a:srgbClr val="FFFFFF"/>
          </a:solidFill>
          <a:ln w="6350">
            <a:solidFill>
              <a:srgbClr val="D3DCE5"/>
            </a:solidFill>
            <a:prstDash val="solid"/>
          </a:ln>
        </p:spPr>
      </p:sp>
      <p:sp>
        <p:nvSpPr>
          <p:cNvPr id="97" name="Text 94"/>
          <p:cNvSpPr txBox="1"/>
          <p:nvPr/>
        </p:nvSpPr>
        <p:spPr>
          <a:xfrm>
            <a:off x="1100571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8" name="Shape 95"/>
          <p:cNvSpPr/>
          <p:nvPr/>
        </p:nvSpPr>
        <p:spPr>
          <a:xfrm>
            <a:off x="411480" y="5577840"/>
            <a:ext cx="11375136" cy="731520"/>
          </a:xfrm>
          <a:prstGeom prst="rect">
            <a:avLst/>
          </a:prstGeom>
          <a:solidFill>
            <a:srgbClr val="EEF2F6"/>
          </a:solidFill>
          <a:ln w="9525">
            <a:solidFill>
              <a:srgbClr val="D3DCE5"/>
            </a:solidFill>
            <a:prstDash val="solid"/>
          </a:ln>
        </p:spPr>
      </p:sp>
      <p:sp>
        <p:nvSpPr>
          <p:cNvPr id="99" name="Text 96"/>
          <p:cNvSpPr txBox="1"/>
          <p:nvPr/>
        </p:nvSpPr>
        <p:spPr>
          <a:xfrm>
            <a:off x="576072" y="5705856"/>
            <a:ext cx="11045952" cy="51206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0" name="Text 9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50" dirty="0"/>
          </a:p>
        </p:txBody>
      </p:sp>
      <p:sp>
        <p:nvSpPr>
          <p:cNvPr id="101" name="Text 9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Production build by asset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base of 1,065kt is the exact midpoint of company guidance. Everything after that is ours.</a:t>
            </a:r>
            <a:endParaRPr lang="en-US" sz="1200" dirty="0"/>
          </a:p>
        </p:txBody>
      </p:sp>
      <p:sp>
        <p:nvSpPr>
          <p:cNvPr id="6" name="Text 4"/>
          <p:cNvSpPr txBox="1"/>
          <p:nvPr/>
        </p:nvSpPr>
        <p:spPr>
          <a:xfrm>
            <a:off x="411480" y="1517904"/>
            <a:ext cx="27432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7" name="Shape 5"/>
          <p:cNvSpPr/>
          <p:nvPr/>
        </p:nvSpPr>
        <p:spPr>
          <a:xfrm>
            <a:off x="411480" y="1755648"/>
            <a:ext cx="2926080" cy="292608"/>
          </a:xfrm>
          <a:prstGeom prst="rect">
            <a:avLst/>
          </a:prstGeom>
          <a:solidFill>
            <a:srgbClr val="10233A"/>
          </a:solidFill>
          <a:ln/>
        </p:spPr>
      </p:sp>
      <p:sp>
        <p:nvSpPr>
          <p:cNvPr id="8" name="Text 6"/>
          <p:cNvSpPr txBox="1"/>
          <p:nvPr/>
        </p:nvSpPr>
        <p:spPr>
          <a:xfrm>
            <a:off x="475488" y="175564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9" name="Shape 7"/>
          <p:cNvSpPr/>
          <p:nvPr/>
        </p:nvSpPr>
        <p:spPr>
          <a:xfrm>
            <a:off x="3337560" y="1755648"/>
            <a:ext cx="844906" cy="292608"/>
          </a:xfrm>
          <a:prstGeom prst="rect">
            <a:avLst/>
          </a:prstGeom>
          <a:solidFill>
            <a:srgbClr val="10233A"/>
          </a:solidFill>
          <a:ln/>
        </p:spPr>
      </p:sp>
      <p:sp>
        <p:nvSpPr>
          <p:cNvPr id="10" name="Text 8"/>
          <p:cNvSpPr txBox="1"/>
          <p:nvPr/>
        </p:nvSpPr>
        <p:spPr>
          <a:xfrm>
            <a:off x="340156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1" name="Shape 9"/>
          <p:cNvSpPr/>
          <p:nvPr/>
        </p:nvSpPr>
        <p:spPr>
          <a:xfrm>
            <a:off x="4182466" y="1755648"/>
            <a:ext cx="844906" cy="292608"/>
          </a:xfrm>
          <a:prstGeom prst="rect">
            <a:avLst/>
          </a:prstGeom>
          <a:solidFill>
            <a:srgbClr val="10233A"/>
          </a:solidFill>
          <a:ln/>
        </p:spPr>
      </p:sp>
      <p:sp>
        <p:nvSpPr>
          <p:cNvPr id="12" name="Text 10"/>
          <p:cNvSpPr txBox="1"/>
          <p:nvPr/>
        </p:nvSpPr>
        <p:spPr>
          <a:xfrm>
            <a:off x="4246474"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3" name="Shape 11"/>
          <p:cNvSpPr/>
          <p:nvPr/>
        </p:nvSpPr>
        <p:spPr>
          <a:xfrm>
            <a:off x="5027371" y="1755648"/>
            <a:ext cx="844906" cy="292608"/>
          </a:xfrm>
          <a:prstGeom prst="rect">
            <a:avLst/>
          </a:prstGeom>
          <a:solidFill>
            <a:srgbClr val="10233A"/>
          </a:solidFill>
          <a:ln/>
        </p:spPr>
      </p:sp>
      <p:sp>
        <p:nvSpPr>
          <p:cNvPr id="14" name="Text 12"/>
          <p:cNvSpPr txBox="1"/>
          <p:nvPr/>
        </p:nvSpPr>
        <p:spPr>
          <a:xfrm>
            <a:off x="5091379"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5" name="Shape 13"/>
          <p:cNvSpPr/>
          <p:nvPr/>
        </p:nvSpPr>
        <p:spPr>
          <a:xfrm>
            <a:off x="5872277" y="1755648"/>
            <a:ext cx="844906" cy="292608"/>
          </a:xfrm>
          <a:prstGeom prst="rect">
            <a:avLst/>
          </a:prstGeom>
          <a:solidFill>
            <a:srgbClr val="10233A"/>
          </a:solidFill>
          <a:ln/>
        </p:spPr>
      </p:sp>
      <p:sp>
        <p:nvSpPr>
          <p:cNvPr id="16" name="Text 14"/>
          <p:cNvSpPr txBox="1"/>
          <p:nvPr/>
        </p:nvSpPr>
        <p:spPr>
          <a:xfrm>
            <a:off x="5936285"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7" name="Shape 15"/>
          <p:cNvSpPr/>
          <p:nvPr/>
        </p:nvSpPr>
        <p:spPr>
          <a:xfrm>
            <a:off x="6717182" y="1755648"/>
            <a:ext cx="844906" cy="292608"/>
          </a:xfrm>
          <a:prstGeom prst="rect">
            <a:avLst/>
          </a:prstGeom>
          <a:solidFill>
            <a:srgbClr val="10233A"/>
          </a:solidFill>
          <a:ln/>
        </p:spPr>
      </p:sp>
      <p:sp>
        <p:nvSpPr>
          <p:cNvPr id="18" name="Text 16"/>
          <p:cNvSpPr txBox="1"/>
          <p:nvPr/>
        </p:nvSpPr>
        <p:spPr>
          <a:xfrm>
            <a:off x="6781190"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 name="Shape 17"/>
          <p:cNvSpPr/>
          <p:nvPr/>
        </p:nvSpPr>
        <p:spPr>
          <a:xfrm>
            <a:off x="7562088" y="1755648"/>
            <a:ext cx="844906" cy="292608"/>
          </a:xfrm>
          <a:prstGeom prst="rect">
            <a:avLst/>
          </a:prstGeom>
          <a:solidFill>
            <a:srgbClr val="10233A"/>
          </a:solidFill>
          <a:ln/>
        </p:spPr>
      </p:sp>
      <p:sp>
        <p:nvSpPr>
          <p:cNvPr id="20" name="Text 18"/>
          <p:cNvSpPr txBox="1"/>
          <p:nvPr/>
        </p:nvSpPr>
        <p:spPr>
          <a:xfrm>
            <a:off x="7626096"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1" name="Shape 19"/>
          <p:cNvSpPr/>
          <p:nvPr/>
        </p:nvSpPr>
        <p:spPr>
          <a:xfrm>
            <a:off x="8406994" y="1755648"/>
            <a:ext cx="844906" cy="292608"/>
          </a:xfrm>
          <a:prstGeom prst="rect">
            <a:avLst/>
          </a:prstGeom>
          <a:solidFill>
            <a:srgbClr val="10233A"/>
          </a:solidFill>
          <a:ln/>
        </p:spPr>
      </p:sp>
      <p:sp>
        <p:nvSpPr>
          <p:cNvPr id="22" name="Text 20"/>
          <p:cNvSpPr txBox="1"/>
          <p:nvPr/>
        </p:nvSpPr>
        <p:spPr>
          <a:xfrm>
            <a:off x="8471002"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3" name="Shape 21"/>
          <p:cNvSpPr/>
          <p:nvPr/>
        </p:nvSpPr>
        <p:spPr>
          <a:xfrm>
            <a:off x="9251899" y="1755648"/>
            <a:ext cx="844906" cy="292608"/>
          </a:xfrm>
          <a:prstGeom prst="rect">
            <a:avLst/>
          </a:prstGeom>
          <a:solidFill>
            <a:srgbClr val="10233A"/>
          </a:solidFill>
          <a:ln/>
        </p:spPr>
      </p:sp>
      <p:sp>
        <p:nvSpPr>
          <p:cNvPr id="24" name="Text 22"/>
          <p:cNvSpPr txBox="1"/>
          <p:nvPr/>
        </p:nvSpPr>
        <p:spPr>
          <a:xfrm>
            <a:off x="9315907"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5" name="Shape 23"/>
          <p:cNvSpPr/>
          <p:nvPr/>
        </p:nvSpPr>
        <p:spPr>
          <a:xfrm>
            <a:off x="10096805" y="1755648"/>
            <a:ext cx="844906" cy="292608"/>
          </a:xfrm>
          <a:prstGeom prst="rect">
            <a:avLst/>
          </a:prstGeom>
          <a:solidFill>
            <a:srgbClr val="10233A"/>
          </a:solidFill>
          <a:ln/>
        </p:spPr>
      </p:sp>
      <p:sp>
        <p:nvSpPr>
          <p:cNvPr id="26" name="Text 24"/>
          <p:cNvSpPr txBox="1"/>
          <p:nvPr/>
        </p:nvSpPr>
        <p:spPr>
          <a:xfrm>
            <a:off x="10160813"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7" name="Shape 25"/>
          <p:cNvSpPr/>
          <p:nvPr/>
        </p:nvSpPr>
        <p:spPr>
          <a:xfrm>
            <a:off x="10941710" y="1755648"/>
            <a:ext cx="844906" cy="292608"/>
          </a:xfrm>
          <a:prstGeom prst="rect">
            <a:avLst/>
          </a:prstGeom>
          <a:solidFill>
            <a:srgbClr val="10233A"/>
          </a:solidFill>
          <a:ln/>
        </p:spPr>
      </p:sp>
      <p:sp>
        <p:nvSpPr>
          <p:cNvPr id="28" name="Text 26"/>
          <p:cNvSpPr txBox="1"/>
          <p:nvPr/>
        </p:nvSpPr>
        <p:spPr>
          <a:xfrm>
            <a:off x="1100571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 name="Shape 27"/>
          <p:cNvSpPr/>
          <p:nvPr/>
        </p:nvSpPr>
        <p:spPr>
          <a:xfrm>
            <a:off x="411480" y="2048256"/>
            <a:ext cx="2926080" cy="224028"/>
          </a:xfrm>
          <a:prstGeom prst="rect">
            <a:avLst/>
          </a:prstGeom>
          <a:solidFill>
            <a:srgbClr val="FFFFFF"/>
          </a:solidFill>
          <a:ln w="6350">
            <a:solidFill>
              <a:srgbClr val="D3DCE5"/>
            </a:solidFill>
            <a:prstDash val="solid"/>
          </a:ln>
        </p:spPr>
      </p:sp>
      <p:sp>
        <p:nvSpPr>
          <p:cNvPr id="30" name="Text 28"/>
          <p:cNvSpPr txBox="1"/>
          <p:nvPr/>
        </p:nvSpPr>
        <p:spPr>
          <a:xfrm>
            <a:off x="475488" y="204825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1" name="Shape 29"/>
          <p:cNvSpPr/>
          <p:nvPr/>
        </p:nvSpPr>
        <p:spPr>
          <a:xfrm>
            <a:off x="3337560" y="2048256"/>
            <a:ext cx="844906" cy="224028"/>
          </a:xfrm>
          <a:prstGeom prst="rect">
            <a:avLst/>
          </a:prstGeom>
          <a:solidFill>
            <a:srgbClr val="FFFFFF"/>
          </a:solidFill>
          <a:ln w="6350">
            <a:solidFill>
              <a:srgbClr val="D3DCE5"/>
            </a:solidFill>
            <a:prstDash val="solid"/>
          </a:ln>
        </p:spPr>
      </p:sp>
      <p:sp>
        <p:nvSpPr>
          <p:cNvPr id="32" name="Text 30"/>
          <p:cNvSpPr txBox="1"/>
          <p:nvPr/>
        </p:nvSpPr>
        <p:spPr>
          <a:xfrm>
            <a:off x="340156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3" name="Shape 31"/>
          <p:cNvSpPr/>
          <p:nvPr/>
        </p:nvSpPr>
        <p:spPr>
          <a:xfrm>
            <a:off x="4182466" y="2048256"/>
            <a:ext cx="844906" cy="224028"/>
          </a:xfrm>
          <a:prstGeom prst="rect">
            <a:avLst/>
          </a:prstGeom>
          <a:solidFill>
            <a:srgbClr val="FFFFFF"/>
          </a:solidFill>
          <a:ln w="6350">
            <a:solidFill>
              <a:srgbClr val="D3DCE5"/>
            </a:solidFill>
            <a:prstDash val="solid"/>
          </a:ln>
        </p:spPr>
      </p:sp>
      <p:sp>
        <p:nvSpPr>
          <p:cNvPr id="34" name="Text 32"/>
          <p:cNvSpPr txBox="1"/>
          <p:nvPr/>
        </p:nvSpPr>
        <p:spPr>
          <a:xfrm>
            <a:off x="4246474"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5" name="Shape 33"/>
          <p:cNvSpPr/>
          <p:nvPr/>
        </p:nvSpPr>
        <p:spPr>
          <a:xfrm>
            <a:off x="5027371" y="2048256"/>
            <a:ext cx="844906" cy="224028"/>
          </a:xfrm>
          <a:prstGeom prst="rect">
            <a:avLst/>
          </a:prstGeom>
          <a:solidFill>
            <a:srgbClr val="FFFFFF"/>
          </a:solidFill>
          <a:ln w="6350">
            <a:solidFill>
              <a:srgbClr val="D3DCE5"/>
            </a:solidFill>
            <a:prstDash val="solid"/>
          </a:ln>
        </p:spPr>
      </p:sp>
      <p:sp>
        <p:nvSpPr>
          <p:cNvPr id="36" name="Text 34"/>
          <p:cNvSpPr txBox="1"/>
          <p:nvPr/>
        </p:nvSpPr>
        <p:spPr>
          <a:xfrm>
            <a:off x="5091379"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7" name="Shape 35"/>
          <p:cNvSpPr/>
          <p:nvPr/>
        </p:nvSpPr>
        <p:spPr>
          <a:xfrm>
            <a:off x="5872277" y="2048256"/>
            <a:ext cx="844906" cy="224028"/>
          </a:xfrm>
          <a:prstGeom prst="rect">
            <a:avLst/>
          </a:prstGeom>
          <a:solidFill>
            <a:srgbClr val="FFFFFF"/>
          </a:solidFill>
          <a:ln w="6350">
            <a:solidFill>
              <a:srgbClr val="D3DCE5"/>
            </a:solidFill>
            <a:prstDash val="solid"/>
          </a:ln>
        </p:spPr>
      </p:sp>
      <p:sp>
        <p:nvSpPr>
          <p:cNvPr id="38" name="Text 36"/>
          <p:cNvSpPr txBox="1"/>
          <p:nvPr/>
        </p:nvSpPr>
        <p:spPr>
          <a:xfrm>
            <a:off x="5936285"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9" name="Shape 37"/>
          <p:cNvSpPr/>
          <p:nvPr/>
        </p:nvSpPr>
        <p:spPr>
          <a:xfrm>
            <a:off x="6717182" y="2048256"/>
            <a:ext cx="844906" cy="224028"/>
          </a:xfrm>
          <a:prstGeom prst="rect">
            <a:avLst/>
          </a:prstGeom>
          <a:solidFill>
            <a:srgbClr val="FFFFFF"/>
          </a:solidFill>
          <a:ln w="6350">
            <a:solidFill>
              <a:srgbClr val="D3DCE5"/>
            </a:solidFill>
            <a:prstDash val="solid"/>
          </a:ln>
        </p:spPr>
      </p:sp>
      <p:sp>
        <p:nvSpPr>
          <p:cNvPr id="40" name="Text 38"/>
          <p:cNvSpPr txBox="1"/>
          <p:nvPr/>
        </p:nvSpPr>
        <p:spPr>
          <a:xfrm>
            <a:off x="6781190"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1" name="Shape 39"/>
          <p:cNvSpPr/>
          <p:nvPr/>
        </p:nvSpPr>
        <p:spPr>
          <a:xfrm>
            <a:off x="7562088" y="2048256"/>
            <a:ext cx="844906" cy="224028"/>
          </a:xfrm>
          <a:prstGeom prst="rect">
            <a:avLst/>
          </a:prstGeom>
          <a:solidFill>
            <a:srgbClr val="FFFFFF"/>
          </a:solidFill>
          <a:ln w="6350">
            <a:solidFill>
              <a:srgbClr val="D3DCE5"/>
            </a:solidFill>
            <a:prstDash val="solid"/>
          </a:ln>
        </p:spPr>
      </p:sp>
      <p:sp>
        <p:nvSpPr>
          <p:cNvPr id="42" name="Text 40"/>
          <p:cNvSpPr txBox="1"/>
          <p:nvPr/>
        </p:nvSpPr>
        <p:spPr>
          <a:xfrm>
            <a:off x="7626096"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3" name="Shape 41"/>
          <p:cNvSpPr/>
          <p:nvPr/>
        </p:nvSpPr>
        <p:spPr>
          <a:xfrm>
            <a:off x="8406994" y="2048256"/>
            <a:ext cx="844906" cy="224028"/>
          </a:xfrm>
          <a:prstGeom prst="rect">
            <a:avLst/>
          </a:prstGeom>
          <a:solidFill>
            <a:srgbClr val="FFFFFF"/>
          </a:solidFill>
          <a:ln w="6350">
            <a:solidFill>
              <a:srgbClr val="D3DCE5"/>
            </a:solidFill>
            <a:prstDash val="solid"/>
          </a:ln>
        </p:spPr>
      </p:sp>
      <p:sp>
        <p:nvSpPr>
          <p:cNvPr id="44" name="Text 42"/>
          <p:cNvSpPr txBox="1"/>
          <p:nvPr/>
        </p:nvSpPr>
        <p:spPr>
          <a:xfrm>
            <a:off x="8471002"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5" name="Shape 43"/>
          <p:cNvSpPr/>
          <p:nvPr/>
        </p:nvSpPr>
        <p:spPr>
          <a:xfrm>
            <a:off x="9251899" y="2048256"/>
            <a:ext cx="844906" cy="224028"/>
          </a:xfrm>
          <a:prstGeom prst="rect">
            <a:avLst/>
          </a:prstGeom>
          <a:solidFill>
            <a:srgbClr val="FFFFFF"/>
          </a:solidFill>
          <a:ln w="6350">
            <a:solidFill>
              <a:srgbClr val="D3DCE5"/>
            </a:solidFill>
            <a:prstDash val="solid"/>
          </a:ln>
        </p:spPr>
      </p:sp>
      <p:sp>
        <p:nvSpPr>
          <p:cNvPr id="46" name="Text 44"/>
          <p:cNvSpPr txBox="1"/>
          <p:nvPr/>
        </p:nvSpPr>
        <p:spPr>
          <a:xfrm>
            <a:off x="9315907"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7" name="Shape 45"/>
          <p:cNvSpPr/>
          <p:nvPr/>
        </p:nvSpPr>
        <p:spPr>
          <a:xfrm>
            <a:off x="10096805" y="2048256"/>
            <a:ext cx="844906" cy="224028"/>
          </a:xfrm>
          <a:prstGeom prst="rect">
            <a:avLst/>
          </a:prstGeom>
          <a:solidFill>
            <a:srgbClr val="FFFFFF"/>
          </a:solidFill>
          <a:ln w="6350">
            <a:solidFill>
              <a:srgbClr val="D3DCE5"/>
            </a:solidFill>
            <a:prstDash val="solid"/>
          </a:ln>
        </p:spPr>
      </p:sp>
      <p:sp>
        <p:nvSpPr>
          <p:cNvPr id="48" name="Text 46"/>
          <p:cNvSpPr txBox="1"/>
          <p:nvPr/>
        </p:nvSpPr>
        <p:spPr>
          <a:xfrm>
            <a:off x="10160813"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9" name="Shape 47"/>
          <p:cNvSpPr/>
          <p:nvPr/>
        </p:nvSpPr>
        <p:spPr>
          <a:xfrm>
            <a:off x="10941710" y="2048256"/>
            <a:ext cx="844906" cy="224028"/>
          </a:xfrm>
          <a:prstGeom prst="rect">
            <a:avLst/>
          </a:prstGeom>
          <a:solidFill>
            <a:srgbClr val="FFFFFF"/>
          </a:solidFill>
          <a:ln w="6350">
            <a:solidFill>
              <a:srgbClr val="D3DCE5"/>
            </a:solidFill>
            <a:prstDash val="solid"/>
          </a:ln>
        </p:spPr>
      </p:sp>
      <p:sp>
        <p:nvSpPr>
          <p:cNvPr id="50" name="Text 48"/>
          <p:cNvSpPr txBox="1"/>
          <p:nvPr/>
        </p:nvSpPr>
        <p:spPr>
          <a:xfrm>
            <a:off x="1100571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1" name="Shape 49"/>
          <p:cNvSpPr/>
          <p:nvPr/>
        </p:nvSpPr>
        <p:spPr>
          <a:xfrm>
            <a:off x="411480" y="2272284"/>
            <a:ext cx="2926080" cy="224028"/>
          </a:xfrm>
          <a:prstGeom prst="rect">
            <a:avLst/>
          </a:prstGeom>
          <a:solidFill>
            <a:srgbClr val="F7F9FB"/>
          </a:solidFill>
          <a:ln w="6350">
            <a:solidFill>
              <a:srgbClr val="D3DCE5"/>
            </a:solidFill>
            <a:prstDash val="solid"/>
          </a:ln>
        </p:spPr>
      </p:sp>
      <p:sp>
        <p:nvSpPr>
          <p:cNvPr id="52" name="Text 50"/>
          <p:cNvSpPr txBox="1"/>
          <p:nvPr/>
        </p:nvSpPr>
        <p:spPr>
          <a:xfrm>
            <a:off x="475488" y="227228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3" name="Shape 51"/>
          <p:cNvSpPr/>
          <p:nvPr/>
        </p:nvSpPr>
        <p:spPr>
          <a:xfrm>
            <a:off x="3337560" y="2272284"/>
            <a:ext cx="844906" cy="224028"/>
          </a:xfrm>
          <a:prstGeom prst="rect">
            <a:avLst/>
          </a:prstGeom>
          <a:solidFill>
            <a:srgbClr val="F7F9FB"/>
          </a:solidFill>
          <a:ln w="6350">
            <a:solidFill>
              <a:srgbClr val="D3DCE5"/>
            </a:solidFill>
            <a:prstDash val="solid"/>
          </a:ln>
        </p:spPr>
      </p:sp>
      <p:sp>
        <p:nvSpPr>
          <p:cNvPr id="54" name="Text 52"/>
          <p:cNvSpPr txBox="1"/>
          <p:nvPr/>
        </p:nvSpPr>
        <p:spPr>
          <a:xfrm>
            <a:off x="340156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5" name="Shape 53"/>
          <p:cNvSpPr/>
          <p:nvPr/>
        </p:nvSpPr>
        <p:spPr>
          <a:xfrm>
            <a:off x="4182466" y="2272284"/>
            <a:ext cx="844906" cy="224028"/>
          </a:xfrm>
          <a:prstGeom prst="rect">
            <a:avLst/>
          </a:prstGeom>
          <a:solidFill>
            <a:srgbClr val="F7F9FB"/>
          </a:solidFill>
          <a:ln w="6350">
            <a:solidFill>
              <a:srgbClr val="D3DCE5"/>
            </a:solidFill>
            <a:prstDash val="solid"/>
          </a:ln>
        </p:spPr>
      </p:sp>
      <p:sp>
        <p:nvSpPr>
          <p:cNvPr id="56" name="Text 54"/>
          <p:cNvSpPr txBox="1"/>
          <p:nvPr/>
        </p:nvSpPr>
        <p:spPr>
          <a:xfrm>
            <a:off x="4246474"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7" name="Shape 55"/>
          <p:cNvSpPr/>
          <p:nvPr/>
        </p:nvSpPr>
        <p:spPr>
          <a:xfrm>
            <a:off x="5027371" y="2272284"/>
            <a:ext cx="844906" cy="224028"/>
          </a:xfrm>
          <a:prstGeom prst="rect">
            <a:avLst/>
          </a:prstGeom>
          <a:solidFill>
            <a:srgbClr val="F7F9FB"/>
          </a:solidFill>
          <a:ln w="6350">
            <a:solidFill>
              <a:srgbClr val="D3DCE5"/>
            </a:solidFill>
            <a:prstDash val="solid"/>
          </a:ln>
        </p:spPr>
      </p:sp>
      <p:sp>
        <p:nvSpPr>
          <p:cNvPr id="58" name="Text 56"/>
          <p:cNvSpPr txBox="1"/>
          <p:nvPr/>
        </p:nvSpPr>
        <p:spPr>
          <a:xfrm>
            <a:off x="5091379"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9" name="Shape 57"/>
          <p:cNvSpPr/>
          <p:nvPr/>
        </p:nvSpPr>
        <p:spPr>
          <a:xfrm>
            <a:off x="5872277" y="2272284"/>
            <a:ext cx="844906" cy="224028"/>
          </a:xfrm>
          <a:prstGeom prst="rect">
            <a:avLst/>
          </a:prstGeom>
          <a:solidFill>
            <a:srgbClr val="F7F9FB"/>
          </a:solidFill>
          <a:ln w="6350">
            <a:solidFill>
              <a:srgbClr val="D3DCE5"/>
            </a:solidFill>
            <a:prstDash val="solid"/>
          </a:ln>
        </p:spPr>
      </p:sp>
      <p:sp>
        <p:nvSpPr>
          <p:cNvPr id="60" name="Text 58"/>
          <p:cNvSpPr txBox="1"/>
          <p:nvPr/>
        </p:nvSpPr>
        <p:spPr>
          <a:xfrm>
            <a:off x="5936285"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1" name="Shape 59"/>
          <p:cNvSpPr/>
          <p:nvPr/>
        </p:nvSpPr>
        <p:spPr>
          <a:xfrm>
            <a:off x="6717182" y="2272284"/>
            <a:ext cx="844906" cy="224028"/>
          </a:xfrm>
          <a:prstGeom prst="rect">
            <a:avLst/>
          </a:prstGeom>
          <a:solidFill>
            <a:srgbClr val="F7F9FB"/>
          </a:solidFill>
          <a:ln w="6350">
            <a:solidFill>
              <a:srgbClr val="D3DCE5"/>
            </a:solidFill>
            <a:prstDash val="solid"/>
          </a:ln>
        </p:spPr>
      </p:sp>
      <p:sp>
        <p:nvSpPr>
          <p:cNvPr id="62" name="Text 60"/>
          <p:cNvSpPr txBox="1"/>
          <p:nvPr/>
        </p:nvSpPr>
        <p:spPr>
          <a:xfrm>
            <a:off x="6781190"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3" name="Shape 61"/>
          <p:cNvSpPr/>
          <p:nvPr/>
        </p:nvSpPr>
        <p:spPr>
          <a:xfrm>
            <a:off x="7562088" y="2272284"/>
            <a:ext cx="844906" cy="224028"/>
          </a:xfrm>
          <a:prstGeom prst="rect">
            <a:avLst/>
          </a:prstGeom>
          <a:solidFill>
            <a:srgbClr val="F7F9FB"/>
          </a:solidFill>
          <a:ln w="6350">
            <a:solidFill>
              <a:srgbClr val="D3DCE5"/>
            </a:solidFill>
            <a:prstDash val="solid"/>
          </a:ln>
        </p:spPr>
      </p:sp>
      <p:sp>
        <p:nvSpPr>
          <p:cNvPr id="64" name="Text 62"/>
          <p:cNvSpPr txBox="1"/>
          <p:nvPr/>
        </p:nvSpPr>
        <p:spPr>
          <a:xfrm>
            <a:off x="7626096"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5" name="Shape 63"/>
          <p:cNvSpPr/>
          <p:nvPr/>
        </p:nvSpPr>
        <p:spPr>
          <a:xfrm>
            <a:off x="8406994" y="2272284"/>
            <a:ext cx="844906" cy="224028"/>
          </a:xfrm>
          <a:prstGeom prst="rect">
            <a:avLst/>
          </a:prstGeom>
          <a:solidFill>
            <a:srgbClr val="F7F9FB"/>
          </a:solidFill>
          <a:ln w="6350">
            <a:solidFill>
              <a:srgbClr val="D3DCE5"/>
            </a:solidFill>
            <a:prstDash val="solid"/>
          </a:ln>
        </p:spPr>
      </p:sp>
      <p:sp>
        <p:nvSpPr>
          <p:cNvPr id="66" name="Text 64"/>
          <p:cNvSpPr txBox="1"/>
          <p:nvPr/>
        </p:nvSpPr>
        <p:spPr>
          <a:xfrm>
            <a:off x="8471002"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7" name="Shape 65"/>
          <p:cNvSpPr/>
          <p:nvPr/>
        </p:nvSpPr>
        <p:spPr>
          <a:xfrm>
            <a:off x="9251899" y="2272284"/>
            <a:ext cx="844906" cy="224028"/>
          </a:xfrm>
          <a:prstGeom prst="rect">
            <a:avLst/>
          </a:prstGeom>
          <a:solidFill>
            <a:srgbClr val="F7F9FB"/>
          </a:solidFill>
          <a:ln w="6350">
            <a:solidFill>
              <a:srgbClr val="D3DCE5"/>
            </a:solidFill>
            <a:prstDash val="solid"/>
          </a:ln>
        </p:spPr>
      </p:sp>
      <p:sp>
        <p:nvSpPr>
          <p:cNvPr id="68" name="Text 66"/>
          <p:cNvSpPr txBox="1"/>
          <p:nvPr/>
        </p:nvSpPr>
        <p:spPr>
          <a:xfrm>
            <a:off x="9315907"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9" name="Shape 67"/>
          <p:cNvSpPr/>
          <p:nvPr/>
        </p:nvSpPr>
        <p:spPr>
          <a:xfrm>
            <a:off x="10096805" y="2272284"/>
            <a:ext cx="844906" cy="224028"/>
          </a:xfrm>
          <a:prstGeom prst="rect">
            <a:avLst/>
          </a:prstGeom>
          <a:solidFill>
            <a:srgbClr val="F7F9FB"/>
          </a:solidFill>
          <a:ln w="6350">
            <a:solidFill>
              <a:srgbClr val="D3DCE5"/>
            </a:solidFill>
            <a:prstDash val="solid"/>
          </a:ln>
        </p:spPr>
      </p:sp>
      <p:sp>
        <p:nvSpPr>
          <p:cNvPr id="70" name="Text 68"/>
          <p:cNvSpPr txBox="1"/>
          <p:nvPr/>
        </p:nvSpPr>
        <p:spPr>
          <a:xfrm>
            <a:off x="10160813"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1" name="Shape 69"/>
          <p:cNvSpPr/>
          <p:nvPr/>
        </p:nvSpPr>
        <p:spPr>
          <a:xfrm>
            <a:off x="10941710" y="2272284"/>
            <a:ext cx="844906" cy="224028"/>
          </a:xfrm>
          <a:prstGeom prst="rect">
            <a:avLst/>
          </a:prstGeom>
          <a:solidFill>
            <a:srgbClr val="F7F9FB"/>
          </a:solidFill>
          <a:ln w="6350">
            <a:solidFill>
              <a:srgbClr val="D3DCE5"/>
            </a:solidFill>
            <a:prstDash val="solid"/>
          </a:ln>
        </p:spPr>
      </p:sp>
      <p:sp>
        <p:nvSpPr>
          <p:cNvPr id="72" name="Text 70"/>
          <p:cNvSpPr txBox="1"/>
          <p:nvPr/>
        </p:nvSpPr>
        <p:spPr>
          <a:xfrm>
            <a:off x="1100571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3" name="Shape 71"/>
          <p:cNvSpPr/>
          <p:nvPr/>
        </p:nvSpPr>
        <p:spPr>
          <a:xfrm>
            <a:off x="411480" y="2496312"/>
            <a:ext cx="2926080" cy="224028"/>
          </a:xfrm>
          <a:prstGeom prst="rect">
            <a:avLst/>
          </a:prstGeom>
          <a:solidFill>
            <a:srgbClr val="FFFFFF"/>
          </a:solidFill>
          <a:ln w="6350">
            <a:solidFill>
              <a:srgbClr val="D3DCE5"/>
            </a:solidFill>
            <a:prstDash val="solid"/>
          </a:ln>
        </p:spPr>
      </p:sp>
      <p:sp>
        <p:nvSpPr>
          <p:cNvPr id="74" name="Text 72"/>
          <p:cNvSpPr txBox="1"/>
          <p:nvPr/>
        </p:nvSpPr>
        <p:spPr>
          <a:xfrm>
            <a:off x="475488" y="249631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5" name="Shape 73"/>
          <p:cNvSpPr/>
          <p:nvPr/>
        </p:nvSpPr>
        <p:spPr>
          <a:xfrm>
            <a:off x="3337560" y="2496312"/>
            <a:ext cx="844906" cy="224028"/>
          </a:xfrm>
          <a:prstGeom prst="rect">
            <a:avLst/>
          </a:prstGeom>
          <a:solidFill>
            <a:srgbClr val="FFFFFF"/>
          </a:solidFill>
          <a:ln w="6350">
            <a:solidFill>
              <a:srgbClr val="D3DCE5"/>
            </a:solidFill>
            <a:prstDash val="solid"/>
          </a:ln>
        </p:spPr>
      </p:sp>
      <p:sp>
        <p:nvSpPr>
          <p:cNvPr id="76" name="Text 74"/>
          <p:cNvSpPr txBox="1"/>
          <p:nvPr/>
        </p:nvSpPr>
        <p:spPr>
          <a:xfrm>
            <a:off x="340156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7" name="Shape 75"/>
          <p:cNvSpPr/>
          <p:nvPr/>
        </p:nvSpPr>
        <p:spPr>
          <a:xfrm>
            <a:off x="4182466" y="2496312"/>
            <a:ext cx="844906" cy="224028"/>
          </a:xfrm>
          <a:prstGeom prst="rect">
            <a:avLst/>
          </a:prstGeom>
          <a:solidFill>
            <a:srgbClr val="FFFFFF"/>
          </a:solidFill>
          <a:ln w="6350">
            <a:solidFill>
              <a:srgbClr val="D3DCE5"/>
            </a:solidFill>
            <a:prstDash val="solid"/>
          </a:ln>
        </p:spPr>
      </p:sp>
      <p:sp>
        <p:nvSpPr>
          <p:cNvPr id="78" name="Text 76"/>
          <p:cNvSpPr txBox="1"/>
          <p:nvPr/>
        </p:nvSpPr>
        <p:spPr>
          <a:xfrm>
            <a:off x="4246474"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9" name="Shape 77"/>
          <p:cNvSpPr/>
          <p:nvPr/>
        </p:nvSpPr>
        <p:spPr>
          <a:xfrm>
            <a:off x="5027371" y="2496312"/>
            <a:ext cx="844906" cy="224028"/>
          </a:xfrm>
          <a:prstGeom prst="rect">
            <a:avLst/>
          </a:prstGeom>
          <a:solidFill>
            <a:srgbClr val="FFFFFF"/>
          </a:solidFill>
          <a:ln w="6350">
            <a:solidFill>
              <a:srgbClr val="D3DCE5"/>
            </a:solidFill>
            <a:prstDash val="solid"/>
          </a:ln>
        </p:spPr>
      </p:sp>
      <p:sp>
        <p:nvSpPr>
          <p:cNvPr id="80" name="Text 78"/>
          <p:cNvSpPr txBox="1"/>
          <p:nvPr/>
        </p:nvSpPr>
        <p:spPr>
          <a:xfrm>
            <a:off x="5091379"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1" name="Shape 79"/>
          <p:cNvSpPr/>
          <p:nvPr/>
        </p:nvSpPr>
        <p:spPr>
          <a:xfrm>
            <a:off x="5872277" y="2496312"/>
            <a:ext cx="844906" cy="224028"/>
          </a:xfrm>
          <a:prstGeom prst="rect">
            <a:avLst/>
          </a:prstGeom>
          <a:solidFill>
            <a:srgbClr val="FFFFFF"/>
          </a:solidFill>
          <a:ln w="6350">
            <a:solidFill>
              <a:srgbClr val="D3DCE5"/>
            </a:solidFill>
            <a:prstDash val="solid"/>
          </a:ln>
        </p:spPr>
      </p:sp>
      <p:sp>
        <p:nvSpPr>
          <p:cNvPr id="82" name="Text 80"/>
          <p:cNvSpPr txBox="1"/>
          <p:nvPr/>
        </p:nvSpPr>
        <p:spPr>
          <a:xfrm>
            <a:off x="5936285"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3" name="Shape 81"/>
          <p:cNvSpPr/>
          <p:nvPr/>
        </p:nvSpPr>
        <p:spPr>
          <a:xfrm>
            <a:off x="6717182" y="2496312"/>
            <a:ext cx="844906" cy="224028"/>
          </a:xfrm>
          <a:prstGeom prst="rect">
            <a:avLst/>
          </a:prstGeom>
          <a:solidFill>
            <a:srgbClr val="FFFFFF"/>
          </a:solidFill>
          <a:ln w="6350">
            <a:solidFill>
              <a:srgbClr val="D3DCE5"/>
            </a:solidFill>
            <a:prstDash val="solid"/>
          </a:ln>
        </p:spPr>
      </p:sp>
      <p:sp>
        <p:nvSpPr>
          <p:cNvPr id="84" name="Text 82"/>
          <p:cNvSpPr txBox="1"/>
          <p:nvPr/>
        </p:nvSpPr>
        <p:spPr>
          <a:xfrm>
            <a:off x="6781190"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5" name="Shape 83"/>
          <p:cNvSpPr/>
          <p:nvPr/>
        </p:nvSpPr>
        <p:spPr>
          <a:xfrm>
            <a:off x="7562088" y="2496312"/>
            <a:ext cx="844906" cy="224028"/>
          </a:xfrm>
          <a:prstGeom prst="rect">
            <a:avLst/>
          </a:prstGeom>
          <a:solidFill>
            <a:srgbClr val="FFFFFF"/>
          </a:solidFill>
          <a:ln w="6350">
            <a:solidFill>
              <a:srgbClr val="D3DCE5"/>
            </a:solidFill>
            <a:prstDash val="solid"/>
          </a:ln>
        </p:spPr>
      </p:sp>
      <p:sp>
        <p:nvSpPr>
          <p:cNvPr id="86" name="Text 84"/>
          <p:cNvSpPr txBox="1"/>
          <p:nvPr/>
        </p:nvSpPr>
        <p:spPr>
          <a:xfrm>
            <a:off x="7626096"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7" name="Shape 85"/>
          <p:cNvSpPr/>
          <p:nvPr/>
        </p:nvSpPr>
        <p:spPr>
          <a:xfrm>
            <a:off x="8406994" y="2496312"/>
            <a:ext cx="844906" cy="224028"/>
          </a:xfrm>
          <a:prstGeom prst="rect">
            <a:avLst/>
          </a:prstGeom>
          <a:solidFill>
            <a:srgbClr val="FFFFFF"/>
          </a:solidFill>
          <a:ln w="6350">
            <a:solidFill>
              <a:srgbClr val="D3DCE5"/>
            </a:solidFill>
            <a:prstDash val="solid"/>
          </a:ln>
        </p:spPr>
      </p:sp>
      <p:sp>
        <p:nvSpPr>
          <p:cNvPr id="88" name="Text 86"/>
          <p:cNvSpPr txBox="1"/>
          <p:nvPr/>
        </p:nvSpPr>
        <p:spPr>
          <a:xfrm>
            <a:off x="8471002"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89" name="Shape 87"/>
          <p:cNvSpPr/>
          <p:nvPr/>
        </p:nvSpPr>
        <p:spPr>
          <a:xfrm>
            <a:off x="9251899" y="2496312"/>
            <a:ext cx="844906" cy="224028"/>
          </a:xfrm>
          <a:prstGeom prst="rect">
            <a:avLst/>
          </a:prstGeom>
          <a:solidFill>
            <a:srgbClr val="FFFFFF"/>
          </a:solidFill>
          <a:ln w="6350">
            <a:solidFill>
              <a:srgbClr val="D3DCE5"/>
            </a:solidFill>
            <a:prstDash val="solid"/>
          </a:ln>
        </p:spPr>
      </p:sp>
      <p:sp>
        <p:nvSpPr>
          <p:cNvPr id="90" name="Text 88"/>
          <p:cNvSpPr txBox="1"/>
          <p:nvPr/>
        </p:nvSpPr>
        <p:spPr>
          <a:xfrm>
            <a:off x="9315907"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1" name="Shape 89"/>
          <p:cNvSpPr/>
          <p:nvPr/>
        </p:nvSpPr>
        <p:spPr>
          <a:xfrm>
            <a:off x="10096805" y="2496312"/>
            <a:ext cx="844906" cy="224028"/>
          </a:xfrm>
          <a:prstGeom prst="rect">
            <a:avLst/>
          </a:prstGeom>
          <a:solidFill>
            <a:srgbClr val="FFFFFF"/>
          </a:solidFill>
          <a:ln w="6350">
            <a:solidFill>
              <a:srgbClr val="D3DCE5"/>
            </a:solidFill>
            <a:prstDash val="solid"/>
          </a:ln>
        </p:spPr>
      </p:sp>
      <p:sp>
        <p:nvSpPr>
          <p:cNvPr id="92" name="Text 90"/>
          <p:cNvSpPr txBox="1"/>
          <p:nvPr/>
        </p:nvSpPr>
        <p:spPr>
          <a:xfrm>
            <a:off x="10160813"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3" name="Shape 91"/>
          <p:cNvSpPr/>
          <p:nvPr/>
        </p:nvSpPr>
        <p:spPr>
          <a:xfrm>
            <a:off x="10941710" y="2496312"/>
            <a:ext cx="844906" cy="224028"/>
          </a:xfrm>
          <a:prstGeom prst="rect">
            <a:avLst/>
          </a:prstGeom>
          <a:solidFill>
            <a:srgbClr val="FFFFFF"/>
          </a:solidFill>
          <a:ln w="6350">
            <a:solidFill>
              <a:srgbClr val="D3DCE5"/>
            </a:solidFill>
            <a:prstDash val="solid"/>
          </a:ln>
        </p:spPr>
      </p:sp>
      <p:sp>
        <p:nvSpPr>
          <p:cNvPr id="94" name="Text 92"/>
          <p:cNvSpPr txBox="1"/>
          <p:nvPr/>
        </p:nvSpPr>
        <p:spPr>
          <a:xfrm>
            <a:off x="1100571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5" name="Shape 93"/>
          <p:cNvSpPr/>
          <p:nvPr/>
        </p:nvSpPr>
        <p:spPr>
          <a:xfrm>
            <a:off x="411480" y="2720340"/>
            <a:ext cx="2926080" cy="224028"/>
          </a:xfrm>
          <a:prstGeom prst="rect">
            <a:avLst/>
          </a:prstGeom>
          <a:solidFill>
            <a:srgbClr val="F7F9FB"/>
          </a:solidFill>
          <a:ln w="6350">
            <a:solidFill>
              <a:srgbClr val="D3DCE5"/>
            </a:solidFill>
            <a:prstDash val="solid"/>
          </a:ln>
        </p:spPr>
      </p:sp>
      <p:sp>
        <p:nvSpPr>
          <p:cNvPr id="96" name="Text 94"/>
          <p:cNvSpPr txBox="1"/>
          <p:nvPr/>
        </p:nvSpPr>
        <p:spPr>
          <a:xfrm>
            <a:off x="475488" y="272034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7" name="Shape 95"/>
          <p:cNvSpPr/>
          <p:nvPr/>
        </p:nvSpPr>
        <p:spPr>
          <a:xfrm>
            <a:off x="3337560" y="2720340"/>
            <a:ext cx="844906" cy="224028"/>
          </a:xfrm>
          <a:prstGeom prst="rect">
            <a:avLst/>
          </a:prstGeom>
          <a:solidFill>
            <a:srgbClr val="F7F9FB"/>
          </a:solidFill>
          <a:ln w="6350">
            <a:solidFill>
              <a:srgbClr val="D3DCE5"/>
            </a:solidFill>
            <a:prstDash val="solid"/>
          </a:ln>
        </p:spPr>
      </p:sp>
      <p:sp>
        <p:nvSpPr>
          <p:cNvPr id="98" name="Text 96"/>
          <p:cNvSpPr txBox="1"/>
          <p:nvPr/>
        </p:nvSpPr>
        <p:spPr>
          <a:xfrm>
            <a:off x="340156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99" name="Shape 97"/>
          <p:cNvSpPr/>
          <p:nvPr/>
        </p:nvSpPr>
        <p:spPr>
          <a:xfrm>
            <a:off x="4182466" y="2720340"/>
            <a:ext cx="844906" cy="224028"/>
          </a:xfrm>
          <a:prstGeom prst="rect">
            <a:avLst/>
          </a:prstGeom>
          <a:solidFill>
            <a:srgbClr val="F7F9FB"/>
          </a:solidFill>
          <a:ln w="6350">
            <a:solidFill>
              <a:srgbClr val="D3DCE5"/>
            </a:solidFill>
            <a:prstDash val="solid"/>
          </a:ln>
        </p:spPr>
      </p:sp>
      <p:sp>
        <p:nvSpPr>
          <p:cNvPr id="100" name="Text 98"/>
          <p:cNvSpPr txBox="1"/>
          <p:nvPr/>
        </p:nvSpPr>
        <p:spPr>
          <a:xfrm>
            <a:off x="4246474"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1" name="Shape 99"/>
          <p:cNvSpPr/>
          <p:nvPr/>
        </p:nvSpPr>
        <p:spPr>
          <a:xfrm>
            <a:off x="5027371" y="2720340"/>
            <a:ext cx="844906" cy="224028"/>
          </a:xfrm>
          <a:prstGeom prst="rect">
            <a:avLst/>
          </a:prstGeom>
          <a:solidFill>
            <a:srgbClr val="F7F9FB"/>
          </a:solidFill>
          <a:ln w="6350">
            <a:solidFill>
              <a:srgbClr val="D3DCE5"/>
            </a:solidFill>
            <a:prstDash val="solid"/>
          </a:ln>
        </p:spPr>
      </p:sp>
      <p:sp>
        <p:nvSpPr>
          <p:cNvPr id="102" name="Text 100"/>
          <p:cNvSpPr txBox="1"/>
          <p:nvPr/>
        </p:nvSpPr>
        <p:spPr>
          <a:xfrm>
            <a:off x="5091379"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3" name="Shape 101"/>
          <p:cNvSpPr/>
          <p:nvPr/>
        </p:nvSpPr>
        <p:spPr>
          <a:xfrm>
            <a:off x="5872277" y="2720340"/>
            <a:ext cx="844906" cy="224028"/>
          </a:xfrm>
          <a:prstGeom prst="rect">
            <a:avLst/>
          </a:prstGeom>
          <a:solidFill>
            <a:srgbClr val="F7F9FB"/>
          </a:solidFill>
          <a:ln w="6350">
            <a:solidFill>
              <a:srgbClr val="D3DCE5"/>
            </a:solidFill>
            <a:prstDash val="solid"/>
          </a:ln>
        </p:spPr>
      </p:sp>
      <p:sp>
        <p:nvSpPr>
          <p:cNvPr id="104" name="Text 102"/>
          <p:cNvSpPr txBox="1"/>
          <p:nvPr/>
        </p:nvSpPr>
        <p:spPr>
          <a:xfrm>
            <a:off x="5936285"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5" name="Shape 103"/>
          <p:cNvSpPr/>
          <p:nvPr/>
        </p:nvSpPr>
        <p:spPr>
          <a:xfrm>
            <a:off x="6717182" y="2720340"/>
            <a:ext cx="844906" cy="224028"/>
          </a:xfrm>
          <a:prstGeom prst="rect">
            <a:avLst/>
          </a:prstGeom>
          <a:solidFill>
            <a:srgbClr val="F7F9FB"/>
          </a:solidFill>
          <a:ln w="6350">
            <a:solidFill>
              <a:srgbClr val="D3DCE5"/>
            </a:solidFill>
            <a:prstDash val="solid"/>
          </a:ln>
        </p:spPr>
      </p:sp>
      <p:sp>
        <p:nvSpPr>
          <p:cNvPr id="106" name="Text 104"/>
          <p:cNvSpPr txBox="1"/>
          <p:nvPr/>
        </p:nvSpPr>
        <p:spPr>
          <a:xfrm>
            <a:off x="6781190"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7" name="Shape 105"/>
          <p:cNvSpPr/>
          <p:nvPr/>
        </p:nvSpPr>
        <p:spPr>
          <a:xfrm>
            <a:off x="7562088" y="2720340"/>
            <a:ext cx="844906" cy="224028"/>
          </a:xfrm>
          <a:prstGeom prst="rect">
            <a:avLst/>
          </a:prstGeom>
          <a:solidFill>
            <a:srgbClr val="F7F9FB"/>
          </a:solidFill>
          <a:ln w="6350">
            <a:solidFill>
              <a:srgbClr val="D3DCE5"/>
            </a:solidFill>
            <a:prstDash val="solid"/>
          </a:ln>
        </p:spPr>
      </p:sp>
      <p:sp>
        <p:nvSpPr>
          <p:cNvPr id="108" name="Text 106"/>
          <p:cNvSpPr txBox="1"/>
          <p:nvPr/>
        </p:nvSpPr>
        <p:spPr>
          <a:xfrm>
            <a:off x="7626096"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09" name="Shape 107"/>
          <p:cNvSpPr/>
          <p:nvPr/>
        </p:nvSpPr>
        <p:spPr>
          <a:xfrm>
            <a:off x="8406994" y="2720340"/>
            <a:ext cx="844906" cy="224028"/>
          </a:xfrm>
          <a:prstGeom prst="rect">
            <a:avLst/>
          </a:prstGeom>
          <a:solidFill>
            <a:srgbClr val="F7F9FB"/>
          </a:solidFill>
          <a:ln w="6350">
            <a:solidFill>
              <a:srgbClr val="D3DCE5"/>
            </a:solidFill>
            <a:prstDash val="solid"/>
          </a:ln>
        </p:spPr>
      </p:sp>
      <p:sp>
        <p:nvSpPr>
          <p:cNvPr id="110" name="Text 108"/>
          <p:cNvSpPr txBox="1"/>
          <p:nvPr/>
        </p:nvSpPr>
        <p:spPr>
          <a:xfrm>
            <a:off x="8471002"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1" name="Shape 109"/>
          <p:cNvSpPr/>
          <p:nvPr/>
        </p:nvSpPr>
        <p:spPr>
          <a:xfrm>
            <a:off x="9251899" y="2720340"/>
            <a:ext cx="844906" cy="224028"/>
          </a:xfrm>
          <a:prstGeom prst="rect">
            <a:avLst/>
          </a:prstGeom>
          <a:solidFill>
            <a:srgbClr val="F7F9FB"/>
          </a:solidFill>
          <a:ln w="6350">
            <a:solidFill>
              <a:srgbClr val="D3DCE5"/>
            </a:solidFill>
            <a:prstDash val="solid"/>
          </a:ln>
        </p:spPr>
      </p:sp>
      <p:sp>
        <p:nvSpPr>
          <p:cNvPr id="112" name="Text 110"/>
          <p:cNvSpPr txBox="1"/>
          <p:nvPr/>
        </p:nvSpPr>
        <p:spPr>
          <a:xfrm>
            <a:off x="9315907"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3" name="Shape 111"/>
          <p:cNvSpPr/>
          <p:nvPr/>
        </p:nvSpPr>
        <p:spPr>
          <a:xfrm>
            <a:off x="10096805" y="2720340"/>
            <a:ext cx="844906" cy="224028"/>
          </a:xfrm>
          <a:prstGeom prst="rect">
            <a:avLst/>
          </a:prstGeom>
          <a:solidFill>
            <a:srgbClr val="F7F9FB"/>
          </a:solidFill>
          <a:ln w="6350">
            <a:solidFill>
              <a:srgbClr val="D3DCE5"/>
            </a:solidFill>
            <a:prstDash val="solid"/>
          </a:ln>
        </p:spPr>
      </p:sp>
      <p:sp>
        <p:nvSpPr>
          <p:cNvPr id="114" name="Text 112"/>
          <p:cNvSpPr txBox="1"/>
          <p:nvPr/>
        </p:nvSpPr>
        <p:spPr>
          <a:xfrm>
            <a:off x="10160813"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5" name="Shape 113"/>
          <p:cNvSpPr/>
          <p:nvPr/>
        </p:nvSpPr>
        <p:spPr>
          <a:xfrm>
            <a:off x="10941710" y="2720340"/>
            <a:ext cx="844906" cy="224028"/>
          </a:xfrm>
          <a:prstGeom prst="rect">
            <a:avLst/>
          </a:prstGeom>
          <a:solidFill>
            <a:srgbClr val="F7F9FB"/>
          </a:solidFill>
          <a:ln w="6350">
            <a:solidFill>
              <a:srgbClr val="D3DCE5"/>
            </a:solidFill>
            <a:prstDash val="solid"/>
          </a:ln>
        </p:spPr>
      </p:sp>
      <p:sp>
        <p:nvSpPr>
          <p:cNvPr id="116" name="Text 114"/>
          <p:cNvSpPr txBox="1"/>
          <p:nvPr/>
        </p:nvSpPr>
        <p:spPr>
          <a:xfrm>
            <a:off x="1100571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7" name="Shape 115"/>
          <p:cNvSpPr/>
          <p:nvPr/>
        </p:nvSpPr>
        <p:spPr>
          <a:xfrm>
            <a:off x="411480" y="2944368"/>
            <a:ext cx="2926080" cy="224028"/>
          </a:xfrm>
          <a:prstGeom prst="rect">
            <a:avLst/>
          </a:prstGeom>
          <a:solidFill>
            <a:srgbClr val="FFFFFF"/>
          </a:solidFill>
          <a:ln w="6350">
            <a:solidFill>
              <a:srgbClr val="D3DCE5"/>
            </a:solidFill>
            <a:prstDash val="solid"/>
          </a:ln>
        </p:spPr>
      </p:sp>
      <p:sp>
        <p:nvSpPr>
          <p:cNvPr id="118" name="Text 116"/>
          <p:cNvSpPr txBox="1"/>
          <p:nvPr/>
        </p:nvSpPr>
        <p:spPr>
          <a:xfrm>
            <a:off x="475488" y="294436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19" name="Shape 117"/>
          <p:cNvSpPr/>
          <p:nvPr/>
        </p:nvSpPr>
        <p:spPr>
          <a:xfrm>
            <a:off x="3337560" y="2944368"/>
            <a:ext cx="844906" cy="224028"/>
          </a:xfrm>
          <a:prstGeom prst="rect">
            <a:avLst/>
          </a:prstGeom>
          <a:solidFill>
            <a:srgbClr val="FFFFFF"/>
          </a:solidFill>
          <a:ln w="6350">
            <a:solidFill>
              <a:srgbClr val="D3DCE5"/>
            </a:solidFill>
            <a:prstDash val="solid"/>
          </a:ln>
        </p:spPr>
      </p:sp>
      <p:sp>
        <p:nvSpPr>
          <p:cNvPr id="120" name="Text 118"/>
          <p:cNvSpPr txBox="1"/>
          <p:nvPr/>
        </p:nvSpPr>
        <p:spPr>
          <a:xfrm>
            <a:off x="340156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1" name="Shape 119"/>
          <p:cNvSpPr/>
          <p:nvPr/>
        </p:nvSpPr>
        <p:spPr>
          <a:xfrm>
            <a:off x="4182466" y="2944368"/>
            <a:ext cx="844906" cy="224028"/>
          </a:xfrm>
          <a:prstGeom prst="rect">
            <a:avLst/>
          </a:prstGeom>
          <a:solidFill>
            <a:srgbClr val="FFFFFF"/>
          </a:solidFill>
          <a:ln w="6350">
            <a:solidFill>
              <a:srgbClr val="D3DCE5"/>
            </a:solidFill>
            <a:prstDash val="solid"/>
          </a:ln>
        </p:spPr>
      </p:sp>
      <p:sp>
        <p:nvSpPr>
          <p:cNvPr id="122" name="Text 120"/>
          <p:cNvSpPr txBox="1"/>
          <p:nvPr/>
        </p:nvSpPr>
        <p:spPr>
          <a:xfrm>
            <a:off x="4246474"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3" name="Shape 121"/>
          <p:cNvSpPr/>
          <p:nvPr/>
        </p:nvSpPr>
        <p:spPr>
          <a:xfrm>
            <a:off x="5027371" y="2944368"/>
            <a:ext cx="844906" cy="224028"/>
          </a:xfrm>
          <a:prstGeom prst="rect">
            <a:avLst/>
          </a:prstGeom>
          <a:solidFill>
            <a:srgbClr val="FFFFFF"/>
          </a:solidFill>
          <a:ln w="6350">
            <a:solidFill>
              <a:srgbClr val="D3DCE5"/>
            </a:solidFill>
            <a:prstDash val="solid"/>
          </a:ln>
        </p:spPr>
      </p:sp>
      <p:sp>
        <p:nvSpPr>
          <p:cNvPr id="124" name="Text 122"/>
          <p:cNvSpPr txBox="1"/>
          <p:nvPr/>
        </p:nvSpPr>
        <p:spPr>
          <a:xfrm>
            <a:off x="5091379"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5" name="Shape 123"/>
          <p:cNvSpPr/>
          <p:nvPr/>
        </p:nvSpPr>
        <p:spPr>
          <a:xfrm>
            <a:off x="5872277" y="2944368"/>
            <a:ext cx="844906" cy="224028"/>
          </a:xfrm>
          <a:prstGeom prst="rect">
            <a:avLst/>
          </a:prstGeom>
          <a:solidFill>
            <a:srgbClr val="FFFFFF"/>
          </a:solidFill>
          <a:ln w="6350">
            <a:solidFill>
              <a:srgbClr val="D3DCE5"/>
            </a:solidFill>
            <a:prstDash val="solid"/>
          </a:ln>
        </p:spPr>
      </p:sp>
      <p:sp>
        <p:nvSpPr>
          <p:cNvPr id="126" name="Text 124"/>
          <p:cNvSpPr txBox="1"/>
          <p:nvPr/>
        </p:nvSpPr>
        <p:spPr>
          <a:xfrm>
            <a:off x="5936285"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7" name="Shape 125"/>
          <p:cNvSpPr/>
          <p:nvPr/>
        </p:nvSpPr>
        <p:spPr>
          <a:xfrm>
            <a:off x="6717182" y="2944368"/>
            <a:ext cx="844906" cy="224028"/>
          </a:xfrm>
          <a:prstGeom prst="rect">
            <a:avLst/>
          </a:prstGeom>
          <a:solidFill>
            <a:srgbClr val="FFFFFF"/>
          </a:solidFill>
          <a:ln w="6350">
            <a:solidFill>
              <a:srgbClr val="D3DCE5"/>
            </a:solidFill>
            <a:prstDash val="solid"/>
          </a:ln>
        </p:spPr>
      </p:sp>
      <p:sp>
        <p:nvSpPr>
          <p:cNvPr id="128" name="Text 126"/>
          <p:cNvSpPr txBox="1"/>
          <p:nvPr/>
        </p:nvSpPr>
        <p:spPr>
          <a:xfrm>
            <a:off x="6781190"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29" name="Shape 127"/>
          <p:cNvSpPr/>
          <p:nvPr/>
        </p:nvSpPr>
        <p:spPr>
          <a:xfrm>
            <a:off x="7562088" y="2944368"/>
            <a:ext cx="844906" cy="224028"/>
          </a:xfrm>
          <a:prstGeom prst="rect">
            <a:avLst/>
          </a:prstGeom>
          <a:solidFill>
            <a:srgbClr val="FFFFFF"/>
          </a:solidFill>
          <a:ln w="6350">
            <a:solidFill>
              <a:srgbClr val="D3DCE5"/>
            </a:solidFill>
            <a:prstDash val="solid"/>
          </a:ln>
        </p:spPr>
      </p:sp>
      <p:sp>
        <p:nvSpPr>
          <p:cNvPr id="130" name="Text 128"/>
          <p:cNvSpPr txBox="1"/>
          <p:nvPr/>
        </p:nvSpPr>
        <p:spPr>
          <a:xfrm>
            <a:off x="7626096"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1" name="Shape 129"/>
          <p:cNvSpPr/>
          <p:nvPr/>
        </p:nvSpPr>
        <p:spPr>
          <a:xfrm>
            <a:off x="8406994" y="2944368"/>
            <a:ext cx="844906" cy="224028"/>
          </a:xfrm>
          <a:prstGeom prst="rect">
            <a:avLst/>
          </a:prstGeom>
          <a:solidFill>
            <a:srgbClr val="FFFFFF"/>
          </a:solidFill>
          <a:ln w="6350">
            <a:solidFill>
              <a:srgbClr val="D3DCE5"/>
            </a:solidFill>
            <a:prstDash val="solid"/>
          </a:ln>
        </p:spPr>
      </p:sp>
      <p:sp>
        <p:nvSpPr>
          <p:cNvPr id="132" name="Text 130"/>
          <p:cNvSpPr txBox="1"/>
          <p:nvPr/>
        </p:nvSpPr>
        <p:spPr>
          <a:xfrm>
            <a:off x="8471002"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3" name="Shape 131"/>
          <p:cNvSpPr/>
          <p:nvPr/>
        </p:nvSpPr>
        <p:spPr>
          <a:xfrm>
            <a:off x="9251899" y="2944368"/>
            <a:ext cx="844906" cy="224028"/>
          </a:xfrm>
          <a:prstGeom prst="rect">
            <a:avLst/>
          </a:prstGeom>
          <a:solidFill>
            <a:srgbClr val="FFFFFF"/>
          </a:solidFill>
          <a:ln w="6350">
            <a:solidFill>
              <a:srgbClr val="D3DCE5"/>
            </a:solidFill>
            <a:prstDash val="solid"/>
          </a:ln>
        </p:spPr>
      </p:sp>
      <p:sp>
        <p:nvSpPr>
          <p:cNvPr id="134" name="Text 132"/>
          <p:cNvSpPr txBox="1"/>
          <p:nvPr/>
        </p:nvSpPr>
        <p:spPr>
          <a:xfrm>
            <a:off x="9315907"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5" name="Shape 133"/>
          <p:cNvSpPr/>
          <p:nvPr/>
        </p:nvSpPr>
        <p:spPr>
          <a:xfrm>
            <a:off x="10096805" y="2944368"/>
            <a:ext cx="844906" cy="224028"/>
          </a:xfrm>
          <a:prstGeom prst="rect">
            <a:avLst/>
          </a:prstGeom>
          <a:solidFill>
            <a:srgbClr val="FFFFFF"/>
          </a:solidFill>
          <a:ln w="6350">
            <a:solidFill>
              <a:srgbClr val="D3DCE5"/>
            </a:solidFill>
            <a:prstDash val="solid"/>
          </a:ln>
        </p:spPr>
      </p:sp>
      <p:sp>
        <p:nvSpPr>
          <p:cNvPr id="136" name="Text 134"/>
          <p:cNvSpPr txBox="1"/>
          <p:nvPr/>
        </p:nvSpPr>
        <p:spPr>
          <a:xfrm>
            <a:off x="10160813"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7" name="Shape 135"/>
          <p:cNvSpPr/>
          <p:nvPr/>
        </p:nvSpPr>
        <p:spPr>
          <a:xfrm>
            <a:off x="10941710" y="2944368"/>
            <a:ext cx="844906" cy="224028"/>
          </a:xfrm>
          <a:prstGeom prst="rect">
            <a:avLst/>
          </a:prstGeom>
          <a:solidFill>
            <a:srgbClr val="FFFFFF"/>
          </a:solidFill>
          <a:ln w="6350">
            <a:solidFill>
              <a:srgbClr val="D3DCE5"/>
            </a:solidFill>
            <a:prstDash val="solid"/>
          </a:ln>
        </p:spPr>
      </p:sp>
      <p:sp>
        <p:nvSpPr>
          <p:cNvPr id="138" name="Text 136"/>
          <p:cNvSpPr txBox="1"/>
          <p:nvPr/>
        </p:nvSpPr>
        <p:spPr>
          <a:xfrm>
            <a:off x="1100571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9" name="Text 137"/>
          <p:cNvSpPr txBox="1"/>
          <p:nvPr/>
        </p:nvSpPr>
        <p:spPr>
          <a:xfrm>
            <a:off x="411480" y="3314700"/>
            <a:ext cx="2743200" cy="219456"/>
          </a:xfrm>
          <a:prstGeom prst="rect">
            <a:avLst/>
          </a:prstGeom>
          <a:noFill/>
          <a:ln/>
        </p:spPr>
        <p:txBody>
          <a:bodyPr wrap="square" lIns="0" tIns="0" rIns="0" bIns="0" rtlCol="0" anchor="ctr"/>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0" name="Shape 138"/>
          <p:cNvSpPr/>
          <p:nvPr/>
        </p:nvSpPr>
        <p:spPr>
          <a:xfrm>
            <a:off x="411480" y="3552444"/>
            <a:ext cx="2926080" cy="292608"/>
          </a:xfrm>
          <a:prstGeom prst="rect">
            <a:avLst/>
          </a:prstGeom>
          <a:solidFill>
            <a:srgbClr val="10233A"/>
          </a:solidFill>
          <a:ln/>
        </p:spPr>
      </p:sp>
      <p:sp>
        <p:nvSpPr>
          <p:cNvPr id="141" name="Text 139"/>
          <p:cNvSpPr txBox="1"/>
          <p:nvPr/>
        </p:nvSpPr>
        <p:spPr>
          <a:xfrm>
            <a:off x="475488" y="3552444"/>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2" name="Shape 140"/>
          <p:cNvSpPr/>
          <p:nvPr/>
        </p:nvSpPr>
        <p:spPr>
          <a:xfrm>
            <a:off x="3337560" y="3552444"/>
            <a:ext cx="844906" cy="292608"/>
          </a:xfrm>
          <a:prstGeom prst="rect">
            <a:avLst/>
          </a:prstGeom>
          <a:solidFill>
            <a:srgbClr val="10233A"/>
          </a:solidFill>
          <a:ln/>
        </p:spPr>
      </p:sp>
      <p:sp>
        <p:nvSpPr>
          <p:cNvPr id="143" name="Text 141"/>
          <p:cNvSpPr txBox="1"/>
          <p:nvPr/>
        </p:nvSpPr>
        <p:spPr>
          <a:xfrm>
            <a:off x="340156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44" name="Shape 142"/>
          <p:cNvSpPr/>
          <p:nvPr/>
        </p:nvSpPr>
        <p:spPr>
          <a:xfrm>
            <a:off x="4182466" y="3552444"/>
            <a:ext cx="844906" cy="292608"/>
          </a:xfrm>
          <a:prstGeom prst="rect">
            <a:avLst/>
          </a:prstGeom>
          <a:solidFill>
            <a:srgbClr val="10233A"/>
          </a:solidFill>
          <a:ln/>
        </p:spPr>
      </p:sp>
      <p:sp>
        <p:nvSpPr>
          <p:cNvPr id="145" name="Text 143"/>
          <p:cNvSpPr txBox="1"/>
          <p:nvPr/>
        </p:nvSpPr>
        <p:spPr>
          <a:xfrm>
            <a:off x="4246474"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46" name="Shape 144"/>
          <p:cNvSpPr/>
          <p:nvPr/>
        </p:nvSpPr>
        <p:spPr>
          <a:xfrm>
            <a:off x="5027371" y="3552444"/>
            <a:ext cx="844906" cy="292608"/>
          </a:xfrm>
          <a:prstGeom prst="rect">
            <a:avLst/>
          </a:prstGeom>
          <a:solidFill>
            <a:srgbClr val="10233A"/>
          </a:solidFill>
          <a:ln/>
        </p:spPr>
      </p:sp>
      <p:sp>
        <p:nvSpPr>
          <p:cNvPr id="147" name="Text 145"/>
          <p:cNvSpPr txBox="1"/>
          <p:nvPr/>
        </p:nvSpPr>
        <p:spPr>
          <a:xfrm>
            <a:off x="5091379"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8" name="Shape 146"/>
          <p:cNvSpPr/>
          <p:nvPr/>
        </p:nvSpPr>
        <p:spPr>
          <a:xfrm>
            <a:off x="5872277" y="3552444"/>
            <a:ext cx="844906" cy="292608"/>
          </a:xfrm>
          <a:prstGeom prst="rect">
            <a:avLst/>
          </a:prstGeom>
          <a:solidFill>
            <a:srgbClr val="10233A"/>
          </a:solidFill>
          <a:ln/>
        </p:spPr>
      </p:sp>
      <p:sp>
        <p:nvSpPr>
          <p:cNvPr id="149" name="Text 147"/>
          <p:cNvSpPr txBox="1"/>
          <p:nvPr/>
        </p:nvSpPr>
        <p:spPr>
          <a:xfrm>
            <a:off x="5936285"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50" name="Shape 148"/>
          <p:cNvSpPr/>
          <p:nvPr/>
        </p:nvSpPr>
        <p:spPr>
          <a:xfrm>
            <a:off x="6717182" y="3552444"/>
            <a:ext cx="844906" cy="292608"/>
          </a:xfrm>
          <a:prstGeom prst="rect">
            <a:avLst/>
          </a:prstGeom>
          <a:solidFill>
            <a:srgbClr val="10233A"/>
          </a:solidFill>
          <a:ln/>
        </p:spPr>
      </p:sp>
      <p:sp>
        <p:nvSpPr>
          <p:cNvPr id="151" name="Text 149"/>
          <p:cNvSpPr txBox="1"/>
          <p:nvPr/>
        </p:nvSpPr>
        <p:spPr>
          <a:xfrm>
            <a:off x="6781190"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52" name="Shape 150"/>
          <p:cNvSpPr/>
          <p:nvPr/>
        </p:nvSpPr>
        <p:spPr>
          <a:xfrm>
            <a:off x="7562088" y="3552444"/>
            <a:ext cx="844906" cy="292608"/>
          </a:xfrm>
          <a:prstGeom prst="rect">
            <a:avLst/>
          </a:prstGeom>
          <a:solidFill>
            <a:srgbClr val="10233A"/>
          </a:solidFill>
          <a:ln/>
        </p:spPr>
      </p:sp>
      <p:sp>
        <p:nvSpPr>
          <p:cNvPr id="153" name="Text 151"/>
          <p:cNvSpPr txBox="1"/>
          <p:nvPr/>
        </p:nvSpPr>
        <p:spPr>
          <a:xfrm>
            <a:off x="7626096"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54" name="Shape 152"/>
          <p:cNvSpPr/>
          <p:nvPr/>
        </p:nvSpPr>
        <p:spPr>
          <a:xfrm>
            <a:off x="8406994" y="3552444"/>
            <a:ext cx="844906" cy="292608"/>
          </a:xfrm>
          <a:prstGeom prst="rect">
            <a:avLst/>
          </a:prstGeom>
          <a:solidFill>
            <a:srgbClr val="10233A"/>
          </a:solidFill>
          <a:ln/>
        </p:spPr>
      </p:sp>
      <p:sp>
        <p:nvSpPr>
          <p:cNvPr id="155" name="Text 153"/>
          <p:cNvSpPr txBox="1"/>
          <p:nvPr/>
        </p:nvSpPr>
        <p:spPr>
          <a:xfrm>
            <a:off x="8471002"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156" name="Shape 154"/>
          <p:cNvSpPr/>
          <p:nvPr/>
        </p:nvSpPr>
        <p:spPr>
          <a:xfrm>
            <a:off x="9251899" y="3552444"/>
            <a:ext cx="844906" cy="292608"/>
          </a:xfrm>
          <a:prstGeom prst="rect">
            <a:avLst/>
          </a:prstGeom>
          <a:solidFill>
            <a:srgbClr val="10233A"/>
          </a:solidFill>
          <a:ln/>
        </p:spPr>
      </p:sp>
      <p:sp>
        <p:nvSpPr>
          <p:cNvPr id="157" name="Text 155"/>
          <p:cNvSpPr txBox="1"/>
          <p:nvPr/>
        </p:nvSpPr>
        <p:spPr>
          <a:xfrm>
            <a:off x="9315907"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158" name="Shape 156"/>
          <p:cNvSpPr/>
          <p:nvPr/>
        </p:nvSpPr>
        <p:spPr>
          <a:xfrm>
            <a:off x="10096805" y="3552444"/>
            <a:ext cx="844906" cy="292608"/>
          </a:xfrm>
          <a:prstGeom prst="rect">
            <a:avLst/>
          </a:prstGeom>
          <a:solidFill>
            <a:srgbClr val="10233A"/>
          </a:solidFill>
          <a:ln/>
        </p:spPr>
      </p:sp>
      <p:sp>
        <p:nvSpPr>
          <p:cNvPr id="159" name="Text 157"/>
          <p:cNvSpPr txBox="1"/>
          <p:nvPr/>
        </p:nvSpPr>
        <p:spPr>
          <a:xfrm>
            <a:off x="10160813"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160" name="Shape 158"/>
          <p:cNvSpPr/>
          <p:nvPr/>
        </p:nvSpPr>
        <p:spPr>
          <a:xfrm>
            <a:off x="10941710" y="3552444"/>
            <a:ext cx="844906" cy="292608"/>
          </a:xfrm>
          <a:prstGeom prst="rect">
            <a:avLst/>
          </a:prstGeom>
          <a:solidFill>
            <a:srgbClr val="10233A"/>
          </a:solidFill>
          <a:ln/>
        </p:spPr>
      </p:sp>
      <p:sp>
        <p:nvSpPr>
          <p:cNvPr id="161" name="Text 159"/>
          <p:cNvSpPr txBox="1"/>
          <p:nvPr/>
        </p:nvSpPr>
        <p:spPr>
          <a:xfrm>
            <a:off x="1100571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162" name="Shape 160"/>
          <p:cNvSpPr/>
          <p:nvPr/>
        </p:nvSpPr>
        <p:spPr>
          <a:xfrm>
            <a:off x="411480" y="3845052"/>
            <a:ext cx="2926080" cy="224028"/>
          </a:xfrm>
          <a:prstGeom prst="rect">
            <a:avLst/>
          </a:prstGeom>
          <a:solidFill>
            <a:srgbClr val="FFFFFF"/>
          </a:solidFill>
          <a:ln w="6350">
            <a:solidFill>
              <a:srgbClr val="D3DCE5"/>
            </a:solidFill>
            <a:prstDash val="solid"/>
          </a:ln>
        </p:spPr>
      </p:sp>
      <p:sp>
        <p:nvSpPr>
          <p:cNvPr id="163" name="Text 161"/>
          <p:cNvSpPr txBox="1"/>
          <p:nvPr/>
        </p:nvSpPr>
        <p:spPr>
          <a:xfrm>
            <a:off x="475488" y="384505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4" name="Shape 162"/>
          <p:cNvSpPr/>
          <p:nvPr/>
        </p:nvSpPr>
        <p:spPr>
          <a:xfrm>
            <a:off x="3337560" y="3845052"/>
            <a:ext cx="844906" cy="224028"/>
          </a:xfrm>
          <a:prstGeom prst="rect">
            <a:avLst/>
          </a:prstGeom>
          <a:solidFill>
            <a:srgbClr val="FFFFFF"/>
          </a:solidFill>
          <a:ln w="6350">
            <a:solidFill>
              <a:srgbClr val="D3DCE5"/>
            </a:solidFill>
            <a:prstDash val="solid"/>
          </a:ln>
        </p:spPr>
      </p:sp>
      <p:sp>
        <p:nvSpPr>
          <p:cNvPr id="165" name="Text 163"/>
          <p:cNvSpPr txBox="1"/>
          <p:nvPr/>
        </p:nvSpPr>
        <p:spPr>
          <a:xfrm>
            <a:off x="340156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6" name="Shape 164"/>
          <p:cNvSpPr/>
          <p:nvPr/>
        </p:nvSpPr>
        <p:spPr>
          <a:xfrm>
            <a:off x="4182466" y="3845052"/>
            <a:ext cx="844906" cy="224028"/>
          </a:xfrm>
          <a:prstGeom prst="rect">
            <a:avLst/>
          </a:prstGeom>
          <a:solidFill>
            <a:srgbClr val="FFFFFF"/>
          </a:solidFill>
          <a:ln w="6350">
            <a:solidFill>
              <a:srgbClr val="D3DCE5"/>
            </a:solidFill>
            <a:prstDash val="solid"/>
          </a:ln>
        </p:spPr>
      </p:sp>
      <p:sp>
        <p:nvSpPr>
          <p:cNvPr id="167" name="Text 165"/>
          <p:cNvSpPr txBox="1"/>
          <p:nvPr/>
        </p:nvSpPr>
        <p:spPr>
          <a:xfrm>
            <a:off x="4246474"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8" name="Shape 166"/>
          <p:cNvSpPr/>
          <p:nvPr/>
        </p:nvSpPr>
        <p:spPr>
          <a:xfrm>
            <a:off x="5027371" y="3845052"/>
            <a:ext cx="844906" cy="224028"/>
          </a:xfrm>
          <a:prstGeom prst="rect">
            <a:avLst/>
          </a:prstGeom>
          <a:solidFill>
            <a:srgbClr val="FFFFFF"/>
          </a:solidFill>
          <a:ln w="6350">
            <a:solidFill>
              <a:srgbClr val="D3DCE5"/>
            </a:solidFill>
            <a:prstDash val="solid"/>
          </a:ln>
        </p:spPr>
      </p:sp>
      <p:sp>
        <p:nvSpPr>
          <p:cNvPr id="169" name="Text 167"/>
          <p:cNvSpPr txBox="1"/>
          <p:nvPr/>
        </p:nvSpPr>
        <p:spPr>
          <a:xfrm>
            <a:off x="5091379"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0" name="Shape 168"/>
          <p:cNvSpPr/>
          <p:nvPr/>
        </p:nvSpPr>
        <p:spPr>
          <a:xfrm>
            <a:off x="5872277" y="3845052"/>
            <a:ext cx="844906" cy="224028"/>
          </a:xfrm>
          <a:prstGeom prst="rect">
            <a:avLst/>
          </a:prstGeom>
          <a:solidFill>
            <a:srgbClr val="FFFFFF"/>
          </a:solidFill>
          <a:ln w="6350">
            <a:solidFill>
              <a:srgbClr val="D3DCE5"/>
            </a:solidFill>
            <a:prstDash val="solid"/>
          </a:ln>
        </p:spPr>
      </p:sp>
      <p:sp>
        <p:nvSpPr>
          <p:cNvPr id="171" name="Text 169"/>
          <p:cNvSpPr txBox="1"/>
          <p:nvPr/>
        </p:nvSpPr>
        <p:spPr>
          <a:xfrm>
            <a:off x="5936285"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2" name="Shape 170"/>
          <p:cNvSpPr/>
          <p:nvPr/>
        </p:nvSpPr>
        <p:spPr>
          <a:xfrm>
            <a:off x="6717182" y="3845052"/>
            <a:ext cx="844906" cy="224028"/>
          </a:xfrm>
          <a:prstGeom prst="rect">
            <a:avLst/>
          </a:prstGeom>
          <a:solidFill>
            <a:srgbClr val="FFFFFF"/>
          </a:solidFill>
          <a:ln w="6350">
            <a:solidFill>
              <a:srgbClr val="D3DCE5"/>
            </a:solidFill>
            <a:prstDash val="solid"/>
          </a:ln>
        </p:spPr>
      </p:sp>
      <p:sp>
        <p:nvSpPr>
          <p:cNvPr id="173" name="Text 171"/>
          <p:cNvSpPr txBox="1"/>
          <p:nvPr/>
        </p:nvSpPr>
        <p:spPr>
          <a:xfrm>
            <a:off x="6781190"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4" name="Shape 172"/>
          <p:cNvSpPr/>
          <p:nvPr/>
        </p:nvSpPr>
        <p:spPr>
          <a:xfrm>
            <a:off x="7562088" y="3845052"/>
            <a:ext cx="844906" cy="224028"/>
          </a:xfrm>
          <a:prstGeom prst="rect">
            <a:avLst/>
          </a:prstGeom>
          <a:solidFill>
            <a:srgbClr val="FFFFFF"/>
          </a:solidFill>
          <a:ln w="6350">
            <a:solidFill>
              <a:srgbClr val="D3DCE5"/>
            </a:solidFill>
            <a:prstDash val="solid"/>
          </a:ln>
        </p:spPr>
      </p:sp>
      <p:sp>
        <p:nvSpPr>
          <p:cNvPr id="175" name="Text 173"/>
          <p:cNvSpPr txBox="1"/>
          <p:nvPr/>
        </p:nvSpPr>
        <p:spPr>
          <a:xfrm>
            <a:off x="7626096"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6" name="Shape 174"/>
          <p:cNvSpPr/>
          <p:nvPr/>
        </p:nvSpPr>
        <p:spPr>
          <a:xfrm>
            <a:off x="8406994" y="3845052"/>
            <a:ext cx="844906" cy="224028"/>
          </a:xfrm>
          <a:prstGeom prst="rect">
            <a:avLst/>
          </a:prstGeom>
          <a:solidFill>
            <a:srgbClr val="FFFFFF"/>
          </a:solidFill>
          <a:ln w="6350">
            <a:solidFill>
              <a:srgbClr val="D3DCE5"/>
            </a:solidFill>
            <a:prstDash val="solid"/>
          </a:ln>
        </p:spPr>
      </p:sp>
      <p:sp>
        <p:nvSpPr>
          <p:cNvPr id="177" name="Text 175"/>
          <p:cNvSpPr txBox="1"/>
          <p:nvPr/>
        </p:nvSpPr>
        <p:spPr>
          <a:xfrm>
            <a:off x="8471002"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8" name="Shape 176"/>
          <p:cNvSpPr/>
          <p:nvPr/>
        </p:nvSpPr>
        <p:spPr>
          <a:xfrm>
            <a:off x="9251899" y="3845052"/>
            <a:ext cx="844906" cy="224028"/>
          </a:xfrm>
          <a:prstGeom prst="rect">
            <a:avLst/>
          </a:prstGeom>
          <a:solidFill>
            <a:srgbClr val="FFFFFF"/>
          </a:solidFill>
          <a:ln w="6350">
            <a:solidFill>
              <a:srgbClr val="D3DCE5"/>
            </a:solidFill>
            <a:prstDash val="solid"/>
          </a:ln>
        </p:spPr>
      </p:sp>
      <p:sp>
        <p:nvSpPr>
          <p:cNvPr id="179" name="Text 177"/>
          <p:cNvSpPr txBox="1"/>
          <p:nvPr/>
        </p:nvSpPr>
        <p:spPr>
          <a:xfrm>
            <a:off x="9315907"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0" name="Shape 178"/>
          <p:cNvSpPr/>
          <p:nvPr/>
        </p:nvSpPr>
        <p:spPr>
          <a:xfrm>
            <a:off x="10096805" y="3845052"/>
            <a:ext cx="844906" cy="224028"/>
          </a:xfrm>
          <a:prstGeom prst="rect">
            <a:avLst/>
          </a:prstGeom>
          <a:solidFill>
            <a:srgbClr val="FFFFFF"/>
          </a:solidFill>
          <a:ln w="6350">
            <a:solidFill>
              <a:srgbClr val="D3DCE5"/>
            </a:solidFill>
            <a:prstDash val="solid"/>
          </a:ln>
        </p:spPr>
      </p:sp>
      <p:sp>
        <p:nvSpPr>
          <p:cNvPr id="181" name="Text 179"/>
          <p:cNvSpPr txBox="1"/>
          <p:nvPr/>
        </p:nvSpPr>
        <p:spPr>
          <a:xfrm>
            <a:off x="10160813"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2" name="Shape 180"/>
          <p:cNvSpPr/>
          <p:nvPr/>
        </p:nvSpPr>
        <p:spPr>
          <a:xfrm>
            <a:off x="10941710" y="3845052"/>
            <a:ext cx="844906" cy="224028"/>
          </a:xfrm>
          <a:prstGeom prst="rect">
            <a:avLst/>
          </a:prstGeom>
          <a:solidFill>
            <a:srgbClr val="FFFFFF"/>
          </a:solidFill>
          <a:ln w="6350">
            <a:solidFill>
              <a:srgbClr val="D3DCE5"/>
            </a:solidFill>
            <a:prstDash val="solid"/>
          </a:ln>
        </p:spPr>
      </p:sp>
      <p:sp>
        <p:nvSpPr>
          <p:cNvPr id="183" name="Text 181"/>
          <p:cNvSpPr txBox="1"/>
          <p:nvPr/>
        </p:nvSpPr>
        <p:spPr>
          <a:xfrm>
            <a:off x="1100571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4" name="Shape 182"/>
          <p:cNvSpPr/>
          <p:nvPr/>
        </p:nvSpPr>
        <p:spPr>
          <a:xfrm>
            <a:off x="411480" y="4069080"/>
            <a:ext cx="2926080" cy="224028"/>
          </a:xfrm>
          <a:prstGeom prst="rect">
            <a:avLst/>
          </a:prstGeom>
          <a:solidFill>
            <a:srgbClr val="F7F9FB"/>
          </a:solidFill>
          <a:ln w="6350">
            <a:solidFill>
              <a:srgbClr val="D3DCE5"/>
            </a:solidFill>
            <a:prstDash val="solid"/>
          </a:ln>
        </p:spPr>
      </p:sp>
      <p:sp>
        <p:nvSpPr>
          <p:cNvPr id="185" name="Text 183"/>
          <p:cNvSpPr txBox="1"/>
          <p:nvPr/>
        </p:nvSpPr>
        <p:spPr>
          <a:xfrm>
            <a:off x="475488" y="406908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6" name="Shape 184"/>
          <p:cNvSpPr/>
          <p:nvPr/>
        </p:nvSpPr>
        <p:spPr>
          <a:xfrm>
            <a:off x="3337560" y="4069080"/>
            <a:ext cx="844906" cy="224028"/>
          </a:xfrm>
          <a:prstGeom prst="rect">
            <a:avLst/>
          </a:prstGeom>
          <a:solidFill>
            <a:srgbClr val="F7F9FB"/>
          </a:solidFill>
          <a:ln w="6350">
            <a:solidFill>
              <a:srgbClr val="D3DCE5"/>
            </a:solidFill>
            <a:prstDash val="solid"/>
          </a:ln>
        </p:spPr>
      </p:sp>
      <p:sp>
        <p:nvSpPr>
          <p:cNvPr id="187" name="Text 185"/>
          <p:cNvSpPr txBox="1"/>
          <p:nvPr/>
        </p:nvSpPr>
        <p:spPr>
          <a:xfrm>
            <a:off x="340156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8" name="Shape 186"/>
          <p:cNvSpPr/>
          <p:nvPr/>
        </p:nvSpPr>
        <p:spPr>
          <a:xfrm>
            <a:off x="4182466" y="4069080"/>
            <a:ext cx="844906" cy="224028"/>
          </a:xfrm>
          <a:prstGeom prst="rect">
            <a:avLst/>
          </a:prstGeom>
          <a:solidFill>
            <a:srgbClr val="F7F9FB"/>
          </a:solidFill>
          <a:ln w="6350">
            <a:solidFill>
              <a:srgbClr val="D3DCE5"/>
            </a:solidFill>
            <a:prstDash val="solid"/>
          </a:ln>
        </p:spPr>
      </p:sp>
      <p:sp>
        <p:nvSpPr>
          <p:cNvPr id="189" name="Text 187"/>
          <p:cNvSpPr txBox="1"/>
          <p:nvPr/>
        </p:nvSpPr>
        <p:spPr>
          <a:xfrm>
            <a:off x="4246474"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0" name="Shape 188"/>
          <p:cNvSpPr/>
          <p:nvPr/>
        </p:nvSpPr>
        <p:spPr>
          <a:xfrm>
            <a:off x="5027371" y="4069080"/>
            <a:ext cx="844906" cy="224028"/>
          </a:xfrm>
          <a:prstGeom prst="rect">
            <a:avLst/>
          </a:prstGeom>
          <a:solidFill>
            <a:srgbClr val="F7F9FB"/>
          </a:solidFill>
          <a:ln w="6350">
            <a:solidFill>
              <a:srgbClr val="D3DCE5"/>
            </a:solidFill>
            <a:prstDash val="solid"/>
          </a:ln>
        </p:spPr>
      </p:sp>
      <p:sp>
        <p:nvSpPr>
          <p:cNvPr id="191" name="Text 189"/>
          <p:cNvSpPr txBox="1"/>
          <p:nvPr/>
        </p:nvSpPr>
        <p:spPr>
          <a:xfrm>
            <a:off x="5091379"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2" name="Shape 190"/>
          <p:cNvSpPr/>
          <p:nvPr/>
        </p:nvSpPr>
        <p:spPr>
          <a:xfrm>
            <a:off x="5872277" y="4069080"/>
            <a:ext cx="844906" cy="224028"/>
          </a:xfrm>
          <a:prstGeom prst="rect">
            <a:avLst/>
          </a:prstGeom>
          <a:solidFill>
            <a:srgbClr val="F7F9FB"/>
          </a:solidFill>
          <a:ln w="6350">
            <a:solidFill>
              <a:srgbClr val="D3DCE5"/>
            </a:solidFill>
            <a:prstDash val="solid"/>
          </a:ln>
        </p:spPr>
      </p:sp>
      <p:sp>
        <p:nvSpPr>
          <p:cNvPr id="193" name="Text 191"/>
          <p:cNvSpPr txBox="1"/>
          <p:nvPr/>
        </p:nvSpPr>
        <p:spPr>
          <a:xfrm>
            <a:off x="5936285"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4" name="Shape 192"/>
          <p:cNvSpPr/>
          <p:nvPr/>
        </p:nvSpPr>
        <p:spPr>
          <a:xfrm>
            <a:off x="6717182" y="4069080"/>
            <a:ext cx="844906" cy="224028"/>
          </a:xfrm>
          <a:prstGeom prst="rect">
            <a:avLst/>
          </a:prstGeom>
          <a:solidFill>
            <a:srgbClr val="F7F9FB"/>
          </a:solidFill>
          <a:ln w="6350">
            <a:solidFill>
              <a:srgbClr val="D3DCE5"/>
            </a:solidFill>
            <a:prstDash val="solid"/>
          </a:ln>
        </p:spPr>
      </p:sp>
      <p:sp>
        <p:nvSpPr>
          <p:cNvPr id="195" name="Text 193"/>
          <p:cNvSpPr txBox="1"/>
          <p:nvPr/>
        </p:nvSpPr>
        <p:spPr>
          <a:xfrm>
            <a:off x="6781190"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6" name="Shape 194"/>
          <p:cNvSpPr/>
          <p:nvPr/>
        </p:nvSpPr>
        <p:spPr>
          <a:xfrm>
            <a:off x="7562088" y="4069080"/>
            <a:ext cx="844906" cy="224028"/>
          </a:xfrm>
          <a:prstGeom prst="rect">
            <a:avLst/>
          </a:prstGeom>
          <a:solidFill>
            <a:srgbClr val="F7F9FB"/>
          </a:solidFill>
          <a:ln w="6350">
            <a:solidFill>
              <a:srgbClr val="D3DCE5"/>
            </a:solidFill>
            <a:prstDash val="solid"/>
          </a:ln>
        </p:spPr>
      </p:sp>
      <p:sp>
        <p:nvSpPr>
          <p:cNvPr id="197" name="Text 195"/>
          <p:cNvSpPr txBox="1"/>
          <p:nvPr/>
        </p:nvSpPr>
        <p:spPr>
          <a:xfrm>
            <a:off x="7626096"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8" name="Shape 196"/>
          <p:cNvSpPr/>
          <p:nvPr/>
        </p:nvSpPr>
        <p:spPr>
          <a:xfrm>
            <a:off x="8406994" y="4069080"/>
            <a:ext cx="844906" cy="224028"/>
          </a:xfrm>
          <a:prstGeom prst="rect">
            <a:avLst/>
          </a:prstGeom>
          <a:solidFill>
            <a:srgbClr val="F7F9FB"/>
          </a:solidFill>
          <a:ln w="6350">
            <a:solidFill>
              <a:srgbClr val="D3DCE5"/>
            </a:solidFill>
            <a:prstDash val="solid"/>
          </a:ln>
        </p:spPr>
      </p:sp>
      <p:sp>
        <p:nvSpPr>
          <p:cNvPr id="199" name="Text 197"/>
          <p:cNvSpPr txBox="1"/>
          <p:nvPr/>
        </p:nvSpPr>
        <p:spPr>
          <a:xfrm>
            <a:off x="8471002"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0" name="Shape 198"/>
          <p:cNvSpPr/>
          <p:nvPr/>
        </p:nvSpPr>
        <p:spPr>
          <a:xfrm>
            <a:off x="9251899" y="4069080"/>
            <a:ext cx="844906" cy="224028"/>
          </a:xfrm>
          <a:prstGeom prst="rect">
            <a:avLst/>
          </a:prstGeom>
          <a:solidFill>
            <a:srgbClr val="F7F9FB"/>
          </a:solidFill>
          <a:ln w="6350">
            <a:solidFill>
              <a:srgbClr val="D3DCE5"/>
            </a:solidFill>
            <a:prstDash val="solid"/>
          </a:ln>
        </p:spPr>
      </p:sp>
      <p:sp>
        <p:nvSpPr>
          <p:cNvPr id="201" name="Text 199"/>
          <p:cNvSpPr txBox="1"/>
          <p:nvPr/>
        </p:nvSpPr>
        <p:spPr>
          <a:xfrm>
            <a:off x="9315907"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2" name="Shape 200"/>
          <p:cNvSpPr/>
          <p:nvPr/>
        </p:nvSpPr>
        <p:spPr>
          <a:xfrm>
            <a:off x="10096805" y="4069080"/>
            <a:ext cx="844906" cy="224028"/>
          </a:xfrm>
          <a:prstGeom prst="rect">
            <a:avLst/>
          </a:prstGeom>
          <a:solidFill>
            <a:srgbClr val="F7F9FB"/>
          </a:solidFill>
          <a:ln w="6350">
            <a:solidFill>
              <a:srgbClr val="D3DCE5"/>
            </a:solidFill>
            <a:prstDash val="solid"/>
          </a:ln>
        </p:spPr>
      </p:sp>
      <p:sp>
        <p:nvSpPr>
          <p:cNvPr id="203" name="Text 201"/>
          <p:cNvSpPr txBox="1"/>
          <p:nvPr/>
        </p:nvSpPr>
        <p:spPr>
          <a:xfrm>
            <a:off x="10160813"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4" name="Shape 202"/>
          <p:cNvSpPr/>
          <p:nvPr/>
        </p:nvSpPr>
        <p:spPr>
          <a:xfrm>
            <a:off x="10941710" y="4069080"/>
            <a:ext cx="844906" cy="224028"/>
          </a:xfrm>
          <a:prstGeom prst="rect">
            <a:avLst/>
          </a:prstGeom>
          <a:solidFill>
            <a:srgbClr val="F7F9FB"/>
          </a:solidFill>
          <a:ln w="6350">
            <a:solidFill>
              <a:srgbClr val="D3DCE5"/>
            </a:solidFill>
            <a:prstDash val="solid"/>
          </a:ln>
        </p:spPr>
      </p:sp>
      <p:sp>
        <p:nvSpPr>
          <p:cNvPr id="205" name="Text 203"/>
          <p:cNvSpPr txBox="1"/>
          <p:nvPr/>
        </p:nvSpPr>
        <p:spPr>
          <a:xfrm>
            <a:off x="1100571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6" name="Shape 204"/>
          <p:cNvSpPr/>
          <p:nvPr/>
        </p:nvSpPr>
        <p:spPr>
          <a:xfrm>
            <a:off x="411480" y="4293108"/>
            <a:ext cx="2926080" cy="224028"/>
          </a:xfrm>
          <a:prstGeom prst="rect">
            <a:avLst/>
          </a:prstGeom>
          <a:solidFill>
            <a:srgbClr val="FFFFFF"/>
          </a:solidFill>
          <a:ln w="6350">
            <a:solidFill>
              <a:srgbClr val="D3DCE5"/>
            </a:solidFill>
            <a:prstDash val="solid"/>
          </a:ln>
        </p:spPr>
      </p:sp>
      <p:sp>
        <p:nvSpPr>
          <p:cNvPr id="207" name="Text 205"/>
          <p:cNvSpPr txBox="1"/>
          <p:nvPr/>
        </p:nvSpPr>
        <p:spPr>
          <a:xfrm>
            <a:off x="475488" y="429310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8" name="Shape 206"/>
          <p:cNvSpPr/>
          <p:nvPr/>
        </p:nvSpPr>
        <p:spPr>
          <a:xfrm>
            <a:off x="3337560" y="4293108"/>
            <a:ext cx="844906" cy="224028"/>
          </a:xfrm>
          <a:prstGeom prst="rect">
            <a:avLst/>
          </a:prstGeom>
          <a:solidFill>
            <a:srgbClr val="FFFFFF"/>
          </a:solidFill>
          <a:ln w="6350">
            <a:solidFill>
              <a:srgbClr val="D3DCE5"/>
            </a:solidFill>
            <a:prstDash val="solid"/>
          </a:ln>
        </p:spPr>
      </p:sp>
      <p:sp>
        <p:nvSpPr>
          <p:cNvPr id="209" name="Text 207"/>
          <p:cNvSpPr txBox="1"/>
          <p:nvPr/>
        </p:nvSpPr>
        <p:spPr>
          <a:xfrm>
            <a:off x="340156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0" name="Shape 208"/>
          <p:cNvSpPr/>
          <p:nvPr/>
        </p:nvSpPr>
        <p:spPr>
          <a:xfrm>
            <a:off x="4182466" y="4293108"/>
            <a:ext cx="844906" cy="224028"/>
          </a:xfrm>
          <a:prstGeom prst="rect">
            <a:avLst/>
          </a:prstGeom>
          <a:solidFill>
            <a:srgbClr val="FFFFFF"/>
          </a:solidFill>
          <a:ln w="6350">
            <a:solidFill>
              <a:srgbClr val="D3DCE5"/>
            </a:solidFill>
            <a:prstDash val="solid"/>
          </a:ln>
        </p:spPr>
      </p:sp>
      <p:sp>
        <p:nvSpPr>
          <p:cNvPr id="211" name="Text 209"/>
          <p:cNvSpPr txBox="1"/>
          <p:nvPr/>
        </p:nvSpPr>
        <p:spPr>
          <a:xfrm>
            <a:off x="4246474"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2" name="Shape 210"/>
          <p:cNvSpPr/>
          <p:nvPr/>
        </p:nvSpPr>
        <p:spPr>
          <a:xfrm>
            <a:off x="5027371" y="4293108"/>
            <a:ext cx="844906" cy="224028"/>
          </a:xfrm>
          <a:prstGeom prst="rect">
            <a:avLst/>
          </a:prstGeom>
          <a:solidFill>
            <a:srgbClr val="FFFFFF"/>
          </a:solidFill>
          <a:ln w="6350">
            <a:solidFill>
              <a:srgbClr val="D3DCE5"/>
            </a:solidFill>
            <a:prstDash val="solid"/>
          </a:ln>
        </p:spPr>
      </p:sp>
      <p:sp>
        <p:nvSpPr>
          <p:cNvPr id="213" name="Text 211"/>
          <p:cNvSpPr txBox="1"/>
          <p:nvPr/>
        </p:nvSpPr>
        <p:spPr>
          <a:xfrm>
            <a:off x="5091379"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4" name="Shape 212"/>
          <p:cNvSpPr/>
          <p:nvPr/>
        </p:nvSpPr>
        <p:spPr>
          <a:xfrm>
            <a:off x="5872277" y="4293108"/>
            <a:ext cx="844906" cy="224028"/>
          </a:xfrm>
          <a:prstGeom prst="rect">
            <a:avLst/>
          </a:prstGeom>
          <a:solidFill>
            <a:srgbClr val="FFFFFF"/>
          </a:solidFill>
          <a:ln w="6350">
            <a:solidFill>
              <a:srgbClr val="D3DCE5"/>
            </a:solidFill>
            <a:prstDash val="solid"/>
          </a:ln>
        </p:spPr>
      </p:sp>
      <p:sp>
        <p:nvSpPr>
          <p:cNvPr id="215" name="Text 213"/>
          <p:cNvSpPr txBox="1"/>
          <p:nvPr/>
        </p:nvSpPr>
        <p:spPr>
          <a:xfrm>
            <a:off x="5936285"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6" name="Shape 214"/>
          <p:cNvSpPr/>
          <p:nvPr/>
        </p:nvSpPr>
        <p:spPr>
          <a:xfrm>
            <a:off x="6717182" y="4293108"/>
            <a:ext cx="844906" cy="224028"/>
          </a:xfrm>
          <a:prstGeom prst="rect">
            <a:avLst/>
          </a:prstGeom>
          <a:solidFill>
            <a:srgbClr val="FFFFFF"/>
          </a:solidFill>
          <a:ln w="6350">
            <a:solidFill>
              <a:srgbClr val="D3DCE5"/>
            </a:solidFill>
            <a:prstDash val="solid"/>
          </a:ln>
        </p:spPr>
      </p:sp>
      <p:sp>
        <p:nvSpPr>
          <p:cNvPr id="217" name="Text 215"/>
          <p:cNvSpPr txBox="1"/>
          <p:nvPr/>
        </p:nvSpPr>
        <p:spPr>
          <a:xfrm>
            <a:off x="6781190"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8" name="Shape 216"/>
          <p:cNvSpPr/>
          <p:nvPr/>
        </p:nvSpPr>
        <p:spPr>
          <a:xfrm>
            <a:off x="7562088" y="4293108"/>
            <a:ext cx="844906" cy="224028"/>
          </a:xfrm>
          <a:prstGeom prst="rect">
            <a:avLst/>
          </a:prstGeom>
          <a:solidFill>
            <a:srgbClr val="FFFFFF"/>
          </a:solidFill>
          <a:ln w="6350">
            <a:solidFill>
              <a:srgbClr val="D3DCE5"/>
            </a:solidFill>
            <a:prstDash val="solid"/>
          </a:ln>
        </p:spPr>
      </p:sp>
      <p:sp>
        <p:nvSpPr>
          <p:cNvPr id="219" name="Text 217"/>
          <p:cNvSpPr txBox="1"/>
          <p:nvPr/>
        </p:nvSpPr>
        <p:spPr>
          <a:xfrm>
            <a:off x="7626096"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0" name="Shape 218"/>
          <p:cNvSpPr/>
          <p:nvPr/>
        </p:nvSpPr>
        <p:spPr>
          <a:xfrm>
            <a:off x="8406994" y="4293108"/>
            <a:ext cx="844906" cy="224028"/>
          </a:xfrm>
          <a:prstGeom prst="rect">
            <a:avLst/>
          </a:prstGeom>
          <a:solidFill>
            <a:srgbClr val="FFFFFF"/>
          </a:solidFill>
          <a:ln w="6350">
            <a:solidFill>
              <a:srgbClr val="D3DCE5"/>
            </a:solidFill>
            <a:prstDash val="solid"/>
          </a:ln>
        </p:spPr>
      </p:sp>
      <p:sp>
        <p:nvSpPr>
          <p:cNvPr id="221" name="Text 219"/>
          <p:cNvSpPr txBox="1"/>
          <p:nvPr/>
        </p:nvSpPr>
        <p:spPr>
          <a:xfrm>
            <a:off x="8471002"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2" name="Shape 220"/>
          <p:cNvSpPr/>
          <p:nvPr/>
        </p:nvSpPr>
        <p:spPr>
          <a:xfrm>
            <a:off x="9251899" y="4293108"/>
            <a:ext cx="844906" cy="224028"/>
          </a:xfrm>
          <a:prstGeom prst="rect">
            <a:avLst/>
          </a:prstGeom>
          <a:solidFill>
            <a:srgbClr val="FFFFFF"/>
          </a:solidFill>
          <a:ln w="6350">
            <a:solidFill>
              <a:srgbClr val="D3DCE5"/>
            </a:solidFill>
            <a:prstDash val="solid"/>
          </a:ln>
        </p:spPr>
      </p:sp>
      <p:sp>
        <p:nvSpPr>
          <p:cNvPr id="223" name="Text 221"/>
          <p:cNvSpPr txBox="1"/>
          <p:nvPr/>
        </p:nvSpPr>
        <p:spPr>
          <a:xfrm>
            <a:off x="9315907"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4" name="Shape 222"/>
          <p:cNvSpPr/>
          <p:nvPr/>
        </p:nvSpPr>
        <p:spPr>
          <a:xfrm>
            <a:off x="10096805" y="4293108"/>
            <a:ext cx="844906" cy="224028"/>
          </a:xfrm>
          <a:prstGeom prst="rect">
            <a:avLst/>
          </a:prstGeom>
          <a:solidFill>
            <a:srgbClr val="FFFFFF"/>
          </a:solidFill>
          <a:ln w="6350">
            <a:solidFill>
              <a:srgbClr val="D3DCE5"/>
            </a:solidFill>
            <a:prstDash val="solid"/>
          </a:ln>
        </p:spPr>
      </p:sp>
      <p:sp>
        <p:nvSpPr>
          <p:cNvPr id="225" name="Text 223"/>
          <p:cNvSpPr txBox="1"/>
          <p:nvPr/>
        </p:nvSpPr>
        <p:spPr>
          <a:xfrm>
            <a:off x="10160813"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6" name="Shape 224"/>
          <p:cNvSpPr/>
          <p:nvPr/>
        </p:nvSpPr>
        <p:spPr>
          <a:xfrm>
            <a:off x="10941710" y="4293108"/>
            <a:ext cx="844906" cy="224028"/>
          </a:xfrm>
          <a:prstGeom prst="rect">
            <a:avLst/>
          </a:prstGeom>
          <a:solidFill>
            <a:srgbClr val="FFFFFF"/>
          </a:solidFill>
          <a:ln w="6350">
            <a:solidFill>
              <a:srgbClr val="D3DCE5"/>
            </a:solidFill>
            <a:prstDash val="solid"/>
          </a:ln>
        </p:spPr>
      </p:sp>
      <p:sp>
        <p:nvSpPr>
          <p:cNvPr id="227" name="Text 225"/>
          <p:cNvSpPr txBox="1"/>
          <p:nvPr/>
        </p:nvSpPr>
        <p:spPr>
          <a:xfrm>
            <a:off x="1100571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8" name="Shape 226"/>
          <p:cNvSpPr/>
          <p:nvPr/>
        </p:nvSpPr>
        <p:spPr>
          <a:xfrm>
            <a:off x="411480" y="4517136"/>
            <a:ext cx="2926080" cy="224028"/>
          </a:xfrm>
          <a:prstGeom prst="rect">
            <a:avLst/>
          </a:prstGeom>
          <a:solidFill>
            <a:srgbClr val="F7F9FB"/>
          </a:solidFill>
          <a:ln w="6350">
            <a:solidFill>
              <a:srgbClr val="D3DCE5"/>
            </a:solidFill>
            <a:prstDash val="solid"/>
          </a:ln>
        </p:spPr>
      </p:sp>
      <p:sp>
        <p:nvSpPr>
          <p:cNvPr id="229" name="Text 227"/>
          <p:cNvSpPr txBox="1"/>
          <p:nvPr/>
        </p:nvSpPr>
        <p:spPr>
          <a:xfrm>
            <a:off x="475488" y="451713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0" name="Shape 228"/>
          <p:cNvSpPr/>
          <p:nvPr/>
        </p:nvSpPr>
        <p:spPr>
          <a:xfrm>
            <a:off x="3337560" y="4517136"/>
            <a:ext cx="844906" cy="224028"/>
          </a:xfrm>
          <a:prstGeom prst="rect">
            <a:avLst/>
          </a:prstGeom>
          <a:solidFill>
            <a:srgbClr val="F7F9FB"/>
          </a:solidFill>
          <a:ln w="6350">
            <a:solidFill>
              <a:srgbClr val="D3DCE5"/>
            </a:solidFill>
            <a:prstDash val="solid"/>
          </a:ln>
        </p:spPr>
      </p:sp>
      <p:sp>
        <p:nvSpPr>
          <p:cNvPr id="231" name="Text 229"/>
          <p:cNvSpPr txBox="1"/>
          <p:nvPr/>
        </p:nvSpPr>
        <p:spPr>
          <a:xfrm>
            <a:off x="340156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2" name="Shape 230"/>
          <p:cNvSpPr/>
          <p:nvPr/>
        </p:nvSpPr>
        <p:spPr>
          <a:xfrm>
            <a:off x="4182466" y="4517136"/>
            <a:ext cx="844906" cy="224028"/>
          </a:xfrm>
          <a:prstGeom prst="rect">
            <a:avLst/>
          </a:prstGeom>
          <a:solidFill>
            <a:srgbClr val="F7F9FB"/>
          </a:solidFill>
          <a:ln w="6350">
            <a:solidFill>
              <a:srgbClr val="D3DCE5"/>
            </a:solidFill>
            <a:prstDash val="solid"/>
          </a:ln>
        </p:spPr>
      </p:sp>
      <p:sp>
        <p:nvSpPr>
          <p:cNvPr id="233" name="Text 231"/>
          <p:cNvSpPr txBox="1"/>
          <p:nvPr/>
        </p:nvSpPr>
        <p:spPr>
          <a:xfrm>
            <a:off x="4246474"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4" name="Shape 232"/>
          <p:cNvSpPr/>
          <p:nvPr/>
        </p:nvSpPr>
        <p:spPr>
          <a:xfrm>
            <a:off x="5027371" y="4517136"/>
            <a:ext cx="844906" cy="224028"/>
          </a:xfrm>
          <a:prstGeom prst="rect">
            <a:avLst/>
          </a:prstGeom>
          <a:solidFill>
            <a:srgbClr val="F7F9FB"/>
          </a:solidFill>
          <a:ln w="6350">
            <a:solidFill>
              <a:srgbClr val="D3DCE5"/>
            </a:solidFill>
            <a:prstDash val="solid"/>
          </a:ln>
        </p:spPr>
      </p:sp>
      <p:sp>
        <p:nvSpPr>
          <p:cNvPr id="235" name="Text 233"/>
          <p:cNvSpPr txBox="1"/>
          <p:nvPr/>
        </p:nvSpPr>
        <p:spPr>
          <a:xfrm>
            <a:off x="5091379"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6" name="Shape 234"/>
          <p:cNvSpPr/>
          <p:nvPr/>
        </p:nvSpPr>
        <p:spPr>
          <a:xfrm>
            <a:off x="5872277" y="4517136"/>
            <a:ext cx="844906" cy="224028"/>
          </a:xfrm>
          <a:prstGeom prst="rect">
            <a:avLst/>
          </a:prstGeom>
          <a:solidFill>
            <a:srgbClr val="F7F9FB"/>
          </a:solidFill>
          <a:ln w="6350">
            <a:solidFill>
              <a:srgbClr val="D3DCE5"/>
            </a:solidFill>
            <a:prstDash val="solid"/>
          </a:ln>
        </p:spPr>
      </p:sp>
      <p:sp>
        <p:nvSpPr>
          <p:cNvPr id="237" name="Text 235"/>
          <p:cNvSpPr txBox="1"/>
          <p:nvPr/>
        </p:nvSpPr>
        <p:spPr>
          <a:xfrm>
            <a:off x="5936285"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8" name="Shape 236"/>
          <p:cNvSpPr/>
          <p:nvPr/>
        </p:nvSpPr>
        <p:spPr>
          <a:xfrm>
            <a:off x="6717182" y="4517136"/>
            <a:ext cx="844906" cy="224028"/>
          </a:xfrm>
          <a:prstGeom prst="rect">
            <a:avLst/>
          </a:prstGeom>
          <a:solidFill>
            <a:srgbClr val="F7F9FB"/>
          </a:solidFill>
          <a:ln w="6350">
            <a:solidFill>
              <a:srgbClr val="D3DCE5"/>
            </a:solidFill>
            <a:prstDash val="solid"/>
          </a:ln>
        </p:spPr>
      </p:sp>
      <p:sp>
        <p:nvSpPr>
          <p:cNvPr id="239" name="Text 237"/>
          <p:cNvSpPr txBox="1"/>
          <p:nvPr/>
        </p:nvSpPr>
        <p:spPr>
          <a:xfrm>
            <a:off x="6781190"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0" name="Shape 238"/>
          <p:cNvSpPr/>
          <p:nvPr/>
        </p:nvSpPr>
        <p:spPr>
          <a:xfrm>
            <a:off x="7562088" y="4517136"/>
            <a:ext cx="844906" cy="224028"/>
          </a:xfrm>
          <a:prstGeom prst="rect">
            <a:avLst/>
          </a:prstGeom>
          <a:solidFill>
            <a:srgbClr val="F7F9FB"/>
          </a:solidFill>
          <a:ln w="6350">
            <a:solidFill>
              <a:srgbClr val="D3DCE5"/>
            </a:solidFill>
            <a:prstDash val="solid"/>
          </a:ln>
        </p:spPr>
      </p:sp>
      <p:sp>
        <p:nvSpPr>
          <p:cNvPr id="241" name="Text 239"/>
          <p:cNvSpPr txBox="1"/>
          <p:nvPr/>
        </p:nvSpPr>
        <p:spPr>
          <a:xfrm>
            <a:off x="7626096"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2" name="Shape 240"/>
          <p:cNvSpPr/>
          <p:nvPr/>
        </p:nvSpPr>
        <p:spPr>
          <a:xfrm>
            <a:off x="8406994" y="4517136"/>
            <a:ext cx="844906" cy="224028"/>
          </a:xfrm>
          <a:prstGeom prst="rect">
            <a:avLst/>
          </a:prstGeom>
          <a:solidFill>
            <a:srgbClr val="F7F9FB"/>
          </a:solidFill>
          <a:ln w="6350">
            <a:solidFill>
              <a:srgbClr val="D3DCE5"/>
            </a:solidFill>
            <a:prstDash val="solid"/>
          </a:ln>
        </p:spPr>
      </p:sp>
      <p:sp>
        <p:nvSpPr>
          <p:cNvPr id="243" name="Text 241"/>
          <p:cNvSpPr txBox="1"/>
          <p:nvPr/>
        </p:nvSpPr>
        <p:spPr>
          <a:xfrm>
            <a:off x="8471002"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4" name="Shape 242"/>
          <p:cNvSpPr/>
          <p:nvPr/>
        </p:nvSpPr>
        <p:spPr>
          <a:xfrm>
            <a:off x="9251899" y="4517136"/>
            <a:ext cx="844906" cy="224028"/>
          </a:xfrm>
          <a:prstGeom prst="rect">
            <a:avLst/>
          </a:prstGeom>
          <a:solidFill>
            <a:srgbClr val="F7F9FB"/>
          </a:solidFill>
          <a:ln w="6350">
            <a:solidFill>
              <a:srgbClr val="D3DCE5"/>
            </a:solidFill>
            <a:prstDash val="solid"/>
          </a:ln>
        </p:spPr>
      </p:sp>
      <p:sp>
        <p:nvSpPr>
          <p:cNvPr id="245" name="Text 243"/>
          <p:cNvSpPr txBox="1"/>
          <p:nvPr/>
        </p:nvSpPr>
        <p:spPr>
          <a:xfrm>
            <a:off x="9315907"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6" name="Shape 244"/>
          <p:cNvSpPr/>
          <p:nvPr/>
        </p:nvSpPr>
        <p:spPr>
          <a:xfrm>
            <a:off x="10096805" y="4517136"/>
            <a:ext cx="844906" cy="224028"/>
          </a:xfrm>
          <a:prstGeom prst="rect">
            <a:avLst/>
          </a:prstGeom>
          <a:solidFill>
            <a:srgbClr val="F7F9FB"/>
          </a:solidFill>
          <a:ln w="6350">
            <a:solidFill>
              <a:srgbClr val="D3DCE5"/>
            </a:solidFill>
            <a:prstDash val="solid"/>
          </a:ln>
        </p:spPr>
      </p:sp>
      <p:sp>
        <p:nvSpPr>
          <p:cNvPr id="247" name="Text 245"/>
          <p:cNvSpPr txBox="1"/>
          <p:nvPr/>
        </p:nvSpPr>
        <p:spPr>
          <a:xfrm>
            <a:off x="10160813"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8" name="Shape 246"/>
          <p:cNvSpPr/>
          <p:nvPr/>
        </p:nvSpPr>
        <p:spPr>
          <a:xfrm>
            <a:off x="10941710" y="4517136"/>
            <a:ext cx="844906" cy="224028"/>
          </a:xfrm>
          <a:prstGeom prst="rect">
            <a:avLst/>
          </a:prstGeom>
          <a:solidFill>
            <a:srgbClr val="F7F9FB"/>
          </a:solidFill>
          <a:ln w="6350">
            <a:solidFill>
              <a:srgbClr val="D3DCE5"/>
            </a:solidFill>
            <a:prstDash val="solid"/>
          </a:ln>
        </p:spPr>
      </p:sp>
      <p:sp>
        <p:nvSpPr>
          <p:cNvPr id="249" name="Text 247"/>
          <p:cNvSpPr txBox="1"/>
          <p:nvPr/>
        </p:nvSpPr>
        <p:spPr>
          <a:xfrm>
            <a:off x="1100571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0" name="Shape 248"/>
          <p:cNvSpPr/>
          <p:nvPr/>
        </p:nvSpPr>
        <p:spPr>
          <a:xfrm>
            <a:off x="411480" y="4741164"/>
            <a:ext cx="2926080" cy="224028"/>
          </a:xfrm>
          <a:prstGeom prst="rect">
            <a:avLst/>
          </a:prstGeom>
          <a:solidFill>
            <a:srgbClr val="FFFFFF"/>
          </a:solidFill>
          <a:ln w="6350">
            <a:solidFill>
              <a:srgbClr val="D3DCE5"/>
            </a:solidFill>
            <a:prstDash val="solid"/>
          </a:ln>
        </p:spPr>
      </p:sp>
      <p:sp>
        <p:nvSpPr>
          <p:cNvPr id="251" name="Text 249"/>
          <p:cNvSpPr txBox="1"/>
          <p:nvPr/>
        </p:nvSpPr>
        <p:spPr>
          <a:xfrm>
            <a:off x="475488" y="474116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2" name="Shape 250"/>
          <p:cNvSpPr/>
          <p:nvPr/>
        </p:nvSpPr>
        <p:spPr>
          <a:xfrm>
            <a:off x="3337560" y="4741164"/>
            <a:ext cx="844906" cy="224028"/>
          </a:xfrm>
          <a:prstGeom prst="rect">
            <a:avLst/>
          </a:prstGeom>
          <a:solidFill>
            <a:srgbClr val="FFFFFF"/>
          </a:solidFill>
          <a:ln w="6350">
            <a:solidFill>
              <a:srgbClr val="D3DCE5"/>
            </a:solidFill>
            <a:prstDash val="solid"/>
          </a:ln>
        </p:spPr>
      </p:sp>
      <p:sp>
        <p:nvSpPr>
          <p:cNvPr id="253" name="Text 251"/>
          <p:cNvSpPr txBox="1"/>
          <p:nvPr/>
        </p:nvSpPr>
        <p:spPr>
          <a:xfrm>
            <a:off x="340156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4" name="Shape 252"/>
          <p:cNvSpPr/>
          <p:nvPr/>
        </p:nvSpPr>
        <p:spPr>
          <a:xfrm>
            <a:off x="4182466" y="4741164"/>
            <a:ext cx="844906" cy="224028"/>
          </a:xfrm>
          <a:prstGeom prst="rect">
            <a:avLst/>
          </a:prstGeom>
          <a:solidFill>
            <a:srgbClr val="FFFFFF"/>
          </a:solidFill>
          <a:ln w="6350">
            <a:solidFill>
              <a:srgbClr val="D3DCE5"/>
            </a:solidFill>
            <a:prstDash val="solid"/>
          </a:ln>
        </p:spPr>
      </p:sp>
      <p:sp>
        <p:nvSpPr>
          <p:cNvPr id="255" name="Text 253"/>
          <p:cNvSpPr txBox="1"/>
          <p:nvPr/>
        </p:nvSpPr>
        <p:spPr>
          <a:xfrm>
            <a:off x="4246474"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6" name="Shape 254"/>
          <p:cNvSpPr/>
          <p:nvPr/>
        </p:nvSpPr>
        <p:spPr>
          <a:xfrm>
            <a:off x="5027371" y="4741164"/>
            <a:ext cx="844906" cy="224028"/>
          </a:xfrm>
          <a:prstGeom prst="rect">
            <a:avLst/>
          </a:prstGeom>
          <a:solidFill>
            <a:srgbClr val="FFFFFF"/>
          </a:solidFill>
          <a:ln w="6350">
            <a:solidFill>
              <a:srgbClr val="D3DCE5"/>
            </a:solidFill>
            <a:prstDash val="solid"/>
          </a:ln>
        </p:spPr>
      </p:sp>
      <p:sp>
        <p:nvSpPr>
          <p:cNvPr id="257" name="Text 255"/>
          <p:cNvSpPr txBox="1"/>
          <p:nvPr/>
        </p:nvSpPr>
        <p:spPr>
          <a:xfrm>
            <a:off x="5091379"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8" name="Shape 256"/>
          <p:cNvSpPr/>
          <p:nvPr/>
        </p:nvSpPr>
        <p:spPr>
          <a:xfrm>
            <a:off x="5872277" y="4741164"/>
            <a:ext cx="844906" cy="224028"/>
          </a:xfrm>
          <a:prstGeom prst="rect">
            <a:avLst/>
          </a:prstGeom>
          <a:solidFill>
            <a:srgbClr val="FFFFFF"/>
          </a:solidFill>
          <a:ln w="6350">
            <a:solidFill>
              <a:srgbClr val="D3DCE5"/>
            </a:solidFill>
            <a:prstDash val="solid"/>
          </a:ln>
        </p:spPr>
      </p:sp>
      <p:sp>
        <p:nvSpPr>
          <p:cNvPr id="259" name="Text 257"/>
          <p:cNvSpPr txBox="1"/>
          <p:nvPr/>
        </p:nvSpPr>
        <p:spPr>
          <a:xfrm>
            <a:off x="5936285"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0" name="Shape 258"/>
          <p:cNvSpPr/>
          <p:nvPr/>
        </p:nvSpPr>
        <p:spPr>
          <a:xfrm>
            <a:off x="6717182" y="4741164"/>
            <a:ext cx="844906" cy="224028"/>
          </a:xfrm>
          <a:prstGeom prst="rect">
            <a:avLst/>
          </a:prstGeom>
          <a:solidFill>
            <a:srgbClr val="FFFFFF"/>
          </a:solidFill>
          <a:ln w="6350">
            <a:solidFill>
              <a:srgbClr val="D3DCE5"/>
            </a:solidFill>
            <a:prstDash val="solid"/>
          </a:ln>
        </p:spPr>
      </p:sp>
      <p:sp>
        <p:nvSpPr>
          <p:cNvPr id="261" name="Text 259"/>
          <p:cNvSpPr txBox="1"/>
          <p:nvPr/>
        </p:nvSpPr>
        <p:spPr>
          <a:xfrm>
            <a:off x="6781190"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2" name="Shape 260"/>
          <p:cNvSpPr/>
          <p:nvPr/>
        </p:nvSpPr>
        <p:spPr>
          <a:xfrm>
            <a:off x="7562088" y="4741164"/>
            <a:ext cx="844906" cy="224028"/>
          </a:xfrm>
          <a:prstGeom prst="rect">
            <a:avLst/>
          </a:prstGeom>
          <a:solidFill>
            <a:srgbClr val="FFFFFF"/>
          </a:solidFill>
          <a:ln w="6350">
            <a:solidFill>
              <a:srgbClr val="D3DCE5"/>
            </a:solidFill>
            <a:prstDash val="solid"/>
          </a:ln>
        </p:spPr>
      </p:sp>
      <p:sp>
        <p:nvSpPr>
          <p:cNvPr id="263" name="Text 261"/>
          <p:cNvSpPr txBox="1"/>
          <p:nvPr/>
        </p:nvSpPr>
        <p:spPr>
          <a:xfrm>
            <a:off x="7626096"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4" name="Shape 262"/>
          <p:cNvSpPr/>
          <p:nvPr/>
        </p:nvSpPr>
        <p:spPr>
          <a:xfrm>
            <a:off x="8406994" y="4741164"/>
            <a:ext cx="844906" cy="224028"/>
          </a:xfrm>
          <a:prstGeom prst="rect">
            <a:avLst/>
          </a:prstGeom>
          <a:solidFill>
            <a:srgbClr val="FFFFFF"/>
          </a:solidFill>
          <a:ln w="6350">
            <a:solidFill>
              <a:srgbClr val="D3DCE5"/>
            </a:solidFill>
            <a:prstDash val="solid"/>
          </a:ln>
        </p:spPr>
      </p:sp>
      <p:sp>
        <p:nvSpPr>
          <p:cNvPr id="265" name="Text 263"/>
          <p:cNvSpPr txBox="1"/>
          <p:nvPr/>
        </p:nvSpPr>
        <p:spPr>
          <a:xfrm>
            <a:off x="8471002"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6" name="Shape 264"/>
          <p:cNvSpPr/>
          <p:nvPr/>
        </p:nvSpPr>
        <p:spPr>
          <a:xfrm>
            <a:off x="9251899" y="4741164"/>
            <a:ext cx="844906" cy="224028"/>
          </a:xfrm>
          <a:prstGeom prst="rect">
            <a:avLst/>
          </a:prstGeom>
          <a:solidFill>
            <a:srgbClr val="FFFFFF"/>
          </a:solidFill>
          <a:ln w="6350">
            <a:solidFill>
              <a:srgbClr val="D3DCE5"/>
            </a:solidFill>
            <a:prstDash val="solid"/>
          </a:ln>
        </p:spPr>
      </p:sp>
      <p:sp>
        <p:nvSpPr>
          <p:cNvPr id="267" name="Text 265"/>
          <p:cNvSpPr txBox="1"/>
          <p:nvPr/>
        </p:nvSpPr>
        <p:spPr>
          <a:xfrm>
            <a:off x="9315907"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8" name="Shape 266"/>
          <p:cNvSpPr/>
          <p:nvPr/>
        </p:nvSpPr>
        <p:spPr>
          <a:xfrm>
            <a:off x="10096805" y="4741164"/>
            <a:ext cx="844906" cy="224028"/>
          </a:xfrm>
          <a:prstGeom prst="rect">
            <a:avLst/>
          </a:prstGeom>
          <a:solidFill>
            <a:srgbClr val="FFFFFF"/>
          </a:solidFill>
          <a:ln w="6350">
            <a:solidFill>
              <a:srgbClr val="D3DCE5"/>
            </a:solidFill>
            <a:prstDash val="solid"/>
          </a:ln>
        </p:spPr>
      </p:sp>
      <p:sp>
        <p:nvSpPr>
          <p:cNvPr id="269" name="Text 267"/>
          <p:cNvSpPr txBox="1"/>
          <p:nvPr/>
        </p:nvSpPr>
        <p:spPr>
          <a:xfrm>
            <a:off x="10160813"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0" name="Shape 268"/>
          <p:cNvSpPr/>
          <p:nvPr/>
        </p:nvSpPr>
        <p:spPr>
          <a:xfrm>
            <a:off x="10941710" y="4741164"/>
            <a:ext cx="844906" cy="224028"/>
          </a:xfrm>
          <a:prstGeom prst="rect">
            <a:avLst/>
          </a:prstGeom>
          <a:solidFill>
            <a:srgbClr val="FFFFFF"/>
          </a:solidFill>
          <a:ln w="6350">
            <a:solidFill>
              <a:srgbClr val="D3DCE5"/>
            </a:solidFill>
            <a:prstDash val="solid"/>
          </a:ln>
        </p:spPr>
      </p:sp>
      <p:sp>
        <p:nvSpPr>
          <p:cNvPr id="271" name="Text 269"/>
          <p:cNvSpPr txBox="1"/>
          <p:nvPr/>
        </p:nvSpPr>
        <p:spPr>
          <a:xfrm>
            <a:off x="1100571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2" name="Text 270"/>
          <p:cNvSpPr txBox="1"/>
          <p:nvPr/>
        </p:nvSpPr>
        <p:spPr>
          <a:xfrm>
            <a:off x="411480" y="5111496"/>
            <a:ext cx="2743200" cy="219456"/>
          </a:xfrm>
          <a:prstGeom prst="rect">
            <a:avLst/>
          </a:prstGeom>
          <a:noFill/>
          <a:ln/>
        </p:spPr>
        <p:txBody>
          <a:bodyPr wrap="square" lIns="0" tIns="0" rIns="0" bIns="0" rtlCol="0" anchor="ctr"/>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3" name="Shape 271"/>
          <p:cNvSpPr/>
          <p:nvPr/>
        </p:nvSpPr>
        <p:spPr>
          <a:xfrm>
            <a:off x="411480" y="5349240"/>
            <a:ext cx="2926080" cy="292608"/>
          </a:xfrm>
          <a:prstGeom prst="rect">
            <a:avLst/>
          </a:prstGeom>
          <a:solidFill>
            <a:srgbClr val="10233A"/>
          </a:solidFill>
          <a:ln/>
        </p:spPr>
      </p:sp>
      <p:sp>
        <p:nvSpPr>
          <p:cNvPr id="274" name="Text 272"/>
          <p:cNvSpPr txBox="1"/>
          <p:nvPr/>
        </p:nvSpPr>
        <p:spPr>
          <a:xfrm>
            <a:off x="475488" y="534924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5" name="Shape 273"/>
          <p:cNvSpPr/>
          <p:nvPr/>
        </p:nvSpPr>
        <p:spPr>
          <a:xfrm>
            <a:off x="3337560" y="5349240"/>
            <a:ext cx="844906" cy="292608"/>
          </a:xfrm>
          <a:prstGeom prst="rect">
            <a:avLst/>
          </a:prstGeom>
          <a:solidFill>
            <a:srgbClr val="10233A"/>
          </a:solidFill>
          <a:ln/>
        </p:spPr>
      </p:sp>
      <p:sp>
        <p:nvSpPr>
          <p:cNvPr id="276" name="Text 274"/>
          <p:cNvSpPr txBox="1"/>
          <p:nvPr/>
        </p:nvSpPr>
        <p:spPr>
          <a:xfrm>
            <a:off x="340156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277" name="Shape 275"/>
          <p:cNvSpPr/>
          <p:nvPr/>
        </p:nvSpPr>
        <p:spPr>
          <a:xfrm>
            <a:off x="4182466" y="5349240"/>
            <a:ext cx="844906" cy="292608"/>
          </a:xfrm>
          <a:prstGeom prst="rect">
            <a:avLst/>
          </a:prstGeom>
          <a:solidFill>
            <a:srgbClr val="10233A"/>
          </a:solidFill>
          <a:ln/>
        </p:spPr>
      </p:sp>
      <p:sp>
        <p:nvSpPr>
          <p:cNvPr id="278" name="Text 276"/>
          <p:cNvSpPr txBox="1"/>
          <p:nvPr/>
        </p:nvSpPr>
        <p:spPr>
          <a:xfrm>
            <a:off x="4246474"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279" name="Shape 277"/>
          <p:cNvSpPr/>
          <p:nvPr/>
        </p:nvSpPr>
        <p:spPr>
          <a:xfrm>
            <a:off x="5027371" y="5349240"/>
            <a:ext cx="844906" cy="292608"/>
          </a:xfrm>
          <a:prstGeom prst="rect">
            <a:avLst/>
          </a:prstGeom>
          <a:solidFill>
            <a:srgbClr val="10233A"/>
          </a:solidFill>
          <a:ln/>
        </p:spPr>
      </p:sp>
      <p:sp>
        <p:nvSpPr>
          <p:cNvPr id="280" name="Text 278"/>
          <p:cNvSpPr txBox="1"/>
          <p:nvPr/>
        </p:nvSpPr>
        <p:spPr>
          <a:xfrm>
            <a:off x="5091379"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281" name="Shape 279"/>
          <p:cNvSpPr/>
          <p:nvPr/>
        </p:nvSpPr>
        <p:spPr>
          <a:xfrm>
            <a:off x="5872277" y="5349240"/>
            <a:ext cx="844906" cy="292608"/>
          </a:xfrm>
          <a:prstGeom prst="rect">
            <a:avLst/>
          </a:prstGeom>
          <a:solidFill>
            <a:srgbClr val="10233A"/>
          </a:solidFill>
          <a:ln/>
        </p:spPr>
      </p:sp>
      <p:sp>
        <p:nvSpPr>
          <p:cNvPr id="282" name="Text 280"/>
          <p:cNvSpPr txBox="1"/>
          <p:nvPr/>
        </p:nvSpPr>
        <p:spPr>
          <a:xfrm>
            <a:off x="5936285"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283" name="Shape 281"/>
          <p:cNvSpPr/>
          <p:nvPr/>
        </p:nvSpPr>
        <p:spPr>
          <a:xfrm>
            <a:off x="6717182" y="5349240"/>
            <a:ext cx="844906" cy="292608"/>
          </a:xfrm>
          <a:prstGeom prst="rect">
            <a:avLst/>
          </a:prstGeom>
          <a:solidFill>
            <a:srgbClr val="10233A"/>
          </a:solidFill>
          <a:ln/>
        </p:spPr>
      </p:sp>
      <p:sp>
        <p:nvSpPr>
          <p:cNvPr id="284" name="Text 282"/>
          <p:cNvSpPr txBox="1"/>
          <p:nvPr/>
        </p:nvSpPr>
        <p:spPr>
          <a:xfrm>
            <a:off x="6781190"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285" name="Shape 283"/>
          <p:cNvSpPr/>
          <p:nvPr/>
        </p:nvSpPr>
        <p:spPr>
          <a:xfrm>
            <a:off x="7562088" y="5349240"/>
            <a:ext cx="844906" cy="292608"/>
          </a:xfrm>
          <a:prstGeom prst="rect">
            <a:avLst/>
          </a:prstGeom>
          <a:solidFill>
            <a:srgbClr val="10233A"/>
          </a:solidFill>
          <a:ln/>
        </p:spPr>
      </p:sp>
      <p:sp>
        <p:nvSpPr>
          <p:cNvPr id="286" name="Text 284"/>
          <p:cNvSpPr txBox="1"/>
          <p:nvPr/>
        </p:nvSpPr>
        <p:spPr>
          <a:xfrm>
            <a:off x="7626096"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87" name="Shape 285"/>
          <p:cNvSpPr/>
          <p:nvPr/>
        </p:nvSpPr>
        <p:spPr>
          <a:xfrm>
            <a:off x="8406994" y="5349240"/>
            <a:ext cx="844906" cy="292608"/>
          </a:xfrm>
          <a:prstGeom prst="rect">
            <a:avLst/>
          </a:prstGeom>
          <a:solidFill>
            <a:srgbClr val="10233A"/>
          </a:solidFill>
          <a:ln/>
        </p:spPr>
      </p:sp>
      <p:sp>
        <p:nvSpPr>
          <p:cNvPr id="288" name="Text 286"/>
          <p:cNvSpPr txBox="1"/>
          <p:nvPr/>
        </p:nvSpPr>
        <p:spPr>
          <a:xfrm>
            <a:off x="8471002"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89" name="Shape 287"/>
          <p:cNvSpPr/>
          <p:nvPr/>
        </p:nvSpPr>
        <p:spPr>
          <a:xfrm>
            <a:off x="9251899" y="5349240"/>
            <a:ext cx="844906" cy="292608"/>
          </a:xfrm>
          <a:prstGeom prst="rect">
            <a:avLst/>
          </a:prstGeom>
          <a:solidFill>
            <a:srgbClr val="10233A"/>
          </a:solidFill>
          <a:ln/>
        </p:spPr>
      </p:sp>
      <p:sp>
        <p:nvSpPr>
          <p:cNvPr id="290" name="Text 288"/>
          <p:cNvSpPr txBox="1"/>
          <p:nvPr/>
        </p:nvSpPr>
        <p:spPr>
          <a:xfrm>
            <a:off x="9315907"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91" name="Shape 289"/>
          <p:cNvSpPr/>
          <p:nvPr/>
        </p:nvSpPr>
        <p:spPr>
          <a:xfrm>
            <a:off x="10096805" y="5349240"/>
            <a:ext cx="844906" cy="292608"/>
          </a:xfrm>
          <a:prstGeom prst="rect">
            <a:avLst/>
          </a:prstGeom>
          <a:solidFill>
            <a:srgbClr val="10233A"/>
          </a:solidFill>
          <a:ln/>
        </p:spPr>
      </p:sp>
      <p:sp>
        <p:nvSpPr>
          <p:cNvPr id="292" name="Text 290"/>
          <p:cNvSpPr txBox="1"/>
          <p:nvPr/>
        </p:nvSpPr>
        <p:spPr>
          <a:xfrm>
            <a:off x="10160813"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93" name="Shape 291"/>
          <p:cNvSpPr/>
          <p:nvPr/>
        </p:nvSpPr>
        <p:spPr>
          <a:xfrm>
            <a:off x="10941710" y="5349240"/>
            <a:ext cx="844906" cy="292608"/>
          </a:xfrm>
          <a:prstGeom prst="rect">
            <a:avLst/>
          </a:prstGeom>
          <a:solidFill>
            <a:srgbClr val="10233A"/>
          </a:solidFill>
          <a:ln/>
        </p:spPr>
      </p:sp>
      <p:sp>
        <p:nvSpPr>
          <p:cNvPr id="294" name="Text 292"/>
          <p:cNvSpPr txBox="1"/>
          <p:nvPr/>
        </p:nvSpPr>
        <p:spPr>
          <a:xfrm>
            <a:off x="1100571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5" name="Shape 293"/>
          <p:cNvSpPr/>
          <p:nvPr/>
        </p:nvSpPr>
        <p:spPr>
          <a:xfrm>
            <a:off x="411480" y="5641848"/>
            <a:ext cx="2926080" cy="224028"/>
          </a:xfrm>
          <a:prstGeom prst="rect">
            <a:avLst/>
          </a:prstGeom>
          <a:solidFill>
            <a:srgbClr val="FFFFFF"/>
          </a:solidFill>
          <a:ln w="6350">
            <a:solidFill>
              <a:srgbClr val="D3DCE5"/>
            </a:solidFill>
            <a:prstDash val="solid"/>
          </a:ln>
        </p:spPr>
      </p:sp>
      <p:sp>
        <p:nvSpPr>
          <p:cNvPr id="296" name="Text 294"/>
          <p:cNvSpPr txBox="1"/>
          <p:nvPr/>
        </p:nvSpPr>
        <p:spPr>
          <a:xfrm>
            <a:off x="475488" y="564184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7" name="Shape 295"/>
          <p:cNvSpPr/>
          <p:nvPr/>
        </p:nvSpPr>
        <p:spPr>
          <a:xfrm>
            <a:off x="3337560" y="5641848"/>
            <a:ext cx="844906" cy="224028"/>
          </a:xfrm>
          <a:prstGeom prst="rect">
            <a:avLst/>
          </a:prstGeom>
          <a:solidFill>
            <a:srgbClr val="FFFFFF"/>
          </a:solidFill>
          <a:ln w="6350">
            <a:solidFill>
              <a:srgbClr val="D3DCE5"/>
            </a:solidFill>
            <a:prstDash val="solid"/>
          </a:ln>
        </p:spPr>
      </p:sp>
      <p:sp>
        <p:nvSpPr>
          <p:cNvPr id="298" name="Text 296"/>
          <p:cNvSpPr txBox="1"/>
          <p:nvPr/>
        </p:nvSpPr>
        <p:spPr>
          <a:xfrm>
            <a:off x="340156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299" name="Shape 297"/>
          <p:cNvSpPr/>
          <p:nvPr/>
        </p:nvSpPr>
        <p:spPr>
          <a:xfrm>
            <a:off x="4182466" y="5641848"/>
            <a:ext cx="844906" cy="224028"/>
          </a:xfrm>
          <a:prstGeom prst="rect">
            <a:avLst/>
          </a:prstGeom>
          <a:solidFill>
            <a:srgbClr val="FFFFFF"/>
          </a:solidFill>
          <a:ln w="6350">
            <a:solidFill>
              <a:srgbClr val="D3DCE5"/>
            </a:solidFill>
            <a:prstDash val="solid"/>
          </a:ln>
        </p:spPr>
      </p:sp>
      <p:sp>
        <p:nvSpPr>
          <p:cNvPr id="300" name="Text 298"/>
          <p:cNvSpPr txBox="1"/>
          <p:nvPr/>
        </p:nvSpPr>
        <p:spPr>
          <a:xfrm>
            <a:off x="4246474"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1" name="Shape 299"/>
          <p:cNvSpPr/>
          <p:nvPr/>
        </p:nvSpPr>
        <p:spPr>
          <a:xfrm>
            <a:off x="5027371" y="5641848"/>
            <a:ext cx="844906" cy="224028"/>
          </a:xfrm>
          <a:prstGeom prst="rect">
            <a:avLst/>
          </a:prstGeom>
          <a:solidFill>
            <a:srgbClr val="FFFFFF"/>
          </a:solidFill>
          <a:ln w="6350">
            <a:solidFill>
              <a:srgbClr val="D3DCE5"/>
            </a:solidFill>
            <a:prstDash val="solid"/>
          </a:ln>
        </p:spPr>
      </p:sp>
      <p:sp>
        <p:nvSpPr>
          <p:cNvPr id="302" name="Text 300"/>
          <p:cNvSpPr txBox="1"/>
          <p:nvPr/>
        </p:nvSpPr>
        <p:spPr>
          <a:xfrm>
            <a:off x="5091379"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3" name="Shape 301"/>
          <p:cNvSpPr/>
          <p:nvPr/>
        </p:nvSpPr>
        <p:spPr>
          <a:xfrm>
            <a:off x="5872277" y="5641848"/>
            <a:ext cx="844906" cy="224028"/>
          </a:xfrm>
          <a:prstGeom prst="rect">
            <a:avLst/>
          </a:prstGeom>
          <a:solidFill>
            <a:srgbClr val="FFFFFF"/>
          </a:solidFill>
          <a:ln w="6350">
            <a:solidFill>
              <a:srgbClr val="D3DCE5"/>
            </a:solidFill>
            <a:prstDash val="solid"/>
          </a:ln>
        </p:spPr>
      </p:sp>
      <p:sp>
        <p:nvSpPr>
          <p:cNvPr id="304" name="Text 302"/>
          <p:cNvSpPr txBox="1"/>
          <p:nvPr/>
        </p:nvSpPr>
        <p:spPr>
          <a:xfrm>
            <a:off x="5936285"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5" name="Shape 303"/>
          <p:cNvSpPr/>
          <p:nvPr/>
        </p:nvSpPr>
        <p:spPr>
          <a:xfrm>
            <a:off x="6717182" y="5641848"/>
            <a:ext cx="844906" cy="224028"/>
          </a:xfrm>
          <a:prstGeom prst="rect">
            <a:avLst/>
          </a:prstGeom>
          <a:solidFill>
            <a:srgbClr val="FFFFFF"/>
          </a:solidFill>
          <a:ln w="6350">
            <a:solidFill>
              <a:srgbClr val="D3DCE5"/>
            </a:solidFill>
            <a:prstDash val="solid"/>
          </a:ln>
        </p:spPr>
      </p:sp>
      <p:sp>
        <p:nvSpPr>
          <p:cNvPr id="306" name="Text 304"/>
          <p:cNvSpPr txBox="1"/>
          <p:nvPr/>
        </p:nvSpPr>
        <p:spPr>
          <a:xfrm>
            <a:off x="6781190"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7" name="Shape 305"/>
          <p:cNvSpPr/>
          <p:nvPr/>
        </p:nvSpPr>
        <p:spPr>
          <a:xfrm>
            <a:off x="7562088" y="5641848"/>
            <a:ext cx="844906" cy="224028"/>
          </a:xfrm>
          <a:prstGeom prst="rect">
            <a:avLst/>
          </a:prstGeom>
          <a:solidFill>
            <a:srgbClr val="FFFFFF"/>
          </a:solidFill>
          <a:ln w="6350">
            <a:solidFill>
              <a:srgbClr val="D3DCE5"/>
            </a:solidFill>
            <a:prstDash val="solid"/>
          </a:ln>
        </p:spPr>
      </p:sp>
      <p:sp>
        <p:nvSpPr>
          <p:cNvPr id="308" name="Text 306"/>
          <p:cNvSpPr txBox="1"/>
          <p:nvPr/>
        </p:nvSpPr>
        <p:spPr>
          <a:xfrm>
            <a:off x="7626096"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9" name="Shape 307"/>
          <p:cNvSpPr/>
          <p:nvPr/>
        </p:nvSpPr>
        <p:spPr>
          <a:xfrm>
            <a:off x="8406994" y="5641848"/>
            <a:ext cx="844906" cy="224028"/>
          </a:xfrm>
          <a:prstGeom prst="rect">
            <a:avLst/>
          </a:prstGeom>
          <a:solidFill>
            <a:srgbClr val="FFFFFF"/>
          </a:solidFill>
          <a:ln w="6350">
            <a:solidFill>
              <a:srgbClr val="D3DCE5"/>
            </a:solidFill>
            <a:prstDash val="solid"/>
          </a:ln>
        </p:spPr>
      </p:sp>
      <p:sp>
        <p:nvSpPr>
          <p:cNvPr id="310" name="Text 308"/>
          <p:cNvSpPr txBox="1"/>
          <p:nvPr/>
        </p:nvSpPr>
        <p:spPr>
          <a:xfrm>
            <a:off x="8471002"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1" name="Shape 309"/>
          <p:cNvSpPr/>
          <p:nvPr/>
        </p:nvSpPr>
        <p:spPr>
          <a:xfrm>
            <a:off x="9251899" y="5641848"/>
            <a:ext cx="844906" cy="224028"/>
          </a:xfrm>
          <a:prstGeom prst="rect">
            <a:avLst/>
          </a:prstGeom>
          <a:solidFill>
            <a:srgbClr val="FFFFFF"/>
          </a:solidFill>
          <a:ln w="6350">
            <a:solidFill>
              <a:srgbClr val="D3DCE5"/>
            </a:solidFill>
            <a:prstDash val="solid"/>
          </a:ln>
        </p:spPr>
      </p:sp>
      <p:sp>
        <p:nvSpPr>
          <p:cNvPr id="312" name="Text 310"/>
          <p:cNvSpPr txBox="1"/>
          <p:nvPr/>
        </p:nvSpPr>
        <p:spPr>
          <a:xfrm>
            <a:off x="9315907"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3" name="Shape 311"/>
          <p:cNvSpPr/>
          <p:nvPr/>
        </p:nvSpPr>
        <p:spPr>
          <a:xfrm>
            <a:off x="10096805" y="5641848"/>
            <a:ext cx="844906" cy="224028"/>
          </a:xfrm>
          <a:prstGeom prst="rect">
            <a:avLst/>
          </a:prstGeom>
          <a:solidFill>
            <a:srgbClr val="FFFFFF"/>
          </a:solidFill>
          <a:ln w="6350">
            <a:solidFill>
              <a:srgbClr val="D3DCE5"/>
            </a:solidFill>
            <a:prstDash val="solid"/>
          </a:ln>
        </p:spPr>
      </p:sp>
      <p:sp>
        <p:nvSpPr>
          <p:cNvPr id="314" name="Text 312"/>
          <p:cNvSpPr txBox="1"/>
          <p:nvPr/>
        </p:nvSpPr>
        <p:spPr>
          <a:xfrm>
            <a:off x="10160813"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5" name="Shape 313"/>
          <p:cNvSpPr/>
          <p:nvPr/>
        </p:nvSpPr>
        <p:spPr>
          <a:xfrm>
            <a:off x="10941710" y="5641848"/>
            <a:ext cx="844906" cy="224028"/>
          </a:xfrm>
          <a:prstGeom prst="rect">
            <a:avLst/>
          </a:prstGeom>
          <a:solidFill>
            <a:srgbClr val="FFFFFF"/>
          </a:solidFill>
          <a:ln w="6350">
            <a:solidFill>
              <a:srgbClr val="D3DCE5"/>
            </a:solidFill>
            <a:prstDash val="solid"/>
          </a:ln>
        </p:spPr>
      </p:sp>
      <p:sp>
        <p:nvSpPr>
          <p:cNvPr id="316" name="Text 314"/>
          <p:cNvSpPr txBox="1"/>
          <p:nvPr/>
        </p:nvSpPr>
        <p:spPr>
          <a:xfrm>
            <a:off x="1100571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7" name="Shape 315"/>
          <p:cNvSpPr/>
          <p:nvPr/>
        </p:nvSpPr>
        <p:spPr>
          <a:xfrm>
            <a:off x="411480" y="5865876"/>
            <a:ext cx="2926080" cy="224028"/>
          </a:xfrm>
          <a:prstGeom prst="rect">
            <a:avLst/>
          </a:prstGeom>
          <a:solidFill>
            <a:srgbClr val="F7F9FB"/>
          </a:solidFill>
          <a:ln w="6350">
            <a:solidFill>
              <a:srgbClr val="D3DCE5"/>
            </a:solidFill>
            <a:prstDash val="solid"/>
          </a:ln>
        </p:spPr>
      </p:sp>
      <p:sp>
        <p:nvSpPr>
          <p:cNvPr id="318" name="Text 316"/>
          <p:cNvSpPr txBox="1"/>
          <p:nvPr/>
        </p:nvSpPr>
        <p:spPr>
          <a:xfrm>
            <a:off x="475488" y="586587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19" name="Shape 317"/>
          <p:cNvSpPr/>
          <p:nvPr/>
        </p:nvSpPr>
        <p:spPr>
          <a:xfrm>
            <a:off x="3337560" y="5865876"/>
            <a:ext cx="844906" cy="224028"/>
          </a:xfrm>
          <a:prstGeom prst="rect">
            <a:avLst/>
          </a:prstGeom>
          <a:solidFill>
            <a:srgbClr val="F7F9FB"/>
          </a:solidFill>
          <a:ln w="6350">
            <a:solidFill>
              <a:srgbClr val="D3DCE5"/>
            </a:solidFill>
            <a:prstDash val="solid"/>
          </a:ln>
        </p:spPr>
      </p:sp>
      <p:sp>
        <p:nvSpPr>
          <p:cNvPr id="320" name="Text 318"/>
          <p:cNvSpPr txBox="1"/>
          <p:nvPr/>
        </p:nvSpPr>
        <p:spPr>
          <a:xfrm>
            <a:off x="340156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1" name="Shape 319"/>
          <p:cNvSpPr/>
          <p:nvPr/>
        </p:nvSpPr>
        <p:spPr>
          <a:xfrm>
            <a:off x="4182466" y="5865876"/>
            <a:ext cx="844906" cy="224028"/>
          </a:xfrm>
          <a:prstGeom prst="rect">
            <a:avLst/>
          </a:prstGeom>
          <a:solidFill>
            <a:srgbClr val="F7F9FB"/>
          </a:solidFill>
          <a:ln w="6350">
            <a:solidFill>
              <a:srgbClr val="D3DCE5"/>
            </a:solidFill>
            <a:prstDash val="solid"/>
          </a:ln>
        </p:spPr>
      </p:sp>
      <p:sp>
        <p:nvSpPr>
          <p:cNvPr id="322" name="Text 320"/>
          <p:cNvSpPr txBox="1"/>
          <p:nvPr/>
        </p:nvSpPr>
        <p:spPr>
          <a:xfrm>
            <a:off x="4246474"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3" name="Shape 321"/>
          <p:cNvSpPr/>
          <p:nvPr/>
        </p:nvSpPr>
        <p:spPr>
          <a:xfrm>
            <a:off x="5027371" y="5865876"/>
            <a:ext cx="844906" cy="224028"/>
          </a:xfrm>
          <a:prstGeom prst="rect">
            <a:avLst/>
          </a:prstGeom>
          <a:solidFill>
            <a:srgbClr val="F7F9FB"/>
          </a:solidFill>
          <a:ln w="6350">
            <a:solidFill>
              <a:srgbClr val="D3DCE5"/>
            </a:solidFill>
            <a:prstDash val="solid"/>
          </a:ln>
        </p:spPr>
      </p:sp>
      <p:sp>
        <p:nvSpPr>
          <p:cNvPr id="324" name="Text 322"/>
          <p:cNvSpPr txBox="1"/>
          <p:nvPr/>
        </p:nvSpPr>
        <p:spPr>
          <a:xfrm>
            <a:off x="5091379"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5" name="Shape 323"/>
          <p:cNvSpPr/>
          <p:nvPr/>
        </p:nvSpPr>
        <p:spPr>
          <a:xfrm>
            <a:off x="5872277" y="5865876"/>
            <a:ext cx="844906" cy="224028"/>
          </a:xfrm>
          <a:prstGeom prst="rect">
            <a:avLst/>
          </a:prstGeom>
          <a:solidFill>
            <a:srgbClr val="F7F9FB"/>
          </a:solidFill>
          <a:ln w="6350">
            <a:solidFill>
              <a:srgbClr val="D3DCE5"/>
            </a:solidFill>
            <a:prstDash val="solid"/>
          </a:ln>
        </p:spPr>
      </p:sp>
      <p:sp>
        <p:nvSpPr>
          <p:cNvPr id="326" name="Text 324"/>
          <p:cNvSpPr txBox="1"/>
          <p:nvPr/>
        </p:nvSpPr>
        <p:spPr>
          <a:xfrm>
            <a:off x="5936285"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7" name="Shape 325"/>
          <p:cNvSpPr/>
          <p:nvPr/>
        </p:nvSpPr>
        <p:spPr>
          <a:xfrm>
            <a:off x="6717182" y="5865876"/>
            <a:ext cx="844906" cy="224028"/>
          </a:xfrm>
          <a:prstGeom prst="rect">
            <a:avLst/>
          </a:prstGeom>
          <a:solidFill>
            <a:srgbClr val="F7F9FB"/>
          </a:solidFill>
          <a:ln w="6350">
            <a:solidFill>
              <a:srgbClr val="D3DCE5"/>
            </a:solidFill>
            <a:prstDash val="solid"/>
          </a:ln>
        </p:spPr>
      </p:sp>
      <p:sp>
        <p:nvSpPr>
          <p:cNvPr id="328" name="Text 326"/>
          <p:cNvSpPr txBox="1"/>
          <p:nvPr/>
        </p:nvSpPr>
        <p:spPr>
          <a:xfrm>
            <a:off x="6781190"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9" name="Shape 327"/>
          <p:cNvSpPr/>
          <p:nvPr/>
        </p:nvSpPr>
        <p:spPr>
          <a:xfrm>
            <a:off x="7562088" y="5865876"/>
            <a:ext cx="844906" cy="224028"/>
          </a:xfrm>
          <a:prstGeom prst="rect">
            <a:avLst/>
          </a:prstGeom>
          <a:solidFill>
            <a:srgbClr val="F7F9FB"/>
          </a:solidFill>
          <a:ln w="6350">
            <a:solidFill>
              <a:srgbClr val="D3DCE5"/>
            </a:solidFill>
            <a:prstDash val="solid"/>
          </a:ln>
        </p:spPr>
      </p:sp>
      <p:sp>
        <p:nvSpPr>
          <p:cNvPr id="330" name="Text 328"/>
          <p:cNvSpPr txBox="1"/>
          <p:nvPr/>
        </p:nvSpPr>
        <p:spPr>
          <a:xfrm>
            <a:off x="7626096"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1" name="Shape 329"/>
          <p:cNvSpPr/>
          <p:nvPr/>
        </p:nvSpPr>
        <p:spPr>
          <a:xfrm>
            <a:off x="8406994" y="5865876"/>
            <a:ext cx="844906" cy="224028"/>
          </a:xfrm>
          <a:prstGeom prst="rect">
            <a:avLst/>
          </a:prstGeom>
          <a:solidFill>
            <a:srgbClr val="F7F9FB"/>
          </a:solidFill>
          <a:ln w="6350">
            <a:solidFill>
              <a:srgbClr val="D3DCE5"/>
            </a:solidFill>
            <a:prstDash val="solid"/>
          </a:ln>
        </p:spPr>
      </p:sp>
      <p:sp>
        <p:nvSpPr>
          <p:cNvPr id="332" name="Text 330"/>
          <p:cNvSpPr txBox="1"/>
          <p:nvPr/>
        </p:nvSpPr>
        <p:spPr>
          <a:xfrm>
            <a:off x="8471002"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3" name="Shape 331"/>
          <p:cNvSpPr/>
          <p:nvPr/>
        </p:nvSpPr>
        <p:spPr>
          <a:xfrm>
            <a:off x="9251899" y="5865876"/>
            <a:ext cx="844906" cy="224028"/>
          </a:xfrm>
          <a:prstGeom prst="rect">
            <a:avLst/>
          </a:prstGeom>
          <a:solidFill>
            <a:srgbClr val="F7F9FB"/>
          </a:solidFill>
          <a:ln w="6350">
            <a:solidFill>
              <a:srgbClr val="D3DCE5"/>
            </a:solidFill>
            <a:prstDash val="solid"/>
          </a:ln>
        </p:spPr>
      </p:sp>
      <p:sp>
        <p:nvSpPr>
          <p:cNvPr id="334" name="Text 332"/>
          <p:cNvSpPr txBox="1"/>
          <p:nvPr/>
        </p:nvSpPr>
        <p:spPr>
          <a:xfrm>
            <a:off x="9315907"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5" name="Shape 333"/>
          <p:cNvSpPr/>
          <p:nvPr/>
        </p:nvSpPr>
        <p:spPr>
          <a:xfrm>
            <a:off x="10096805" y="5865876"/>
            <a:ext cx="844906" cy="224028"/>
          </a:xfrm>
          <a:prstGeom prst="rect">
            <a:avLst/>
          </a:prstGeom>
          <a:solidFill>
            <a:srgbClr val="F7F9FB"/>
          </a:solidFill>
          <a:ln w="6350">
            <a:solidFill>
              <a:srgbClr val="D3DCE5"/>
            </a:solidFill>
            <a:prstDash val="solid"/>
          </a:ln>
        </p:spPr>
      </p:sp>
      <p:sp>
        <p:nvSpPr>
          <p:cNvPr id="336" name="Text 334"/>
          <p:cNvSpPr txBox="1"/>
          <p:nvPr/>
        </p:nvSpPr>
        <p:spPr>
          <a:xfrm>
            <a:off x="10160813"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7" name="Shape 335"/>
          <p:cNvSpPr/>
          <p:nvPr/>
        </p:nvSpPr>
        <p:spPr>
          <a:xfrm>
            <a:off x="10941710" y="5865876"/>
            <a:ext cx="844906" cy="224028"/>
          </a:xfrm>
          <a:prstGeom prst="rect">
            <a:avLst/>
          </a:prstGeom>
          <a:solidFill>
            <a:srgbClr val="F7F9FB"/>
          </a:solidFill>
          <a:ln w="6350">
            <a:solidFill>
              <a:srgbClr val="D3DCE5"/>
            </a:solidFill>
            <a:prstDash val="solid"/>
          </a:ln>
        </p:spPr>
      </p:sp>
      <p:sp>
        <p:nvSpPr>
          <p:cNvPr id="338" name="Text 336"/>
          <p:cNvSpPr txBox="1"/>
          <p:nvPr/>
        </p:nvSpPr>
        <p:spPr>
          <a:xfrm>
            <a:off x="1100571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9" name="Shape 337"/>
          <p:cNvSpPr/>
          <p:nvPr/>
        </p:nvSpPr>
        <p:spPr>
          <a:xfrm>
            <a:off x="411480" y="6089904"/>
            <a:ext cx="2926080" cy="224028"/>
          </a:xfrm>
          <a:prstGeom prst="rect">
            <a:avLst/>
          </a:prstGeom>
          <a:solidFill>
            <a:srgbClr val="FFFFFF"/>
          </a:solidFill>
          <a:ln w="6350">
            <a:solidFill>
              <a:srgbClr val="D3DCE5"/>
            </a:solidFill>
            <a:prstDash val="solid"/>
          </a:ln>
        </p:spPr>
      </p:sp>
      <p:sp>
        <p:nvSpPr>
          <p:cNvPr id="340" name="Text 338"/>
          <p:cNvSpPr txBox="1"/>
          <p:nvPr/>
        </p:nvSpPr>
        <p:spPr>
          <a:xfrm>
            <a:off x="475488" y="608990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1" name="Shape 339"/>
          <p:cNvSpPr/>
          <p:nvPr/>
        </p:nvSpPr>
        <p:spPr>
          <a:xfrm>
            <a:off x="3337560" y="6089904"/>
            <a:ext cx="844906" cy="224028"/>
          </a:xfrm>
          <a:prstGeom prst="rect">
            <a:avLst/>
          </a:prstGeom>
          <a:solidFill>
            <a:srgbClr val="FFFFFF"/>
          </a:solidFill>
          <a:ln w="6350">
            <a:solidFill>
              <a:srgbClr val="D3DCE5"/>
            </a:solidFill>
            <a:prstDash val="solid"/>
          </a:ln>
        </p:spPr>
      </p:sp>
      <p:sp>
        <p:nvSpPr>
          <p:cNvPr id="342" name="Text 340"/>
          <p:cNvSpPr txBox="1"/>
          <p:nvPr/>
        </p:nvSpPr>
        <p:spPr>
          <a:xfrm>
            <a:off x="340156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3" name="Shape 341"/>
          <p:cNvSpPr/>
          <p:nvPr/>
        </p:nvSpPr>
        <p:spPr>
          <a:xfrm>
            <a:off x="4182466" y="6089904"/>
            <a:ext cx="844906" cy="224028"/>
          </a:xfrm>
          <a:prstGeom prst="rect">
            <a:avLst/>
          </a:prstGeom>
          <a:solidFill>
            <a:srgbClr val="FFFFFF"/>
          </a:solidFill>
          <a:ln w="6350">
            <a:solidFill>
              <a:srgbClr val="D3DCE5"/>
            </a:solidFill>
            <a:prstDash val="solid"/>
          </a:ln>
        </p:spPr>
      </p:sp>
      <p:sp>
        <p:nvSpPr>
          <p:cNvPr id="344" name="Text 342"/>
          <p:cNvSpPr txBox="1"/>
          <p:nvPr/>
        </p:nvSpPr>
        <p:spPr>
          <a:xfrm>
            <a:off x="4246474"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5" name="Shape 343"/>
          <p:cNvSpPr/>
          <p:nvPr/>
        </p:nvSpPr>
        <p:spPr>
          <a:xfrm>
            <a:off x="5027371" y="6089904"/>
            <a:ext cx="844906" cy="224028"/>
          </a:xfrm>
          <a:prstGeom prst="rect">
            <a:avLst/>
          </a:prstGeom>
          <a:solidFill>
            <a:srgbClr val="FFFFFF"/>
          </a:solidFill>
          <a:ln w="6350">
            <a:solidFill>
              <a:srgbClr val="D3DCE5"/>
            </a:solidFill>
            <a:prstDash val="solid"/>
          </a:ln>
        </p:spPr>
      </p:sp>
      <p:sp>
        <p:nvSpPr>
          <p:cNvPr id="346" name="Text 344"/>
          <p:cNvSpPr txBox="1"/>
          <p:nvPr/>
        </p:nvSpPr>
        <p:spPr>
          <a:xfrm>
            <a:off x="5091379"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7" name="Shape 345"/>
          <p:cNvSpPr/>
          <p:nvPr/>
        </p:nvSpPr>
        <p:spPr>
          <a:xfrm>
            <a:off x="5872277" y="6089904"/>
            <a:ext cx="844906" cy="224028"/>
          </a:xfrm>
          <a:prstGeom prst="rect">
            <a:avLst/>
          </a:prstGeom>
          <a:solidFill>
            <a:srgbClr val="FFFFFF"/>
          </a:solidFill>
          <a:ln w="6350">
            <a:solidFill>
              <a:srgbClr val="D3DCE5"/>
            </a:solidFill>
            <a:prstDash val="solid"/>
          </a:ln>
        </p:spPr>
      </p:sp>
      <p:sp>
        <p:nvSpPr>
          <p:cNvPr id="348" name="Text 346"/>
          <p:cNvSpPr txBox="1"/>
          <p:nvPr/>
        </p:nvSpPr>
        <p:spPr>
          <a:xfrm>
            <a:off x="5936285"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49" name="Shape 347"/>
          <p:cNvSpPr/>
          <p:nvPr/>
        </p:nvSpPr>
        <p:spPr>
          <a:xfrm>
            <a:off x="6717182" y="6089904"/>
            <a:ext cx="844906" cy="224028"/>
          </a:xfrm>
          <a:prstGeom prst="rect">
            <a:avLst/>
          </a:prstGeom>
          <a:solidFill>
            <a:srgbClr val="FFFFFF"/>
          </a:solidFill>
          <a:ln w="6350">
            <a:solidFill>
              <a:srgbClr val="D3DCE5"/>
            </a:solidFill>
            <a:prstDash val="solid"/>
          </a:ln>
        </p:spPr>
      </p:sp>
      <p:sp>
        <p:nvSpPr>
          <p:cNvPr id="350" name="Text 348"/>
          <p:cNvSpPr txBox="1"/>
          <p:nvPr/>
        </p:nvSpPr>
        <p:spPr>
          <a:xfrm>
            <a:off x="6781190"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1" name="Shape 349"/>
          <p:cNvSpPr/>
          <p:nvPr/>
        </p:nvSpPr>
        <p:spPr>
          <a:xfrm>
            <a:off x="7562088" y="6089904"/>
            <a:ext cx="844906" cy="224028"/>
          </a:xfrm>
          <a:prstGeom prst="rect">
            <a:avLst/>
          </a:prstGeom>
          <a:solidFill>
            <a:srgbClr val="FFFFFF"/>
          </a:solidFill>
          <a:ln w="6350">
            <a:solidFill>
              <a:srgbClr val="D3DCE5"/>
            </a:solidFill>
            <a:prstDash val="solid"/>
          </a:ln>
        </p:spPr>
      </p:sp>
      <p:sp>
        <p:nvSpPr>
          <p:cNvPr id="352" name="Text 350"/>
          <p:cNvSpPr txBox="1"/>
          <p:nvPr/>
        </p:nvSpPr>
        <p:spPr>
          <a:xfrm>
            <a:off x="7626096"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3" name="Shape 351"/>
          <p:cNvSpPr/>
          <p:nvPr/>
        </p:nvSpPr>
        <p:spPr>
          <a:xfrm>
            <a:off x="8406994" y="6089904"/>
            <a:ext cx="844906" cy="224028"/>
          </a:xfrm>
          <a:prstGeom prst="rect">
            <a:avLst/>
          </a:prstGeom>
          <a:solidFill>
            <a:srgbClr val="FFFFFF"/>
          </a:solidFill>
          <a:ln w="6350">
            <a:solidFill>
              <a:srgbClr val="D3DCE5"/>
            </a:solidFill>
            <a:prstDash val="solid"/>
          </a:ln>
        </p:spPr>
      </p:sp>
      <p:sp>
        <p:nvSpPr>
          <p:cNvPr id="354" name="Text 352"/>
          <p:cNvSpPr txBox="1"/>
          <p:nvPr/>
        </p:nvSpPr>
        <p:spPr>
          <a:xfrm>
            <a:off x="8471002"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5" name="Shape 353"/>
          <p:cNvSpPr/>
          <p:nvPr/>
        </p:nvSpPr>
        <p:spPr>
          <a:xfrm>
            <a:off x="9251899" y="6089904"/>
            <a:ext cx="844906" cy="224028"/>
          </a:xfrm>
          <a:prstGeom prst="rect">
            <a:avLst/>
          </a:prstGeom>
          <a:solidFill>
            <a:srgbClr val="FFFFFF"/>
          </a:solidFill>
          <a:ln w="6350">
            <a:solidFill>
              <a:srgbClr val="D3DCE5"/>
            </a:solidFill>
            <a:prstDash val="solid"/>
          </a:ln>
        </p:spPr>
      </p:sp>
      <p:sp>
        <p:nvSpPr>
          <p:cNvPr id="356" name="Text 354"/>
          <p:cNvSpPr txBox="1"/>
          <p:nvPr/>
        </p:nvSpPr>
        <p:spPr>
          <a:xfrm>
            <a:off x="9315907"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7" name="Shape 355"/>
          <p:cNvSpPr/>
          <p:nvPr/>
        </p:nvSpPr>
        <p:spPr>
          <a:xfrm>
            <a:off x="10096805" y="6089904"/>
            <a:ext cx="844906" cy="224028"/>
          </a:xfrm>
          <a:prstGeom prst="rect">
            <a:avLst/>
          </a:prstGeom>
          <a:solidFill>
            <a:srgbClr val="FFFFFF"/>
          </a:solidFill>
          <a:ln w="6350">
            <a:solidFill>
              <a:srgbClr val="D3DCE5"/>
            </a:solidFill>
            <a:prstDash val="solid"/>
          </a:ln>
        </p:spPr>
      </p:sp>
      <p:sp>
        <p:nvSpPr>
          <p:cNvPr id="358" name="Text 356"/>
          <p:cNvSpPr txBox="1"/>
          <p:nvPr/>
        </p:nvSpPr>
        <p:spPr>
          <a:xfrm>
            <a:off x="10160813"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9" name="Shape 357"/>
          <p:cNvSpPr/>
          <p:nvPr/>
        </p:nvSpPr>
        <p:spPr>
          <a:xfrm>
            <a:off x="10941710" y="6089904"/>
            <a:ext cx="844906" cy="224028"/>
          </a:xfrm>
          <a:prstGeom prst="rect">
            <a:avLst/>
          </a:prstGeom>
          <a:solidFill>
            <a:srgbClr val="FFFFFF"/>
          </a:solidFill>
          <a:ln w="6350">
            <a:solidFill>
              <a:srgbClr val="D3DCE5"/>
            </a:solidFill>
            <a:prstDash val="solid"/>
          </a:ln>
        </p:spPr>
      </p:sp>
      <p:sp>
        <p:nvSpPr>
          <p:cNvPr id="360" name="Text 358"/>
          <p:cNvSpPr txBox="1"/>
          <p:nvPr/>
        </p:nvSpPr>
        <p:spPr>
          <a:xfrm>
            <a:off x="1100571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1" name="Shape 359"/>
          <p:cNvSpPr/>
          <p:nvPr/>
        </p:nvSpPr>
        <p:spPr>
          <a:xfrm>
            <a:off x="411480" y="6313932"/>
            <a:ext cx="2926080" cy="224028"/>
          </a:xfrm>
          <a:prstGeom prst="rect">
            <a:avLst/>
          </a:prstGeom>
          <a:solidFill>
            <a:srgbClr val="F7F9FB"/>
          </a:solidFill>
          <a:ln w="6350">
            <a:solidFill>
              <a:srgbClr val="D3DCE5"/>
            </a:solidFill>
            <a:prstDash val="solid"/>
          </a:ln>
        </p:spPr>
      </p:sp>
      <p:sp>
        <p:nvSpPr>
          <p:cNvPr id="362" name="Text 360"/>
          <p:cNvSpPr txBox="1"/>
          <p:nvPr/>
        </p:nvSpPr>
        <p:spPr>
          <a:xfrm>
            <a:off x="475488" y="631393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3" name="Shape 361"/>
          <p:cNvSpPr/>
          <p:nvPr/>
        </p:nvSpPr>
        <p:spPr>
          <a:xfrm>
            <a:off x="3337560" y="6313932"/>
            <a:ext cx="844906" cy="224028"/>
          </a:xfrm>
          <a:prstGeom prst="rect">
            <a:avLst/>
          </a:prstGeom>
          <a:solidFill>
            <a:srgbClr val="F7F9FB"/>
          </a:solidFill>
          <a:ln w="6350">
            <a:solidFill>
              <a:srgbClr val="D3DCE5"/>
            </a:solidFill>
            <a:prstDash val="solid"/>
          </a:ln>
        </p:spPr>
      </p:sp>
      <p:sp>
        <p:nvSpPr>
          <p:cNvPr id="364" name="Text 362"/>
          <p:cNvSpPr txBox="1"/>
          <p:nvPr/>
        </p:nvSpPr>
        <p:spPr>
          <a:xfrm>
            <a:off x="340156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5" name="Shape 363"/>
          <p:cNvSpPr/>
          <p:nvPr/>
        </p:nvSpPr>
        <p:spPr>
          <a:xfrm>
            <a:off x="4182466" y="6313932"/>
            <a:ext cx="844906" cy="224028"/>
          </a:xfrm>
          <a:prstGeom prst="rect">
            <a:avLst/>
          </a:prstGeom>
          <a:solidFill>
            <a:srgbClr val="F7F9FB"/>
          </a:solidFill>
          <a:ln w="6350">
            <a:solidFill>
              <a:srgbClr val="D3DCE5"/>
            </a:solidFill>
            <a:prstDash val="solid"/>
          </a:ln>
        </p:spPr>
      </p:sp>
      <p:sp>
        <p:nvSpPr>
          <p:cNvPr id="366" name="Text 364"/>
          <p:cNvSpPr txBox="1"/>
          <p:nvPr/>
        </p:nvSpPr>
        <p:spPr>
          <a:xfrm>
            <a:off x="4246474"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7" name="Shape 365"/>
          <p:cNvSpPr/>
          <p:nvPr/>
        </p:nvSpPr>
        <p:spPr>
          <a:xfrm>
            <a:off x="5027371" y="6313932"/>
            <a:ext cx="844906" cy="224028"/>
          </a:xfrm>
          <a:prstGeom prst="rect">
            <a:avLst/>
          </a:prstGeom>
          <a:solidFill>
            <a:srgbClr val="F7F9FB"/>
          </a:solidFill>
          <a:ln w="6350">
            <a:solidFill>
              <a:srgbClr val="D3DCE5"/>
            </a:solidFill>
            <a:prstDash val="solid"/>
          </a:ln>
        </p:spPr>
      </p:sp>
      <p:sp>
        <p:nvSpPr>
          <p:cNvPr id="368" name="Text 366"/>
          <p:cNvSpPr txBox="1"/>
          <p:nvPr/>
        </p:nvSpPr>
        <p:spPr>
          <a:xfrm>
            <a:off x="5091379"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9" name="Shape 367"/>
          <p:cNvSpPr/>
          <p:nvPr/>
        </p:nvSpPr>
        <p:spPr>
          <a:xfrm>
            <a:off x="5872277" y="6313932"/>
            <a:ext cx="844906" cy="224028"/>
          </a:xfrm>
          <a:prstGeom prst="rect">
            <a:avLst/>
          </a:prstGeom>
          <a:solidFill>
            <a:srgbClr val="F7F9FB"/>
          </a:solidFill>
          <a:ln w="6350">
            <a:solidFill>
              <a:srgbClr val="D3DCE5"/>
            </a:solidFill>
            <a:prstDash val="solid"/>
          </a:ln>
        </p:spPr>
      </p:sp>
      <p:sp>
        <p:nvSpPr>
          <p:cNvPr id="370" name="Text 368"/>
          <p:cNvSpPr txBox="1"/>
          <p:nvPr/>
        </p:nvSpPr>
        <p:spPr>
          <a:xfrm>
            <a:off x="5936285"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1" name="Shape 369"/>
          <p:cNvSpPr/>
          <p:nvPr/>
        </p:nvSpPr>
        <p:spPr>
          <a:xfrm>
            <a:off x="6717182" y="6313932"/>
            <a:ext cx="844906" cy="224028"/>
          </a:xfrm>
          <a:prstGeom prst="rect">
            <a:avLst/>
          </a:prstGeom>
          <a:solidFill>
            <a:srgbClr val="F7F9FB"/>
          </a:solidFill>
          <a:ln w="6350">
            <a:solidFill>
              <a:srgbClr val="D3DCE5"/>
            </a:solidFill>
            <a:prstDash val="solid"/>
          </a:ln>
        </p:spPr>
      </p:sp>
      <p:sp>
        <p:nvSpPr>
          <p:cNvPr id="372" name="Text 370"/>
          <p:cNvSpPr txBox="1"/>
          <p:nvPr/>
        </p:nvSpPr>
        <p:spPr>
          <a:xfrm>
            <a:off x="6781190"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3" name="Shape 371"/>
          <p:cNvSpPr/>
          <p:nvPr/>
        </p:nvSpPr>
        <p:spPr>
          <a:xfrm>
            <a:off x="7562088" y="6313932"/>
            <a:ext cx="844906" cy="224028"/>
          </a:xfrm>
          <a:prstGeom prst="rect">
            <a:avLst/>
          </a:prstGeom>
          <a:solidFill>
            <a:srgbClr val="F7F9FB"/>
          </a:solidFill>
          <a:ln w="6350">
            <a:solidFill>
              <a:srgbClr val="D3DCE5"/>
            </a:solidFill>
            <a:prstDash val="solid"/>
          </a:ln>
        </p:spPr>
      </p:sp>
      <p:sp>
        <p:nvSpPr>
          <p:cNvPr id="374" name="Text 372"/>
          <p:cNvSpPr txBox="1"/>
          <p:nvPr/>
        </p:nvSpPr>
        <p:spPr>
          <a:xfrm>
            <a:off x="7626096"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5" name="Shape 373"/>
          <p:cNvSpPr/>
          <p:nvPr/>
        </p:nvSpPr>
        <p:spPr>
          <a:xfrm>
            <a:off x="8406994" y="6313932"/>
            <a:ext cx="844906" cy="224028"/>
          </a:xfrm>
          <a:prstGeom prst="rect">
            <a:avLst/>
          </a:prstGeom>
          <a:solidFill>
            <a:srgbClr val="F7F9FB"/>
          </a:solidFill>
          <a:ln w="6350">
            <a:solidFill>
              <a:srgbClr val="D3DCE5"/>
            </a:solidFill>
            <a:prstDash val="solid"/>
          </a:ln>
        </p:spPr>
      </p:sp>
      <p:sp>
        <p:nvSpPr>
          <p:cNvPr id="376" name="Text 374"/>
          <p:cNvSpPr txBox="1"/>
          <p:nvPr/>
        </p:nvSpPr>
        <p:spPr>
          <a:xfrm>
            <a:off x="8471002"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7" name="Shape 375"/>
          <p:cNvSpPr/>
          <p:nvPr/>
        </p:nvSpPr>
        <p:spPr>
          <a:xfrm>
            <a:off x="9251899" y="6313932"/>
            <a:ext cx="844906" cy="224028"/>
          </a:xfrm>
          <a:prstGeom prst="rect">
            <a:avLst/>
          </a:prstGeom>
          <a:solidFill>
            <a:srgbClr val="F7F9FB"/>
          </a:solidFill>
          <a:ln w="6350">
            <a:solidFill>
              <a:srgbClr val="D3DCE5"/>
            </a:solidFill>
            <a:prstDash val="solid"/>
          </a:ln>
        </p:spPr>
      </p:sp>
      <p:sp>
        <p:nvSpPr>
          <p:cNvPr id="378" name="Text 376"/>
          <p:cNvSpPr txBox="1"/>
          <p:nvPr/>
        </p:nvSpPr>
        <p:spPr>
          <a:xfrm>
            <a:off x="9315907"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79" name="Shape 377"/>
          <p:cNvSpPr/>
          <p:nvPr/>
        </p:nvSpPr>
        <p:spPr>
          <a:xfrm>
            <a:off x="10096805" y="6313932"/>
            <a:ext cx="844906" cy="224028"/>
          </a:xfrm>
          <a:prstGeom prst="rect">
            <a:avLst/>
          </a:prstGeom>
          <a:solidFill>
            <a:srgbClr val="F7F9FB"/>
          </a:solidFill>
          <a:ln w="6350">
            <a:solidFill>
              <a:srgbClr val="D3DCE5"/>
            </a:solidFill>
            <a:prstDash val="solid"/>
          </a:ln>
        </p:spPr>
      </p:sp>
      <p:sp>
        <p:nvSpPr>
          <p:cNvPr id="380" name="Text 378"/>
          <p:cNvSpPr txBox="1"/>
          <p:nvPr/>
        </p:nvSpPr>
        <p:spPr>
          <a:xfrm>
            <a:off x="10160813"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1" name="Shape 379"/>
          <p:cNvSpPr/>
          <p:nvPr/>
        </p:nvSpPr>
        <p:spPr>
          <a:xfrm>
            <a:off x="10941710" y="6313932"/>
            <a:ext cx="844906" cy="224028"/>
          </a:xfrm>
          <a:prstGeom prst="rect">
            <a:avLst/>
          </a:prstGeom>
          <a:solidFill>
            <a:srgbClr val="F7F9FB"/>
          </a:solidFill>
          <a:ln w="6350">
            <a:solidFill>
              <a:srgbClr val="D3DCE5"/>
            </a:solidFill>
            <a:prstDash val="solid"/>
          </a:ln>
        </p:spPr>
      </p:sp>
      <p:sp>
        <p:nvSpPr>
          <p:cNvPr id="382" name="Text 380"/>
          <p:cNvSpPr txBox="1"/>
          <p:nvPr/>
        </p:nvSpPr>
        <p:spPr>
          <a:xfrm>
            <a:off x="1100571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3" name="Shape 381"/>
          <p:cNvSpPr/>
          <p:nvPr/>
        </p:nvSpPr>
        <p:spPr>
          <a:xfrm>
            <a:off x="411480" y="6537960"/>
            <a:ext cx="2926080" cy="224028"/>
          </a:xfrm>
          <a:prstGeom prst="rect">
            <a:avLst/>
          </a:prstGeom>
          <a:solidFill>
            <a:srgbClr val="FFFFFF"/>
          </a:solidFill>
          <a:ln w="6350">
            <a:solidFill>
              <a:srgbClr val="D3DCE5"/>
            </a:solidFill>
            <a:prstDash val="solid"/>
          </a:ln>
        </p:spPr>
      </p:sp>
      <p:sp>
        <p:nvSpPr>
          <p:cNvPr id="384" name="Text 382"/>
          <p:cNvSpPr txBox="1"/>
          <p:nvPr/>
        </p:nvSpPr>
        <p:spPr>
          <a:xfrm>
            <a:off x="475488" y="653796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5" name="Shape 383"/>
          <p:cNvSpPr/>
          <p:nvPr/>
        </p:nvSpPr>
        <p:spPr>
          <a:xfrm>
            <a:off x="3337560" y="6537960"/>
            <a:ext cx="844906" cy="224028"/>
          </a:xfrm>
          <a:prstGeom prst="rect">
            <a:avLst/>
          </a:prstGeom>
          <a:solidFill>
            <a:srgbClr val="FFFFFF"/>
          </a:solidFill>
          <a:ln w="6350">
            <a:solidFill>
              <a:srgbClr val="D3DCE5"/>
            </a:solidFill>
            <a:prstDash val="solid"/>
          </a:ln>
        </p:spPr>
      </p:sp>
      <p:sp>
        <p:nvSpPr>
          <p:cNvPr id="386" name="Text 384"/>
          <p:cNvSpPr txBox="1"/>
          <p:nvPr/>
        </p:nvSpPr>
        <p:spPr>
          <a:xfrm>
            <a:off x="340156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7" name="Shape 385"/>
          <p:cNvSpPr/>
          <p:nvPr/>
        </p:nvSpPr>
        <p:spPr>
          <a:xfrm>
            <a:off x="4182466" y="6537960"/>
            <a:ext cx="844906" cy="224028"/>
          </a:xfrm>
          <a:prstGeom prst="rect">
            <a:avLst/>
          </a:prstGeom>
          <a:solidFill>
            <a:srgbClr val="FFFFFF"/>
          </a:solidFill>
          <a:ln w="6350">
            <a:solidFill>
              <a:srgbClr val="D3DCE5"/>
            </a:solidFill>
            <a:prstDash val="solid"/>
          </a:ln>
        </p:spPr>
      </p:sp>
      <p:sp>
        <p:nvSpPr>
          <p:cNvPr id="388" name="Text 386"/>
          <p:cNvSpPr txBox="1"/>
          <p:nvPr/>
        </p:nvSpPr>
        <p:spPr>
          <a:xfrm>
            <a:off x="4246474"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89" name="Shape 387"/>
          <p:cNvSpPr/>
          <p:nvPr/>
        </p:nvSpPr>
        <p:spPr>
          <a:xfrm>
            <a:off x="5027371" y="6537960"/>
            <a:ext cx="844906" cy="224028"/>
          </a:xfrm>
          <a:prstGeom prst="rect">
            <a:avLst/>
          </a:prstGeom>
          <a:solidFill>
            <a:srgbClr val="FFFFFF"/>
          </a:solidFill>
          <a:ln w="6350">
            <a:solidFill>
              <a:srgbClr val="D3DCE5"/>
            </a:solidFill>
            <a:prstDash val="solid"/>
          </a:ln>
        </p:spPr>
      </p:sp>
      <p:sp>
        <p:nvSpPr>
          <p:cNvPr id="390" name="Text 388"/>
          <p:cNvSpPr txBox="1"/>
          <p:nvPr/>
        </p:nvSpPr>
        <p:spPr>
          <a:xfrm>
            <a:off x="5091379"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1" name="Shape 389"/>
          <p:cNvSpPr/>
          <p:nvPr/>
        </p:nvSpPr>
        <p:spPr>
          <a:xfrm>
            <a:off x="5872277" y="6537960"/>
            <a:ext cx="844906" cy="224028"/>
          </a:xfrm>
          <a:prstGeom prst="rect">
            <a:avLst/>
          </a:prstGeom>
          <a:solidFill>
            <a:srgbClr val="FFFFFF"/>
          </a:solidFill>
          <a:ln w="6350">
            <a:solidFill>
              <a:srgbClr val="D3DCE5"/>
            </a:solidFill>
            <a:prstDash val="solid"/>
          </a:ln>
        </p:spPr>
      </p:sp>
      <p:sp>
        <p:nvSpPr>
          <p:cNvPr id="392" name="Text 390"/>
          <p:cNvSpPr txBox="1"/>
          <p:nvPr/>
        </p:nvSpPr>
        <p:spPr>
          <a:xfrm>
            <a:off x="5936285"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3" name="Shape 391"/>
          <p:cNvSpPr/>
          <p:nvPr/>
        </p:nvSpPr>
        <p:spPr>
          <a:xfrm>
            <a:off x="6717182" y="6537960"/>
            <a:ext cx="844906" cy="224028"/>
          </a:xfrm>
          <a:prstGeom prst="rect">
            <a:avLst/>
          </a:prstGeom>
          <a:solidFill>
            <a:srgbClr val="FFFFFF"/>
          </a:solidFill>
          <a:ln w="6350">
            <a:solidFill>
              <a:srgbClr val="D3DCE5"/>
            </a:solidFill>
            <a:prstDash val="solid"/>
          </a:ln>
        </p:spPr>
      </p:sp>
      <p:sp>
        <p:nvSpPr>
          <p:cNvPr id="394" name="Text 392"/>
          <p:cNvSpPr txBox="1"/>
          <p:nvPr/>
        </p:nvSpPr>
        <p:spPr>
          <a:xfrm>
            <a:off x="6781190"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5" name="Shape 393"/>
          <p:cNvSpPr/>
          <p:nvPr/>
        </p:nvSpPr>
        <p:spPr>
          <a:xfrm>
            <a:off x="7562088" y="6537960"/>
            <a:ext cx="844906" cy="224028"/>
          </a:xfrm>
          <a:prstGeom prst="rect">
            <a:avLst/>
          </a:prstGeom>
          <a:solidFill>
            <a:srgbClr val="FFFFFF"/>
          </a:solidFill>
          <a:ln w="6350">
            <a:solidFill>
              <a:srgbClr val="D3DCE5"/>
            </a:solidFill>
            <a:prstDash val="solid"/>
          </a:ln>
        </p:spPr>
      </p:sp>
      <p:sp>
        <p:nvSpPr>
          <p:cNvPr id="396" name="Text 394"/>
          <p:cNvSpPr txBox="1"/>
          <p:nvPr/>
        </p:nvSpPr>
        <p:spPr>
          <a:xfrm>
            <a:off x="7626096"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7" name="Shape 395"/>
          <p:cNvSpPr/>
          <p:nvPr/>
        </p:nvSpPr>
        <p:spPr>
          <a:xfrm>
            <a:off x="8406994" y="6537960"/>
            <a:ext cx="844906" cy="224028"/>
          </a:xfrm>
          <a:prstGeom prst="rect">
            <a:avLst/>
          </a:prstGeom>
          <a:solidFill>
            <a:srgbClr val="FFFFFF"/>
          </a:solidFill>
          <a:ln w="6350">
            <a:solidFill>
              <a:srgbClr val="D3DCE5"/>
            </a:solidFill>
            <a:prstDash val="solid"/>
          </a:ln>
        </p:spPr>
      </p:sp>
      <p:sp>
        <p:nvSpPr>
          <p:cNvPr id="398" name="Text 396"/>
          <p:cNvSpPr txBox="1"/>
          <p:nvPr/>
        </p:nvSpPr>
        <p:spPr>
          <a:xfrm>
            <a:off x="8471002"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399" name="Shape 397"/>
          <p:cNvSpPr/>
          <p:nvPr/>
        </p:nvSpPr>
        <p:spPr>
          <a:xfrm>
            <a:off x="9251899" y="6537960"/>
            <a:ext cx="844906" cy="224028"/>
          </a:xfrm>
          <a:prstGeom prst="rect">
            <a:avLst/>
          </a:prstGeom>
          <a:solidFill>
            <a:srgbClr val="FFFFFF"/>
          </a:solidFill>
          <a:ln w="6350">
            <a:solidFill>
              <a:srgbClr val="D3DCE5"/>
            </a:solidFill>
            <a:prstDash val="solid"/>
          </a:ln>
        </p:spPr>
      </p:sp>
      <p:sp>
        <p:nvSpPr>
          <p:cNvPr id="400" name="Text 398"/>
          <p:cNvSpPr txBox="1"/>
          <p:nvPr/>
        </p:nvSpPr>
        <p:spPr>
          <a:xfrm>
            <a:off x="9315907"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1" name="Shape 399"/>
          <p:cNvSpPr/>
          <p:nvPr/>
        </p:nvSpPr>
        <p:spPr>
          <a:xfrm>
            <a:off x="10096805" y="6537960"/>
            <a:ext cx="844906" cy="224028"/>
          </a:xfrm>
          <a:prstGeom prst="rect">
            <a:avLst/>
          </a:prstGeom>
          <a:solidFill>
            <a:srgbClr val="FFFFFF"/>
          </a:solidFill>
          <a:ln w="6350">
            <a:solidFill>
              <a:srgbClr val="D3DCE5"/>
            </a:solidFill>
            <a:prstDash val="solid"/>
          </a:ln>
        </p:spPr>
      </p:sp>
      <p:sp>
        <p:nvSpPr>
          <p:cNvPr id="402" name="Text 400"/>
          <p:cNvSpPr txBox="1"/>
          <p:nvPr/>
        </p:nvSpPr>
        <p:spPr>
          <a:xfrm>
            <a:off x="10160813"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3" name="Shape 401"/>
          <p:cNvSpPr/>
          <p:nvPr/>
        </p:nvSpPr>
        <p:spPr>
          <a:xfrm>
            <a:off x="10941710" y="6537960"/>
            <a:ext cx="844906" cy="224028"/>
          </a:xfrm>
          <a:prstGeom prst="rect">
            <a:avLst/>
          </a:prstGeom>
          <a:solidFill>
            <a:srgbClr val="FFFFFF"/>
          </a:solidFill>
          <a:ln w="6350">
            <a:solidFill>
              <a:srgbClr val="D3DCE5"/>
            </a:solidFill>
            <a:prstDash val="solid"/>
          </a:ln>
        </p:spPr>
      </p:sp>
      <p:sp>
        <p:nvSpPr>
          <p:cNvPr id="404" name="Text 402"/>
          <p:cNvSpPr txBox="1"/>
          <p:nvPr/>
        </p:nvSpPr>
        <p:spPr>
          <a:xfrm>
            <a:off x="1100571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5" name="Shape 403"/>
          <p:cNvSpPr/>
          <p:nvPr/>
        </p:nvSpPr>
        <p:spPr>
          <a:xfrm>
            <a:off x="411480" y="6908292"/>
            <a:ext cx="11375136" cy="932688"/>
          </a:xfrm>
          <a:prstGeom prst="rect">
            <a:avLst/>
          </a:prstGeom>
          <a:solidFill>
            <a:srgbClr val="EEF2F6"/>
          </a:solidFill>
          <a:ln w="9525">
            <a:solidFill>
              <a:srgbClr val="D3DCE5"/>
            </a:solidFill>
            <a:prstDash val="solid"/>
          </a:ln>
        </p:spPr>
      </p:sp>
      <p:sp>
        <p:nvSpPr>
          <p:cNvPr id="406" name="Text 404"/>
          <p:cNvSpPr txBox="1"/>
          <p:nvPr/>
        </p:nvSpPr>
        <p:spPr>
          <a:xfrm>
            <a:off x="576072" y="70363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assumptions that matter</a:t>
            </a:r>
            <a:endParaRPr lang="en-US" sz="1150" dirty="0"/>
          </a:p>
        </p:txBody>
      </p:sp>
      <p:sp>
        <p:nvSpPr>
          <p:cNvPr id="407" name="Text 405"/>
          <p:cNvSpPr txBox="1"/>
          <p:nvPr/>
        </p:nvSpPr>
        <p:spPr>
          <a:xfrm>
            <a:off x="576072" y="7365492"/>
            <a:ext cx="11045952" cy="38404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total Pilgangoora capacity above 2.0Mtpa, with first ore guided mid-2029, so we show it as the increment over the two existing plants. Colina first production in FY32 is our assumption, not a company target - PLS has not adopted Latin Resources' original 2026 plan.</a:t>
            </a:r>
            <a:endParaRPr lang="en-US" sz="900" dirty="0"/>
          </a:p>
        </p:txBody>
      </p:sp>
      <p:sp>
        <p:nvSpPr>
          <p:cNvPr id="408" name="Text 40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50" dirty="0"/>
          </a:p>
        </p:txBody>
      </p:sp>
      <p:sp>
        <p:nvSpPr>
          <p:cNvPr id="409" name="Text 40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Unit cost and capital expenditure build</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cost and capex both sit at the midpoint of guidance. The bear case does not assume costs run away, because operators cut in a downturn.</a:t>
            </a:r>
            <a:endParaRPr lang="en-US" sz="1200" dirty="0"/>
          </a:p>
        </p:txBody>
      </p:sp>
      <p:sp>
        <p:nvSpPr>
          <p:cNvPr id="6" name="Text 4"/>
          <p:cNvSpPr txBox="1"/>
          <p:nvPr/>
        </p:nvSpPr>
        <p:spPr>
          <a:xfrm>
            <a:off x="411480" y="162763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7" name="Shape 5"/>
          <p:cNvSpPr/>
          <p:nvPr/>
        </p:nvSpPr>
        <p:spPr>
          <a:xfrm>
            <a:off x="411480" y="1865376"/>
            <a:ext cx="2926080" cy="292608"/>
          </a:xfrm>
          <a:prstGeom prst="rect">
            <a:avLst/>
          </a:prstGeom>
          <a:solidFill>
            <a:srgbClr val="10233A"/>
          </a:solidFill>
          <a:ln/>
        </p:spPr>
      </p:sp>
      <p:sp>
        <p:nvSpPr>
          <p:cNvPr id="8" name="Text 6"/>
          <p:cNvSpPr txBox="1"/>
          <p:nvPr/>
        </p:nvSpPr>
        <p:spPr>
          <a:xfrm>
            <a:off x="475488" y="186537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9" name="Shape 7"/>
          <p:cNvSpPr/>
          <p:nvPr/>
        </p:nvSpPr>
        <p:spPr>
          <a:xfrm>
            <a:off x="3337560" y="1865376"/>
            <a:ext cx="844906" cy="292608"/>
          </a:xfrm>
          <a:prstGeom prst="rect">
            <a:avLst/>
          </a:prstGeom>
          <a:solidFill>
            <a:srgbClr val="10233A"/>
          </a:solidFill>
          <a:ln/>
        </p:spPr>
      </p:sp>
      <p:sp>
        <p:nvSpPr>
          <p:cNvPr id="10" name="Text 8"/>
          <p:cNvSpPr txBox="1"/>
          <p:nvPr/>
        </p:nvSpPr>
        <p:spPr>
          <a:xfrm>
            <a:off x="340156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1" name="Shape 9"/>
          <p:cNvSpPr/>
          <p:nvPr/>
        </p:nvSpPr>
        <p:spPr>
          <a:xfrm>
            <a:off x="4182466" y="1865376"/>
            <a:ext cx="844906" cy="292608"/>
          </a:xfrm>
          <a:prstGeom prst="rect">
            <a:avLst/>
          </a:prstGeom>
          <a:solidFill>
            <a:srgbClr val="10233A"/>
          </a:solidFill>
          <a:ln/>
        </p:spPr>
      </p:sp>
      <p:sp>
        <p:nvSpPr>
          <p:cNvPr id="12" name="Text 10"/>
          <p:cNvSpPr txBox="1"/>
          <p:nvPr/>
        </p:nvSpPr>
        <p:spPr>
          <a:xfrm>
            <a:off x="4246474"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3" name="Shape 11"/>
          <p:cNvSpPr/>
          <p:nvPr/>
        </p:nvSpPr>
        <p:spPr>
          <a:xfrm>
            <a:off x="5027371" y="1865376"/>
            <a:ext cx="844906" cy="292608"/>
          </a:xfrm>
          <a:prstGeom prst="rect">
            <a:avLst/>
          </a:prstGeom>
          <a:solidFill>
            <a:srgbClr val="10233A"/>
          </a:solidFill>
          <a:ln/>
        </p:spPr>
      </p:sp>
      <p:sp>
        <p:nvSpPr>
          <p:cNvPr id="14" name="Text 12"/>
          <p:cNvSpPr txBox="1"/>
          <p:nvPr/>
        </p:nvSpPr>
        <p:spPr>
          <a:xfrm>
            <a:off x="5091379"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5" name="Shape 13"/>
          <p:cNvSpPr/>
          <p:nvPr/>
        </p:nvSpPr>
        <p:spPr>
          <a:xfrm>
            <a:off x="5872277" y="1865376"/>
            <a:ext cx="844906" cy="292608"/>
          </a:xfrm>
          <a:prstGeom prst="rect">
            <a:avLst/>
          </a:prstGeom>
          <a:solidFill>
            <a:srgbClr val="10233A"/>
          </a:solidFill>
          <a:ln/>
        </p:spPr>
      </p:sp>
      <p:sp>
        <p:nvSpPr>
          <p:cNvPr id="16" name="Text 14"/>
          <p:cNvSpPr txBox="1"/>
          <p:nvPr/>
        </p:nvSpPr>
        <p:spPr>
          <a:xfrm>
            <a:off x="5936285"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7" name="Shape 15"/>
          <p:cNvSpPr/>
          <p:nvPr/>
        </p:nvSpPr>
        <p:spPr>
          <a:xfrm>
            <a:off x="6717182" y="1865376"/>
            <a:ext cx="844906" cy="292608"/>
          </a:xfrm>
          <a:prstGeom prst="rect">
            <a:avLst/>
          </a:prstGeom>
          <a:solidFill>
            <a:srgbClr val="10233A"/>
          </a:solidFill>
          <a:ln/>
        </p:spPr>
      </p:sp>
      <p:sp>
        <p:nvSpPr>
          <p:cNvPr id="18" name="Text 16"/>
          <p:cNvSpPr txBox="1"/>
          <p:nvPr/>
        </p:nvSpPr>
        <p:spPr>
          <a:xfrm>
            <a:off x="6781190"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 name="Shape 17"/>
          <p:cNvSpPr/>
          <p:nvPr/>
        </p:nvSpPr>
        <p:spPr>
          <a:xfrm>
            <a:off x="7562088" y="1865376"/>
            <a:ext cx="844906" cy="292608"/>
          </a:xfrm>
          <a:prstGeom prst="rect">
            <a:avLst/>
          </a:prstGeom>
          <a:solidFill>
            <a:srgbClr val="10233A"/>
          </a:solidFill>
          <a:ln/>
        </p:spPr>
      </p:sp>
      <p:sp>
        <p:nvSpPr>
          <p:cNvPr id="20" name="Text 18"/>
          <p:cNvSpPr txBox="1"/>
          <p:nvPr/>
        </p:nvSpPr>
        <p:spPr>
          <a:xfrm>
            <a:off x="7626096"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1" name="Shape 19"/>
          <p:cNvSpPr/>
          <p:nvPr/>
        </p:nvSpPr>
        <p:spPr>
          <a:xfrm>
            <a:off x="8406994" y="1865376"/>
            <a:ext cx="844906" cy="292608"/>
          </a:xfrm>
          <a:prstGeom prst="rect">
            <a:avLst/>
          </a:prstGeom>
          <a:solidFill>
            <a:srgbClr val="10233A"/>
          </a:solidFill>
          <a:ln/>
        </p:spPr>
      </p:sp>
      <p:sp>
        <p:nvSpPr>
          <p:cNvPr id="22" name="Text 20"/>
          <p:cNvSpPr txBox="1"/>
          <p:nvPr/>
        </p:nvSpPr>
        <p:spPr>
          <a:xfrm>
            <a:off x="8471002"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3" name="Shape 21"/>
          <p:cNvSpPr/>
          <p:nvPr/>
        </p:nvSpPr>
        <p:spPr>
          <a:xfrm>
            <a:off x="9251899" y="1865376"/>
            <a:ext cx="844906" cy="292608"/>
          </a:xfrm>
          <a:prstGeom prst="rect">
            <a:avLst/>
          </a:prstGeom>
          <a:solidFill>
            <a:srgbClr val="10233A"/>
          </a:solidFill>
          <a:ln/>
        </p:spPr>
      </p:sp>
      <p:sp>
        <p:nvSpPr>
          <p:cNvPr id="24" name="Text 22"/>
          <p:cNvSpPr txBox="1"/>
          <p:nvPr/>
        </p:nvSpPr>
        <p:spPr>
          <a:xfrm>
            <a:off x="9315907"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5" name="Shape 23"/>
          <p:cNvSpPr/>
          <p:nvPr/>
        </p:nvSpPr>
        <p:spPr>
          <a:xfrm>
            <a:off x="10096805" y="1865376"/>
            <a:ext cx="844906" cy="292608"/>
          </a:xfrm>
          <a:prstGeom prst="rect">
            <a:avLst/>
          </a:prstGeom>
          <a:solidFill>
            <a:srgbClr val="10233A"/>
          </a:solidFill>
          <a:ln/>
        </p:spPr>
      </p:sp>
      <p:sp>
        <p:nvSpPr>
          <p:cNvPr id="26" name="Text 24"/>
          <p:cNvSpPr txBox="1"/>
          <p:nvPr/>
        </p:nvSpPr>
        <p:spPr>
          <a:xfrm>
            <a:off x="10160813"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7" name="Shape 25"/>
          <p:cNvSpPr/>
          <p:nvPr/>
        </p:nvSpPr>
        <p:spPr>
          <a:xfrm>
            <a:off x="10941710" y="1865376"/>
            <a:ext cx="844906" cy="292608"/>
          </a:xfrm>
          <a:prstGeom prst="rect">
            <a:avLst/>
          </a:prstGeom>
          <a:solidFill>
            <a:srgbClr val="10233A"/>
          </a:solidFill>
          <a:ln/>
        </p:spPr>
      </p:sp>
      <p:sp>
        <p:nvSpPr>
          <p:cNvPr id="28" name="Text 26"/>
          <p:cNvSpPr txBox="1"/>
          <p:nvPr/>
        </p:nvSpPr>
        <p:spPr>
          <a:xfrm>
            <a:off x="1100571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 name="Shape 27"/>
          <p:cNvSpPr/>
          <p:nvPr/>
        </p:nvSpPr>
        <p:spPr>
          <a:xfrm>
            <a:off x="411480" y="2157984"/>
            <a:ext cx="2926080" cy="256032"/>
          </a:xfrm>
          <a:prstGeom prst="rect">
            <a:avLst/>
          </a:prstGeom>
          <a:solidFill>
            <a:srgbClr val="FFFFFF"/>
          </a:solidFill>
          <a:ln w="6350">
            <a:solidFill>
              <a:srgbClr val="D3DCE5"/>
            </a:solidFill>
            <a:prstDash val="solid"/>
          </a:ln>
        </p:spPr>
      </p:sp>
      <p:sp>
        <p:nvSpPr>
          <p:cNvPr id="30" name="Text 28"/>
          <p:cNvSpPr txBox="1"/>
          <p:nvPr/>
        </p:nvSpPr>
        <p:spPr>
          <a:xfrm>
            <a:off x="475488" y="2157984"/>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1" name="Shape 29"/>
          <p:cNvSpPr/>
          <p:nvPr/>
        </p:nvSpPr>
        <p:spPr>
          <a:xfrm>
            <a:off x="3337560" y="2157984"/>
            <a:ext cx="844906" cy="256032"/>
          </a:xfrm>
          <a:prstGeom prst="rect">
            <a:avLst/>
          </a:prstGeom>
          <a:solidFill>
            <a:srgbClr val="FFFFFF"/>
          </a:solidFill>
          <a:ln w="6350">
            <a:solidFill>
              <a:srgbClr val="D3DCE5"/>
            </a:solidFill>
            <a:prstDash val="solid"/>
          </a:ln>
        </p:spPr>
      </p:sp>
      <p:sp>
        <p:nvSpPr>
          <p:cNvPr id="32" name="Text 30"/>
          <p:cNvSpPr txBox="1"/>
          <p:nvPr/>
        </p:nvSpPr>
        <p:spPr>
          <a:xfrm>
            <a:off x="3401568"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3" name="Shape 31"/>
          <p:cNvSpPr/>
          <p:nvPr/>
        </p:nvSpPr>
        <p:spPr>
          <a:xfrm>
            <a:off x="4182466" y="2157984"/>
            <a:ext cx="844906" cy="256032"/>
          </a:xfrm>
          <a:prstGeom prst="rect">
            <a:avLst/>
          </a:prstGeom>
          <a:solidFill>
            <a:srgbClr val="FFFFFF"/>
          </a:solidFill>
          <a:ln w="6350">
            <a:solidFill>
              <a:srgbClr val="D3DCE5"/>
            </a:solidFill>
            <a:prstDash val="solid"/>
          </a:ln>
        </p:spPr>
      </p:sp>
      <p:sp>
        <p:nvSpPr>
          <p:cNvPr id="34" name="Text 32"/>
          <p:cNvSpPr txBox="1"/>
          <p:nvPr/>
        </p:nvSpPr>
        <p:spPr>
          <a:xfrm>
            <a:off x="4246474"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5" name="Shape 33"/>
          <p:cNvSpPr/>
          <p:nvPr/>
        </p:nvSpPr>
        <p:spPr>
          <a:xfrm>
            <a:off x="5027371" y="2157984"/>
            <a:ext cx="844906" cy="256032"/>
          </a:xfrm>
          <a:prstGeom prst="rect">
            <a:avLst/>
          </a:prstGeom>
          <a:solidFill>
            <a:srgbClr val="FFFFFF"/>
          </a:solidFill>
          <a:ln w="6350">
            <a:solidFill>
              <a:srgbClr val="D3DCE5"/>
            </a:solidFill>
            <a:prstDash val="solid"/>
          </a:ln>
        </p:spPr>
      </p:sp>
      <p:sp>
        <p:nvSpPr>
          <p:cNvPr id="36" name="Text 34"/>
          <p:cNvSpPr txBox="1"/>
          <p:nvPr/>
        </p:nvSpPr>
        <p:spPr>
          <a:xfrm>
            <a:off x="5091379"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7" name="Shape 35"/>
          <p:cNvSpPr/>
          <p:nvPr/>
        </p:nvSpPr>
        <p:spPr>
          <a:xfrm>
            <a:off x="5872277" y="2157984"/>
            <a:ext cx="844906" cy="256032"/>
          </a:xfrm>
          <a:prstGeom prst="rect">
            <a:avLst/>
          </a:prstGeom>
          <a:solidFill>
            <a:srgbClr val="FFFFFF"/>
          </a:solidFill>
          <a:ln w="6350">
            <a:solidFill>
              <a:srgbClr val="D3DCE5"/>
            </a:solidFill>
            <a:prstDash val="solid"/>
          </a:ln>
        </p:spPr>
      </p:sp>
      <p:sp>
        <p:nvSpPr>
          <p:cNvPr id="38" name="Text 36"/>
          <p:cNvSpPr txBox="1"/>
          <p:nvPr/>
        </p:nvSpPr>
        <p:spPr>
          <a:xfrm>
            <a:off x="5936285"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39" name="Shape 37"/>
          <p:cNvSpPr/>
          <p:nvPr/>
        </p:nvSpPr>
        <p:spPr>
          <a:xfrm>
            <a:off x="6717182" y="2157984"/>
            <a:ext cx="844906" cy="256032"/>
          </a:xfrm>
          <a:prstGeom prst="rect">
            <a:avLst/>
          </a:prstGeom>
          <a:solidFill>
            <a:srgbClr val="FFFFFF"/>
          </a:solidFill>
          <a:ln w="6350">
            <a:solidFill>
              <a:srgbClr val="D3DCE5"/>
            </a:solidFill>
            <a:prstDash val="solid"/>
          </a:ln>
        </p:spPr>
      </p:sp>
      <p:sp>
        <p:nvSpPr>
          <p:cNvPr id="40" name="Text 38"/>
          <p:cNvSpPr txBox="1"/>
          <p:nvPr/>
        </p:nvSpPr>
        <p:spPr>
          <a:xfrm>
            <a:off x="6781190"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1" name="Shape 39"/>
          <p:cNvSpPr/>
          <p:nvPr/>
        </p:nvSpPr>
        <p:spPr>
          <a:xfrm>
            <a:off x="7562088" y="2157984"/>
            <a:ext cx="844906" cy="256032"/>
          </a:xfrm>
          <a:prstGeom prst="rect">
            <a:avLst/>
          </a:prstGeom>
          <a:solidFill>
            <a:srgbClr val="FFFFFF"/>
          </a:solidFill>
          <a:ln w="6350">
            <a:solidFill>
              <a:srgbClr val="D3DCE5"/>
            </a:solidFill>
            <a:prstDash val="solid"/>
          </a:ln>
        </p:spPr>
      </p:sp>
      <p:sp>
        <p:nvSpPr>
          <p:cNvPr id="42" name="Text 40"/>
          <p:cNvSpPr txBox="1"/>
          <p:nvPr/>
        </p:nvSpPr>
        <p:spPr>
          <a:xfrm>
            <a:off x="7626096"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3" name="Shape 41"/>
          <p:cNvSpPr/>
          <p:nvPr/>
        </p:nvSpPr>
        <p:spPr>
          <a:xfrm>
            <a:off x="8406994" y="2157984"/>
            <a:ext cx="844906" cy="256032"/>
          </a:xfrm>
          <a:prstGeom prst="rect">
            <a:avLst/>
          </a:prstGeom>
          <a:solidFill>
            <a:srgbClr val="FFFFFF"/>
          </a:solidFill>
          <a:ln w="6350">
            <a:solidFill>
              <a:srgbClr val="D3DCE5"/>
            </a:solidFill>
            <a:prstDash val="solid"/>
          </a:ln>
        </p:spPr>
      </p:sp>
      <p:sp>
        <p:nvSpPr>
          <p:cNvPr id="44" name="Text 42"/>
          <p:cNvSpPr txBox="1"/>
          <p:nvPr/>
        </p:nvSpPr>
        <p:spPr>
          <a:xfrm>
            <a:off x="8471002"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5" name="Shape 43"/>
          <p:cNvSpPr/>
          <p:nvPr/>
        </p:nvSpPr>
        <p:spPr>
          <a:xfrm>
            <a:off x="9251899" y="2157984"/>
            <a:ext cx="844906" cy="256032"/>
          </a:xfrm>
          <a:prstGeom prst="rect">
            <a:avLst/>
          </a:prstGeom>
          <a:solidFill>
            <a:srgbClr val="FFFFFF"/>
          </a:solidFill>
          <a:ln w="6350">
            <a:solidFill>
              <a:srgbClr val="D3DCE5"/>
            </a:solidFill>
            <a:prstDash val="solid"/>
          </a:ln>
        </p:spPr>
      </p:sp>
      <p:sp>
        <p:nvSpPr>
          <p:cNvPr id="46" name="Text 44"/>
          <p:cNvSpPr txBox="1"/>
          <p:nvPr/>
        </p:nvSpPr>
        <p:spPr>
          <a:xfrm>
            <a:off x="9315907"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7" name="Shape 45"/>
          <p:cNvSpPr/>
          <p:nvPr/>
        </p:nvSpPr>
        <p:spPr>
          <a:xfrm>
            <a:off x="10096805" y="2157984"/>
            <a:ext cx="844906" cy="256032"/>
          </a:xfrm>
          <a:prstGeom prst="rect">
            <a:avLst/>
          </a:prstGeom>
          <a:solidFill>
            <a:srgbClr val="FFFFFF"/>
          </a:solidFill>
          <a:ln w="6350">
            <a:solidFill>
              <a:srgbClr val="D3DCE5"/>
            </a:solidFill>
            <a:prstDash val="solid"/>
          </a:ln>
        </p:spPr>
      </p:sp>
      <p:sp>
        <p:nvSpPr>
          <p:cNvPr id="48" name="Text 46"/>
          <p:cNvSpPr txBox="1"/>
          <p:nvPr/>
        </p:nvSpPr>
        <p:spPr>
          <a:xfrm>
            <a:off x="10160813"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9" name="Shape 47"/>
          <p:cNvSpPr/>
          <p:nvPr/>
        </p:nvSpPr>
        <p:spPr>
          <a:xfrm>
            <a:off x="10941710" y="2157984"/>
            <a:ext cx="844906" cy="256032"/>
          </a:xfrm>
          <a:prstGeom prst="rect">
            <a:avLst/>
          </a:prstGeom>
          <a:solidFill>
            <a:srgbClr val="FFFFFF"/>
          </a:solidFill>
          <a:ln w="6350">
            <a:solidFill>
              <a:srgbClr val="D3DCE5"/>
            </a:solidFill>
            <a:prstDash val="solid"/>
          </a:ln>
        </p:spPr>
      </p:sp>
      <p:sp>
        <p:nvSpPr>
          <p:cNvPr id="50" name="Text 48"/>
          <p:cNvSpPr txBox="1"/>
          <p:nvPr/>
        </p:nvSpPr>
        <p:spPr>
          <a:xfrm>
            <a:off x="11005718"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1" name="Shape 49"/>
          <p:cNvSpPr/>
          <p:nvPr/>
        </p:nvSpPr>
        <p:spPr>
          <a:xfrm>
            <a:off x="411480" y="2414016"/>
            <a:ext cx="2926080" cy="256032"/>
          </a:xfrm>
          <a:prstGeom prst="rect">
            <a:avLst/>
          </a:prstGeom>
          <a:solidFill>
            <a:srgbClr val="F7F9FB"/>
          </a:solidFill>
          <a:ln w="6350">
            <a:solidFill>
              <a:srgbClr val="D3DCE5"/>
            </a:solidFill>
            <a:prstDash val="solid"/>
          </a:ln>
        </p:spPr>
      </p:sp>
      <p:sp>
        <p:nvSpPr>
          <p:cNvPr id="52" name="Text 50"/>
          <p:cNvSpPr txBox="1"/>
          <p:nvPr/>
        </p:nvSpPr>
        <p:spPr>
          <a:xfrm>
            <a:off x="475488" y="2414016"/>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3" name="Shape 51"/>
          <p:cNvSpPr/>
          <p:nvPr/>
        </p:nvSpPr>
        <p:spPr>
          <a:xfrm>
            <a:off x="3337560" y="2414016"/>
            <a:ext cx="844906" cy="256032"/>
          </a:xfrm>
          <a:prstGeom prst="rect">
            <a:avLst/>
          </a:prstGeom>
          <a:solidFill>
            <a:srgbClr val="F7F9FB"/>
          </a:solidFill>
          <a:ln w="6350">
            <a:solidFill>
              <a:srgbClr val="D3DCE5"/>
            </a:solidFill>
            <a:prstDash val="solid"/>
          </a:ln>
        </p:spPr>
      </p:sp>
      <p:sp>
        <p:nvSpPr>
          <p:cNvPr id="54" name="Text 52"/>
          <p:cNvSpPr txBox="1"/>
          <p:nvPr/>
        </p:nvSpPr>
        <p:spPr>
          <a:xfrm>
            <a:off x="3401568"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5" name="Shape 53"/>
          <p:cNvSpPr/>
          <p:nvPr/>
        </p:nvSpPr>
        <p:spPr>
          <a:xfrm>
            <a:off x="4182466" y="2414016"/>
            <a:ext cx="844906" cy="256032"/>
          </a:xfrm>
          <a:prstGeom prst="rect">
            <a:avLst/>
          </a:prstGeom>
          <a:solidFill>
            <a:srgbClr val="F7F9FB"/>
          </a:solidFill>
          <a:ln w="6350">
            <a:solidFill>
              <a:srgbClr val="D3DCE5"/>
            </a:solidFill>
            <a:prstDash val="solid"/>
          </a:ln>
        </p:spPr>
      </p:sp>
      <p:sp>
        <p:nvSpPr>
          <p:cNvPr id="56" name="Text 54"/>
          <p:cNvSpPr txBox="1"/>
          <p:nvPr/>
        </p:nvSpPr>
        <p:spPr>
          <a:xfrm>
            <a:off x="4246474"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7" name="Shape 55"/>
          <p:cNvSpPr/>
          <p:nvPr/>
        </p:nvSpPr>
        <p:spPr>
          <a:xfrm>
            <a:off x="5027371" y="2414016"/>
            <a:ext cx="844906" cy="256032"/>
          </a:xfrm>
          <a:prstGeom prst="rect">
            <a:avLst/>
          </a:prstGeom>
          <a:solidFill>
            <a:srgbClr val="F7F9FB"/>
          </a:solidFill>
          <a:ln w="6350">
            <a:solidFill>
              <a:srgbClr val="D3DCE5"/>
            </a:solidFill>
            <a:prstDash val="solid"/>
          </a:ln>
        </p:spPr>
      </p:sp>
      <p:sp>
        <p:nvSpPr>
          <p:cNvPr id="58" name="Text 56"/>
          <p:cNvSpPr txBox="1"/>
          <p:nvPr/>
        </p:nvSpPr>
        <p:spPr>
          <a:xfrm>
            <a:off x="5091379"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59" name="Shape 57"/>
          <p:cNvSpPr/>
          <p:nvPr/>
        </p:nvSpPr>
        <p:spPr>
          <a:xfrm>
            <a:off x="5872277" y="2414016"/>
            <a:ext cx="844906" cy="256032"/>
          </a:xfrm>
          <a:prstGeom prst="rect">
            <a:avLst/>
          </a:prstGeom>
          <a:solidFill>
            <a:srgbClr val="F7F9FB"/>
          </a:solidFill>
          <a:ln w="6350">
            <a:solidFill>
              <a:srgbClr val="D3DCE5"/>
            </a:solidFill>
            <a:prstDash val="solid"/>
          </a:ln>
        </p:spPr>
      </p:sp>
      <p:sp>
        <p:nvSpPr>
          <p:cNvPr id="60" name="Text 58"/>
          <p:cNvSpPr txBox="1"/>
          <p:nvPr/>
        </p:nvSpPr>
        <p:spPr>
          <a:xfrm>
            <a:off x="5936285"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1" name="Shape 59"/>
          <p:cNvSpPr/>
          <p:nvPr/>
        </p:nvSpPr>
        <p:spPr>
          <a:xfrm>
            <a:off x="6717182" y="2414016"/>
            <a:ext cx="844906" cy="256032"/>
          </a:xfrm>
          <a:prstGeom prst="rect">
            <a:avLst/>
          </a:prstGeom>
          <a:solidFill>
            <a:srgbClr val="F7F9FB"/>
          </a:solidFill>
          <a:ln w="6350">
            <a:solidFill>
              <a:srgbClr val="D3DCE5"/>
            </a:solidFill>
            <a:prstDash val="solid"/>
          </a:ln>
        </p:spPr>
      </p:sp>
      <p:sp>
        <p:nvSpPr>
          <p:cNvPr id="62" name="Text 60"/>
          <p:cNvSpPr txBox="1"/>
          <p:nvPr/>
        </p:nvSpPr>
        <p:spPr>
          <a:xfrm>
            <a:off x="6781190"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3" name="Shape 61"/>
          <p:cNvSpPr/>
          <p:nvPr/>
        </p:nvSpPr>
        <p:spPr>
          <a:xfrm>
            <a:off x="7562088" y="2414016"/>
            <a:ext cx="844906" cy="256032"/>
          </a:xfrm>
          <a:prstGeom prst="rect">
            <a:avLst/>
          </a:prstGeom>
          <a:solidFill>
            <a:srgbClr val="F7F9FB"/>
          </a:solidFill>
          <a:ln w="6350">
            <a:solidFill>
              <a:srgbClr val="D3DCE5"/>
            </a:solidFill>
            <a:prstDash val="solid"/>
          </a:ln>
        </p:spPr>
      </p:sp>
      <p:sp>
        <p:nvSpPr>
          <p:cNvPr id="64" name="Text 62"/>
          <p:cNvSpPr txBox="1"/>
          <p:nvPr/>
        </p:nvSpPr>
        <p:spPr>
          <a:xfrm>
            <a:off x="7626096"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5" name="Shape 63"/>
          <p:cNvSpPr/>
          <p:nvPr/>
        </p:nvSpPr>
        <p:spPr>
          <a:xfrm>
            <a:off x="8406994" y="2414016"/>
            <a:ext cx="844906" cy="256032"/>
          </a:xfrm>
          <a:prstGeom prst="rect">
            <a:avLst/>
          </a:prstGeom>
          <a:solidFill>
            <a:srgbClr val="F7F9FB"/>
          </a:solidFill>
          <a:ln w="6350">
            <a:solidFill>
              <a:srgbClr val="D3DCE5"/>
            </a:solidFill>
            <a:prstDash val="solid"/>
          </a:ln>
        </p:spPr>
      </p:sp>
      <p:sp>
        <p:nvSpPr>
          <p:cNvPr id="66" name="Text 64"/>
          <p:cNvSpPr txBox="1"/>
          <p:nvPr/>
        </p:nvSpPr>
        <p:spPr>
          <a:xfrm>
            <a:off x="8471002"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7" name="Shape 65"/>
          <p:cNvSpPr/>
          <p:nvPr/>
        </p:nvSpPr>
        <p:spPr>
          <a:xfrm>
            <a:off x="9251899" y="2414016"/>
            <a:ext cx="844906" cy="256032"/>
          </a:xfrm>
          <a:prstGeom prst="rect">
            <a:avLst/>
          </a:prstGeom>
          <a:solidFill>
            <a:srgbClr val="F7F9FB"/>
          </a:solidFill>
          <a:ln w="6350">
            <a:solidFill>
              <a:srgbClr val="D3DCE5"/>
            </a:solidFill>
            <a:prstDash val="solid"/>
          </a:ln>
        </p:spPr>
      </p:sp>
      <p:sp>
        <p:nvSpPr>
          <p:cNvPr id="68" name="Text 66"/>
          <p:cNvSpPr txBox="1"/>
          <p:nvPr/>
        </p:nvSpPr>
        <p:spPr>
          <a:xfrm>
            <a:off x="9315907"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9" name="Shape 67"/>
          <p:cNvSpPr/>
          <p:nvPr/>
        </p:nvSpPr>
        <p:spPr>
          <a:xfrm>
            <a:off x="10096805" y="2414016"/>
            <a:ext cx="844906" cy="256032"/>
          </a:xfrm>
          <a:prstGeom prst="rect">
            <a:avLst/>
          </a:prstGeom>
          <a:solidFill>
            <a:srgbClr val="F7F9FB"/>
          </a:solidFill>
          <a:ln w="6350">
            <a:solidFill>
              <a:srgbClr val="D3DCE5"/>
            </a:solidFill>
            <a:prstDash val="solid"/>
          </a:ln>
        </p:spPr>
      </p:sp>
      <p:sp>
        <p:nvSpPr>
          <p:cNvPr id="70" name="Text 68"/>
          <p:cNvSpPr txBox="1"/>
          <p:nvPr/>
        </p:nvSpPr>
        <p:spPr>
          <a:xfrm>
            <a:off x="10160813"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1" name="Shape 69"/>
          <p:cNvSpPr/>
          <p:nvPr/>
        </p:nvSpPr>
        <p:spPr>
          <a:xfrm>
            <a:off x="10941710" y="2414016"/>
            <a:ext cx="844906" cy="256032"/>
          </a:xfrm>
          <a:prstGeom prst="rect">
            <a:avLst/>
          </a:prstGeom>
          <a:solidFill>
            <a:srgbClr val="F7F9FB"/>
          </a:solidFill>
          <a:ln w="6350">
            <a:solidFill>
              <a:srgbClr val="D3DCE5"/>
            </a:solidFill>
            <a:prstDash val="solid"/>
          </a:ln>
        </p:spPr>
      </p:sp>
      <p:sp>
        <p:nvSpPr>
          <p:cNvPr id="72" name="Text 70"/>
          <p:cNvSpPr txBox="1"/>
          <p:nvPr/>
        </p:nvSpPr>
        <p:spPr>
          <a:xfrm>
            <a:off x="11005718"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3" name="Shape 71"/>
          <p:cNvSpPr/>
          <p:nvPr/>
        </p:nvSpPr>
        <p:spPr>
          <a:xfrm>
            <a:off x="411480" y="2670048"/>
            <a:ext cx="2926080" cy="256032"/>
          </a:xfrm>
          <a:prstGeom prst="rect">
            <a:avLst/>
          </a:prstGeom>
          <a:solidFill>
            <a:srgbClr val="FFFFFF"/>
          </a:solidFill>
          <a:ln w="6350">
            <a:solidFill>
              <a:srgbClr val="D3DCE5"/>
            </a:solidFill>
            <a:prstDash val="solid"/>
          </a:ln>
        </p:spPr>
      </p:sp>
      <p:sp>
        <p:nvSpPr>
          <p:cNvPr id="74" name="Text 72"/>
          <p:cNvSpPr txBox="1"/>
          <p:nvPr/>
        </p:nvSpPr>
        <p:spPr>
          <a:xfrm>
            <a:off x="475488" y="2670048"/>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5" name="Shape 73"/>
          <p:cNvSpPr/>
          <p:nvPr/>
        </p:nvSpPr>
        <p:spPr>
          <a:xfrm>
            <a:off x="3337560" y="2670048"/>
            <a:ext cx="844906" cy="256032"/>
          </a:xfrm>
          <a:prstGeom prst="rect">
            <a:avLst/>
          </a:prstGeom>
          <a:solidFill>
            <a:srgbClr val="FFFFFF"/>
          </a:solidFill>
          <a:ln w="6350">
            <a:solidFill>
              <a:srgbClr val="D3DCE5"/>
            </a:solidFill>
            <a:prstDash val="solid"/>
          </a:ln>
        </p:spPr>
      </p:sp>
      <p:sp>
        <p:nvSpPr>
          <p:cNvPr id="76" name="Text 74"/>
          <p:cNvSpPr txBox="1"/>
          <p:nvPr/>
        </p:nvSpPr>
        <p:spPr>
          <a:xfrm>
            <a:off x="3401568"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4182466" y="2670048"/>
            <a:ext cx="844906" cy="256032"/>
          </a:xfrm>
          <a:prstGeom prst="rect">
            <a:avLst/>
          </a:prstGeom>
          <a:solidFill>
            <a:srgbClr val="FFFFFF"/>
          </a:solidFill>
          <a:ln w="6350">
            <a:solidFill>
              <a:srgbClr val="D3DCE5"/>
            </a:solidFill>
            <a:prstDash val="solid"/>
          </a:ln>
        </p:spPr>
      </p:sp>
      <p:sp>
        <p:nvSpPr>
          <p:cNvPr id="78" name="Text 76"/>
          <p:cNvSpPr txBox="1"/>
          <p:nvPr/>
        </p:nvSpPr>
        <p:spPr>
          <a:xfrm>
            <a:off x="4246474"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5027371" y="2670048"/>
            <a:ext cx="844906" cy="256032"/>
          </a:xfrm>
          <a:prstGeom prst="rect">
            <a:avLst/>
          </a:prstGeom>
          <a:solidFill>
            <a:srgbClr val="FFFFFF"/>
          </a:solidFill>
          <a:ln w="6350">
            <a:solidFill>
              <a:srgbClr val="D3DCE5"/>
            </a:solidFill>
            <a:prstDash val="solid"/>
          </a:ln>
        </p:spPr>
      </p:sp>
      <p:sp>
        <p:nvSpPr>
          <p:cNvPr id="80" name="Text 78"/>
          <p:cNvSpPr txBox="1"/>
          <p:nvPr/>
        </p:nvSpPr>
        <p:spPr>
          <a:xfrm>
            <a:off x="5091379"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872277" y="2670048"/>
            <a:ext cx="844906" cy="256032"/>
          </a:xfrm>
          <a:prstGeom prst="rect">
            <a:avLst/>
          </a:prstGeom>
          <a:solidFill>
            <a:srgbClr val="FFFFFF"/>
          </a:solidFill>
          <a:ln w="6350">
            <a:solidFill>
              <a:srgbClr val="D3DCE5"/>
            </a:solidFill>
            <a:prstDash val="solid"/>
          </a:ln>
        </p:spPr>
      </p:sp>
      <p:sp>
        <p:nvSpPr>
          <p:cNvPr id="82" name="Text 80"/>
          <p:cNvSpPr txBox="1"/>
          <p:nvPr/>
        </p:nvSpPr>
        <p:spPr>
          <a:xfrm>
            <a:off x="5936285"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717182" y="2670048"/>
            <a:ext cx="844906" cy="256032"/>
          </a:xfrm>
          <a:prstGeom prst="rect">
            <a:avLst/>
          </a:prstGeom>
          <a:solidFill>
            <a:srgbClr val="FFFFFF"/>
          </a:solidFill>
          <a:ln w="6350">
            <a:solidFill>
              <a:srgbClr val="D3DCE5"/>
            </a:solidFill>
            <a:prstDash val="solid"/>
          </a:ln>
        </p:spPr>
      </p:sp>
      <p:sp>
        <p:nvSpPr>
          <p:cNvPr id="84" name="Text 82"/>
          <p:cNvSpPr txBox="1"/>
          <p:nvPr/>
        </p:nvSpPr>
        <p:spPr>
          <a:xfrm>
            <a:off x="6781190"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562088" y="2670048"/>
            <a:ext cx="844906" cy="256032"/>
          </a:xfrm>
          <a:prstGeom prst="rect">
            <a:avLst/>
          </a:prstGeom>
          <a:solidFill>
            <a:srgbClr val="FFFFFF"/>
          </a:solidFill>
          <a:ln w="6350">
            <a:solidFill>
              <a:srgbClr val="D3DCE5"/>
            </a:solidFill>
            <a:prstDash val="solid"/>
          </a:ln>
        </p:spPr>
      </p:sp>
      <p:sp>
        <p:nvSpPr>
          <p:cNvPr id="86" name="Text 84"/>
          <p:cNvSpPr txBox="1"/>
          <p:nvPr/>
        </p:nvSpPr>
        <p:spPr>
          <a:xfrm>
            <a:off x="7626096"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406994" y="2670048"/>
            <a:ext cx="844906" cy="256032"/>
          </a:xfrm>
          <a:prstGeom prst="rect">
            <a:avLst/>
          </a:prstGeom>
          <a:solidFill>
            <a:srgbClr val="FFFFFF"/>
          </a:solidFill>
          <a:ln w="6350">
            <a:solidFill>
              <a:srgbClr val="D3DCE5"/>
            </a:solidFill>
            <a:prstDash val="solid"/>
          </a:ln>
        </p:spPr>
      </p:sp>
      <p:sp>
        <p:nvSpPr>
          <p:cNvPr id="88" name="Text 86"/>
          <p:cNvSpPr txBox="1"/>
          <p:nvPr/>
        </p:nvSpPr>
        <p:spPr>
          <a:xfrm>
            <a:off x="8471002"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251899" y="2670048"/>
            <a:ext cx="844906" cy="256032"/>
          </a:xfrm>
          <a:prstGeom prst="rect">
            <a:avLst/>
          </a:prstGeom>
          <a:solidFill>
            <a:srgbClr val="FFFFFF"/>
          </a:solidFill>
          <a:ln w="6350">
            <a:solidFill>
              <a:srgbClr val="D3DCE5"/>
            </a:solidFill>
            <a:prstDash val="solid"/>
          </a:ln>
        </p:spPr>
      </p:sp>
      <p:sp>
        <p:nvSpPr>
          <p:cNvPr id="90" name="Text 88"/>
          <p:cNvSpPr txBox="1"/>
          <p:nvPr/>
        </p:nvSpPr>
        <p:spPr>
          <a:xfrm>
            <a:off x="9315907"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10096805" y="2670048"/>
            <a:ext cx="844906" cy="256032"/>
          </a:xfrm>
          <a:prstGeom prst="rect">
            <a:avLst/>
          </a:prstGeom>
          <a:solidFill>
            <a:srgbClr val="FFFFFF"/>
          </a:solidFill>
          <a:ln w="6350">
            <a:solidFill>
              <a:srgbClr val="D3DCE5"/>
            </a:solidFill>
            <a:prstDash val="solid"/>
          </a:ln>
        </p:spPr>
      </p:sp>
      <p:sp>
        <p:nvSpPr>
          <p:cNvPr id="92" name="Text 90"/>
          <p:cNvSpPr txBox="1"/>
          <p:nvPr/>
        </p:nvSpPr>
        <p:spPr>
          <a:xfrm>
            <a:off x="10160813"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941710" y="2670048"/>
            <a:ext cx="844906" cy="256032"/>
          </a:xfrm>
          <a:prstGeom prst="rect">
            <a:avLst/>
          </a:prstGeom>
          <a:solidFill>
            <a:srgbClr val="FFFFFF"/>
          </a:solidFill>
          <a:ln w="6350">
            <a:solidFill>
              <a:srgbClr val="D3DCE5"/>
            </a:solidFill>
            <a:prstDash val="solid"/>
          </a:ln>
        </p:spPr>
      </p:sp>
      <p:sp>
        <p:nvSpPr>
          <p:cNvPr id="94" name="Text 92"/>
          <p:cNvSpPr txBox="1"/>
          <p:nvPr/>
        </p:nvSpPr>
        <p:spPr>
          <a:xfrm>
            <a:off x="11005718"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Text 93"/>
          <p:cNvSpPr txBox="1"/>
          <p:nvPr/>
        </p:nvSpPr>
        <p:spPr>
          <a:xfrm>
            <a:off x="411480" y="312724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6" name="Shape 94"/>
          <p:cNvSpPr/>
          <p:nvPr/>
        </p:nvSpPr>
        <p:spPr>
          <a:xfrm>
            <a:off x="411480" y="3364992"/>
            <a:ext cx="2926080" cy="292608"/>
          </a:xfrm>
          <a:prstGeom prst="rect">
            <a:avLst/>
          </a:prstGeom>
          <a:solidFill>
            <a:srgbClr val="10233A"/>
          </a:solidFill>
          <a:ln/>
        </p:spPr>
      </p:sp>
      <p:sp>
        <p:nvSpPr>
          <p:cNvPr id="97" name="Text 95"/>
          <p:cNvSpPr txBox="1"/>
          <p:nvPr/>
        </p:nvSpPr>
        <p:spPr>
          <a:xfrm>
            <a:off x="475488" y="3364992"/>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8" name="Shape 96"/>
          <p:cNvSpPr/>
          <p:nvPr/>
        </p:nvSpPr>
        <p:spPr>
          <a:xfrm>
            <a:off x="3337560" y="3364992"/>
            <a:ext cx="844906" cy="292608"/>
          </a:xfrm>
          <a:prstGeom prst="rect">
            <a:avLst/>
          </a:prstGeom>
          <a:solidFill>
            <a:srgbClr val="10233A"/>
          </a:solidFill>
          <a:ln/>
        </p:spPr>
      </p:sp>
      <p:sp>
        <p:nvSpPr>
          <p:cNvPr id="99" name="Text 97"/>
          <p:cNvSpPr txBox="1"/>
          <p:nvPr/>
        </p:nvSpPr>
        <p:spPr>
          <a:xfrm>
            <a:off x="3401568"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0" name="Shape 98"/>
          <p:cNvSpPr/>
          <p:nvPr/>
        </p:nvSpPr>
        <p:spPr>
          <a:xfrm>
            <a:off x="4182466" y="3364992"/>
            <a:ext cx="844906" cy="292608"/>
          </a:xfrm>
          <a:prstGeom prst="rect">
            <a:avLst/>
          </a:prstGeom>
          <a:solidFill>
            <a:srgbClr val="10233A"/>
          </a:solidFill>
          <a:ln/>
        </p:spPr>
      </p:sp>
      <p:sp>
        <p:nvSpPr>
          <p:cNvPr id="101" name="Text 99"/>
          <p:cNvSpPr txBox="1"/>
          <p:nvPr/>
        </p:nvSpPr>
        <p:spPr>
          <a:xfrm>
            <a:off x="4246474"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02" name="Shape 100"/>
          <p:cNvSpPr/>
          <p:nvPr/>
        </p:nvSpPr>
        <p:spPr>
          <a:xfrm>
            <a:off x="5027371" y="3364992"/>
            <a:ext cx="844906" cy="292608"/>
          </a:xfrm>
          <a:prstGeom prst="rect">
            <a:avLst/>
          </a:prstGeom>
          <a:solidFill>
            <a:srgbClr val="10233A"/>
          </a:solidFill>
          <a:ln/>
        </p:spPr>
      </p:sp>
      <p:sp>
        <p:nvSpPr>
          <p:cNvPr id="103" name="Text 101"/>
          <p:cNvSpPr txBox="1"/>
          <p:nvPr/>
        </p:nvSpPr>
        <p:spPr>
          <a:xfrm>
            <a:off x="5091379"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04" name="Shape 102"/>
          <p:cNvSpPr/>
          <p:nvPr/>
        </p:nvSpPr>
        <p:spPr>
          <a:xfrm>
            <a:off x="5872277" y="3364992"/>
            <a:ext cx="844906" cy="292608"/>
          </a:xfrm>
          <a:prstGeom prst="rect">
            <a:avLst/>
          </a:prstGeom>
          <a:solidFill>
            <a:srgbClr val="10233A"/>
          </a:solidFill>
          <a:ln/>
        </p:spPr>
      </p:sp>
      <p:sp>
        <p:nvSpPr>
          <p:cNvPr id="105" name="Text 103"/>
          <p:cNvSpPr txBox="1"/>
          <p:nvPr/>
        </p:nvSpPr>
        <p:spPr>
          <a:xfrm>
            <a:off x="5936285"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06" name="Shape 104"/>
          <p:cNvSpPr/>
          <p:nvPr/>
        </p:nvSpPr>
        <p:spPr>
          <a:xfrm>
            <a:off x="6717182" y="3364992"/>
            <a:ext cx="844906" cy="292608"/>
          </a:xfrm>
          <a:prstGeom prst="rect">
            <a:avLst/>
          </a:prstGeom>
          <a:solidFill>
            <a:srgbClr val="10233A"/>
          </a:solidFill>
          <a:ln/>
        </p:spPr>
      </p:sp>
      <p:sp>
        <p:nvSpPr>
          <p:cNvPr id="107" name="Text 105"/>
          <p:cNvSpPr txBox="1"/>
          <p:nvPr/>
        </p:nvSpPr>
        <p:spPr>
          <a:xfrm>
            <a:off x="6781190"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08" name="Shape 106"/>
          <p:cNvSpPr/>
          <p:nvPr/>
        </p:nvSpPr>
        <p:spPr>
          <a:xfrm>
            <a:off x="7562088" y="3364992"/>
            <a:ext cx="844906" cy="292608"/>
          </a:xfrm>
          <a:prstGeom prst="rect">
            <a:avLst/>
          </a:prstGeom>
          <a:solidFill>
            <a:srgbClr val="10233A"/>
          </a:solidFill>
          <a:ln/>
        </p:spPr>
      </p:sp>
      <p:sp>
        <p:nvSpPr>
          <p:cNvPr id="109" name="Text 107"/>
          <p:cNvSpPr txBox="1"/>
          <p:nvPr/>
        </p:nvSpPr>
        <p:spPr>
          <a:xfrm>
            <a:off x="7626096"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10" name="Shape 108"/>
          <p:cNvSpPr/>
          <p:nvPr/>
        </p:nvSpPr>
        <p:spPr>
          <a:xfrm>
            <a:off x="8406994" y="3364992"/>
            <a:ext cx="844906" cy="292608"/>
          </a:xfrm>
          <a:prstGeom prst="rect">
            <a:avLst/>
          </a:prstGeom>
          <a:solidFill>
            <a:srgbClr val="10233A"/>
          </a:solidFill>
          <a:ln/>
        </p:spPr>
      </p:sp>
      <p:sp>
        <p:nvSpPr>
          <p:cNvPr id="111" name="Text 109"/>
          <p:cNvSpPr txBox="1"/>
          <p:nvPr/>
        </p:nvSpPr>
        <p:spPr>
          <a:xfrm>
            <a:off x="8471002"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112" name="Shape 110"/>
          <p:cNvSpPr/>
          <p:nvPr/>
        </p:nvSpPr>
        <p:spPr>
          <a:xfrm>
            <a:off x="9251899" y="3364992"/>
            <a:ext cx="844906" cy="292608"/>
          </a:xfrm>
          <a:prstGeom prst="rect">
            <a:avLst/>
          </a:prstGeom>
          <a:solidFill>
            <a:srgbClr val="10233A"/>
          </a:solidFill>
          <a:ln/>
        </p:spPr>
      </p:sp>
      <p:sp>
        <p:nvSpPr>
          <p:cNvPr id="113" name="Text 111"/>
          <p:cNvSpPr txBox="1"/>
          <p:nvPr/>
        </p:nvSpPr>
        <p:spPr>
          <a:xfrm>
            <a:off x="9315907"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114" name="Shape 112"/>
          <p:cNvSpPr/>
          <p:nvPr/>
        </p:nvSpPr>
        <p:spPr>
          <a:xfrm>
            <a:off x="10096805" y="3364992"/>
            <a:ext cx="844906" cy="292608"/>
          </a:xfrm>
          <a:prstGeom prst="rect">
            <a:avLst/>
          </a:prstGeom>
          <a:solidFill>
            <a:srgbClr val="10233A"/>
          </a:solidFill>
          <a:ln/>
        </p:spPr>
      </p:sp>
      <p:sp>
        <p:nvSpPr>
          <p:cNvPr id="115" name="Text 113"/>
          <p:cNvSpPr txBox="1"/>
          <p:nvPr/>
        </p:nvSpPr>
        <p:spPr>
          <a:xfrm>
            <a:off x="10160813"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116" name="Shape 114"/>
          <p:cNvSpPr/>
          <p:nvPr/>
        </p:nvSpPr>
        <p:spPr>
          <a:xfrm>
            <a:off x="10941710" y="3364992"/>
            <a:ext cx="844906" cy="292608"/>
          </a:xfrm>
          <a:prstGeom prst="rect">
            <a:avLst/>
          </a:prstGeom>
          <a:solidFill>
            <a:srgbClr val="10233A"/>
          </a:solidFill>
          <a:ln/>
        </p:spPr>
      </p:sp>
      <p:sp>
        <p:nvSpPr>
          <p:cNvPr id="117" name="Text 115"/>
          <p:cNvSpPr txBox="1"/>
          <p:nvPr/>
        </p:nvSpPr>
        <p:spPr>
          <a:xfrm>
            <a:off x="11005718"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118" name="Shape 116"/>
          <p:cNvSpPr/>
          <p:nvPr/>
        </p:nvSpPr>
        <p:spPr>
          <a:xfrm>
            <a:off x="411480" y="3657600"/>
            <a:ext cx="2926080" cy="256032"/>
          </a:xfrm>
          <a:prstGeom prst="rect">
            <a:avLst/>
          </a:prstGeom>
          <a:solidFill>
            <a:srgbClr val="FFFFFF"/>
          </a:solidFill>
          <a:ln w="6350">
            <a:solidFill>
              <a:srgbClr val="D3DCE5"/>
            </a:solidFill>
            <a:prstDash val="solid"/>
          </a:ln>
        </p:spPr>
      </p:sp>
      <p:sp>
        <p:nvSpPr>
          <p:cNvPr id="119" name="Text 117"/>
          <p:cNvSpPr txBox="1"/>
          <p:nvPr/>
        </p:nvSpPr>
        <p:spPr>
          <a:xfrm>
            <a:off x="475488" y="3657600"/>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0" name="Shape 118"/>
          <p:cNvSpPr/>
          <p:nvPr/>
        </p:nvSpPr>
        <p:spPr>
          <a:xfrm>
            <a:off x="3337560" y="3657600"/>
            <a:ext cx="844906" cy="256032"/>
          </a:xfrm>
          <a:prstGeom prst="rect">
            <a:avLst/>
          </a:prstGeom>
          <a:solidFill>
            <a:srgbClr val="FFFFFF"/>
          </a:solidFill>
          <a:ln w="6350">
            <a:solidFill>
              <a:srgbClr val="D3DCE5"/>
            </a:solidFill>
            <a:prstDash val="solid"/>
          </a:ln>
        </p:spPr>
      </p:sp>
      <p:sp>
        <p:nvSpPr>
          <p:cNvPr id="121" name="Text 119"/>
          <p:cNvSpPr txBox="1"/>
          <p:nvPr/>
        </p:nvSpPr>
        <p:spPr>
          <a:xfrm>
            <a:off x="3401568"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2" name="Shape 120"/>
          <p:cNvSpPr/>
          <p:nvPr/>
        </p:nvSpPr>
        <p:spPr>
          <a:xfrm>
            <a:off x="4182466" y="3657600"/>
            <a:ext cx="844906" cy="256032"/>
          </a:xfrm>
          <a:prstGeom prst="rect">
            <a:avLst/>
          </a:prstGeom>
          <a:solidFill>
            <a:srgbClr val="FFFFFF"/>
          </a:solidFill>
          <a:ln w="6350">
            <a:solidFill>
              <a:srgbClr val="D3DCE5"/>
            </a:solidFill>
            <a:prstDash val="solid"/>
          </a:ln>
        </p:spPr>
      </p:sp>
      <p:sp>
        <p:nvSpPr>
          <p:cNvPr id="123" name="Text 121"/>
          <p:cNvSpPr txBox="1"/>
          <p:nvPr/>
        </p:nvSpPr>
        <p:spPr>
          <a:xfrm>
            <a:off x="4246474"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4" name="Shape 122"/>
          <p:cNvSpPr/>
          <p:nvPr/>
        </p:nvSpPr>
        <p:spPr>
          <a:xfrm>
            <a:off x="5027371" y="3657600"/>
            <a:ext cx="844906" cy="256032"/>
          </a:xfrm>
          <a:prstGeom prst="rect">
            <a:avLst/>
          </a:prstGeom>
          <a:solidFill>
            <a:srgbClr val="FFFFFF"/>
          </a:solidFill>
          <a:ln w="6350">
            <a:solidFill>
              <a:srgbClr val="D3DCE5"/>
            </a:solidFill>
            <a:prstDash val="solid"/>
          </a:ln>
        </p:spPr>
      </p:sp>
      <p:sp>
        <p:nvSpPr>
          <p:cNvPr id="125" name="Text 123"/>
          <p:cNvSpPr txBox="1"/>
          <p:nvPr/>
        </p:nvSpPr>
        <p:spPr>
          <a:xfrm>
            <a:off x="5091379"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6" name="Shape 124"/>
          <p:cNvSpPr/>
          <p:nvPr/>
        </p:nvSpPr>
        <p:spPr>
          <a:xfrm>
            <a:off x="5872277" y="3657600"/>
            <a:ext cx="844906" cy="256032"/>
          </a:xfrm>
          <a:prstGeom prst="rect">
            <a:avLst/>
          </a:prstGeom>
          <a:solidFill>
            <a:srgbClr val="FFFFFF"/>
          </a:solidFill>
          <a:ln w="6350">
            <a:solidFill>
              <a:srgbClr val="D3DCE5"/>
            </a:solidFill>
            <a:prstDash val="solid"/>
          </a:ln>
        </p:spPr>
      </p:sp>
      <p:sp>
        <p:nvSpPr>
          <p:cNvPr id="127" name="Text 125"/>
          <p:cNvSpPr txBox="1"/>
          <p:nvPr/>
        </p:nvSpPr>
        <p:spPr>
          <a:xfrm>
            <a:off x="5936285"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8" name="Shape 126"/>
          <p:cNvSpPr/>
          <p:nvPr/>
        </p:nvSpPr>
        <p:spPr>
          <a:xfrm>
            <a:off x="6717182" y="3657600"/>
            <a:ext cx="844906" cy="256032"/>
          </a:xfrm>
          <a:prstGeom prst="rect">
            <a:avLst/>
          </a:prstGeom>
          <a:solidFill>
            <a:srgbClr val="FFFFFF"/>
          </a:solidFill>
          <a:ln w="6350">
            <a:solidFill>
              <a:srgbClr val="D3DCE5"/>
            </a:solidFill>
            <a:prstDash val="solid"/>
          </a:ln>
        </p:spPr>
      </p:sp>
      <p:sp>
        <p:nvSpPr>
          <p:cNvPr id="129" name="Text 127"/>
          <p:cNvSpPr txBox="1"/>
          <p:nvPr/>
        </p:nvSpPr>
        <p:spPr>
          <a:xfrm>
            <a:off x="6781190"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0" name="Shape 128"/>
          <p:cNvSpPr/>
          <p:nvPr/>
        </p:nvSpPr>
        <p:spPr>
          <a:xfrm>
            <a:off x="7562088" y="3657600"/>
            <a:ext cx="844906" cy="256032"/>
          </a:xfrm>
          <a:prstGeom prst="rect">
            <a:avLst/>
          </a:prstGeom>
          <a:solidFill>
            <a:srgbClr val="FFFFFF"/>
          </a:solidFill>
          <a:ln w="6350">
            <a:solidFill>
              <a:srgbClr val="D3DCE5"/>
            </a:solidFill>
            <a:prstDash val="solid"/>
          </a:ln>
        </p:spPr>
      </p:sp>
      <p:sp>
        <p:nvSpPr>
          <p:cNvPr id="131" name="Text 129"/>
          <p:cNvSpPr txBox="1"/>
          <p:nvPr/>
        </p:nvSpPr>
        <p:spPr>
          <a:xfrm>
            <a:off x="7626096"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2" name="Shape 130"/>
          <p:cNvSpPr/>
          <p:nvPr/>
        </p:nvSpPr>
        <p:spPr>
          <a:xfrm>
            <a:off x="8406994" y="3657600"/>
            <a:ext cx="844906" cy="256032"/>
          </a:xfrm>
          <a:prstGeom prst="rect">
            <a:avLst/>
          </a:prstGeom>
          <a:solidFill>
            <a:srgbClr val="FFFFFF"/>
          </a:solidFill>
          <a:ln w="6350">
            <a:solidFill>
              <a:srgbClr val="D3DCE5"/>
            </a:solidFill>
            <a:prstDash val="solid"/>
          </a:ln>
        </p:spPr>
      </p:sp>
      <p:sp>
        <p:nvSpPr>
          <p:cNvPr id="133" name="Text 131"/>
          <p:cNvSpPr txBox="1"/>
          <p:nvPr/>
        </p:nvSpPr>
        <p:spPr>
          <a:xfrm>
            <a:off x="8471002"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4" name="Shape 132"/>
          <p:cNvSpPr/>
          <p:nvPr/>
        </p:nvSpPr>
        <p:spPr>
          <a:xfrm>
            <a:off x="9251899" y="3657600"/>
            <a:ext cx="844906" cy="256032"/>
          </a:xfrm>
          <a:prstGeom prst="rect">
            <a:avLst/>
          </a:prstGeom>
          <a:solidFill>
            <a:srgbClr val="FFFFFF"/>
          </a:solidFill>
          <a:ln w="6350">
            <a:solidFill>
              <a:srgbClr val="D3DCE5"/>
            </a:solidFill>
            <a:prstDash val="solid"/>
          </a:ln>
        </p:spPr>
      </p:sp>
      <p:sp>
        <p:nvSpPr>
          <p:cNvPr id="135" name="Text 133"/>
          <p:cNvSpPr txBox="1"/>
          <p:nvPr/>
        </p:nvSpPr>
        <p:spPr>
          <a:xfrm>
            <a:off x="9315907"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6" name="Shape 134"/>
          <p:cNvSpPr/>
          <p:nvPr/>
        </p:nvSpPr>
        <p:spPr>
          <a:xfrm>
            <a:off x="10096805" y="3657600"/>
            <a:ext cx="844906" cy="256032"/>
          </a:xfrm>
          <a:prstGeom prst="rect">
            <a:avLst/>
          </a:prstGeom>
          <a:solidFill>
            <a:srgbClr val="FFFFFF"/>
          </a:solidFill>
          <a:ln w="6350">
            <a:solidFill>
              <a:srgbClr val="D3DCE5"/>
            </a:solidFill>
            <a:prstDash val="solid"/>
          </a:ln>
        </p:spPr>
      </p:sp>
      <p:sp>
        <p:nvSpPr>
          <p:cNvPr id="137" name="Text 135"/>
          <p:cNvSpPr txBox="1"/>
          <p:nvPr/>
        </p:nvSpPr>
        <p:spPr>
          <a:xfrm>
            <a:off x="10160813"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8" name="Shape 136"/>
          <p:cNvSpPr/>
          <p:nvPr/>
        </p:nvSpPr>
        <p:spPr>
          <a:xfrm>
            <a:off x="10941710" y="3657600"/>
            <a:ext cx="844906" cy="256032"/>
          </a:xfrm>
          <a:prstGeom prst="rect">
            <a:avLst/>
          </a:prstGeom>
          <a:solidFill>
            <a:srgbClr val="FFFFFF"/>
          </a:solidFill>
          <a:ln w="6350">
            <a:solidFill>
              <a:srgbClr val="D3DCE5"/>
            </a:solidFill>
            <a:prstDash val="solid"/>
          </a:ln>
        </p:spPr>
      </p:sp>
      <p:sp>
        <p:nvSpPr>
          <p:cNvPr id="139" name="Text 137"/>
          <p:cNvSpPr txBox="1"/>
          <p:nvPr/>
        </p:nvSpPr>
        <p:spPr>
          <a:xfrm>
            <a:off x="11005718"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0" name="Shape 138"/>
          <p:cNvSpPr/>
          <p:nvPr/>
        </p:nvSpPr>
        <p:spPr>
          <a:xfrm>
            <a:off x="411480" y="3913632"/>
            <a:ext cx="2926080" cy="256032"/>
          </a:xfrm>
          <a:prstGeom prst="rect">
            <a:avLst/>
          </a:prstGeom>
          <a:solidFill>
            <a:srgbClr val="F7F9FB"/>
          </a:solidFill>
          <a:ln w="6350">
            <a:solidFill>
              <a:srgbClr val="D3DCE5"/>
            </a:solidFill>
            <a:prstDash val="solid"/>
          </a:ln>
        </p:spPr>
      </p:sp>
      <p:sp>
        <p:nvSpPr>
          <p:cNvPr id="141" name="Text 139"/>
          <p:cNvSpPr txBox="1"/>
          <p:nvPr/>
        </p:nvSpPr>
        <p:spPr>
          <a:xfrm>
            <a:off x="475488" y="3913632"/>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2" name="Shape 140"/>
          <p:cNvSpPr/>
          <p:nvPr/>
        </p:nvSpPr>
        <p:spPr>
          <a:xfrm>
            <a:off x="3337560" y="3913632"/>
            <a:ext cx="844906" cy="256032"/>
          </a:xfrm>
          <a:prstGeom prst="rect">
            <a:avLst/>
          </a:prstGeom>
          <a:solidFill>
            <a:srgbClr val="F7F9FB"/>
          </a:solidFill>
          <a:ln w="6350">
            <a:solidFill>
              <a:srgbClr val="D3DCE5"/>
            </a:solidFill>
            <a:prstDash val="solid"/>
          </a:ln>
        </p:spPr>
      </p:sp>
      <p:sp>
        <p:nvSpPr>
          <p:cNvPr id="143" name="Text 141"/>
          <p:cNvSpPr txBox="1"/>
          <p:nvPr/>
        </p:nvSpPr>
        <p:spPr>
          <a:xfrm>
            <a:off x="3401568"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4" name="Shape 142"/>
          <p:cNvSpPr/>
          <p:nvPr/>
        </p:nvSpPr>
        <p:spPr>
          <a:xfrm>
            <a:off x="4182466" y="3913632"/>
            <a:ext cx="844906" cy="256032"/>
          </a:xfrm>
          <a:prstGeom prst="rect">
            <a:avLst/>
          </a:prstGeom>
          <a:solidFill>
            <a:srgbClr val="F7F9FB"/>
          </a:solidFill>
          <a:ln w="6350">
            <a:solidFill>
              <a:srgbClr val="D3DCE5"/>
            </a:solidFill>
            <a:prstDash val="solid"/>
          </a:ln>
        </p:spPr>
      </p:sp>
      <p:sp>
        <p:nvSpPr>
          <p:cNvPr id="145" name="Text 143"/>
          <p:cNvSpPr txBox="1"/>
          <p:nvPr/>
        </p:nvSpPr>
        <p:spPr>
          <a:xfrm>
            <a:off x="4246474"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6" name="Shape 144"/>
          <p:cNvSpPr/>
          <p:nvPr/>
        </p:nvSpPr>
        <p:spPr>
          <a:xfrm>
            <a:off x="5027371" y="3913632"/>
            <a:ext cx="844906" cy="256032"/>
          </a:xfrm>
          <a:prstGeom prst="rect">
            <a:avLst/>
          </a:prstGeom>
          <a:solidFill>
            <a:srgbClr val="F7F9FB"/>
          </a:solidFill>
          <a:ln w="6350">
            <a:solidFill>
              <a:srgbClr val="D3DCE5"/>
            </a:solidFill>
            <a:prstDash val="solid"/>
          </a:ln>
        </p:spPr>
      </p:sp>
      <p:sp>
        <p:nvSpPr>
          <p:cNvPr id="147" name="Text 145"/>
          <p:cNvSpPr txBox="1"/>
          <p:nvPr/>
        </p:nvSpPr>
        <p:spPr>
          <a:xfrm>
            <a:off x="5091379"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8" name="Shape 146"/>
          <p:cNvSpPr/>
          <p:nvPr/>
        </p:nvSpPr>
        <p:spPr>
          <a:xfrm>
            <a:off x="5872277" y="3913632"/>
            <a:ext cx="844906" cy="256032"/>
          </a:xfrm>
          <a:prstGeom prst="rect">
            <a:avLst/>
          </a:prstGeom>
          <a:solidFill>
            <a:srgbClr val="F7F9FB"/>
          </a:solidFill>
          <a:ln w="6350">
            <a:solidFill>
              <a:srgbClr val="D3DCE5"/>
            </a:solidFill>
            <a:prstDash val="solid"/>
          </a:ln>
        </p:spPr>
      </p:sp>
      <p:sp>
        <p:nvSpPr>
          <p:cNvPr id="149" name="Text 147"/>
          <p:cNvSpPr txBox="1"/>
          <p:nvPr/>
        </p:nvSpPr>
        <p:spPr>
          <a:xfrm>
            <a:off x="5936285"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0" name="Shape 148"/>
          <p:cNvSpPr/>
          <p:nvPr/>
        </p:nvSpPr>
        <p:spPr>
          <a:xfrm>
            <a:off x="6717182" y="3913632"/>
            <a:ext cx="844906" cy="256032"/>
          </a:xfrm>
          <a:prstGeom prst="rect">
            <a:avLst/>
          </a:prstGeom>
          <a:solidFill>
            <a:srgbClr val="F7F9FB"/>
          </a:solidFill>
          <a:ln w="6350">
            <a:solidFill>
              <a:srgbClr val="D3DCE5"/>
            </a:solidFill>
            <a:prstDash val="solid"/>
          </a:ln>
        </p:spPr>
      </p:sp>
      <p:sp>
        <p:nvSpPr>
          <p:cNvPr id="151" name="Text 149"/>
          <p:cNvSpPr txBox="1"/>
          <p:nvPr/>
        </p:nvSpPr>
        <p:spPr>
          <a:xfrm>
            <a:off x="6781190"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2" name="Shape 150"/>
          <p:cNvSpPr/>
          <p:nvPr/>
        </p:nvSpPr>
        <p:spPr>
          <a:xfrm>
            <a:off x="7562088" y="3913632"/>
            <a:ext cx="844906" cy="256032"/>
          </a:xfrm>
          <a:prstGeom prst="rect">
            <a:avLst/>
          </a:prstGeom>
          <a:solidFill>
            <a:srgbClr val="F7F9FB"/>
          </a:solidFill>
          <a:ln w="6350">
            <a:solidFill>
              <a:srgbClr val="D3DCE5"/>
            </a:solidFill>
            <a:prstDash val="solid"/>
          </a:ln>
        </p:spPr>
      </p:sp>
      <p:sp>
        <p:nvSpPr>
          <p:cNvPr id="153" name="Text 151"/>
          <p:cNvSpPr txBox="1"/>
          <p:nvPr/>
        </p:nvSpPr>
        <p:spPr>
          <a:xfrm>
            <a:off x="7626096"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4" name="Shape 152"/>
          <p:cNvSpPr/>
          <p:nvPr/>
        </p:nvSpPr>
        <p:spPr>
          <a:xfrm>
            <a:off x="8406994" y="3913632"/>
            <a:ext cx="844906" cy="256032"/>
          </a:xfrm>
          <a:prstGeom prst="rect">
            <a:avLst/>
          </a:prstGeom>
          <a:solidFill>
            <a:srgbClr val="F7F9FB"/>
          </a:solidFill>
          <a:ln w="6350">
            <a:solidFill>
              <a:srgbClr val="D3DCE5"/>
            </a:solidFill>
            <a:prstDash val="solid"/>
          </a:ln>
        </p:spPr>
      </p:sp>
      <p:sp>
        <p:nvSpPr>
          <p:cNvPr id="155" name="Text 153"/>
          <p:cNvSpPr txBox="1"/>
          <p:nvPr/>
        </p:nvSpPr>
        <p:spPr>
          <a:xfrm>
            <a:off x="8471002"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6" name="Shape 154"/>
          <p:cNvSpPr/>
          <p:nvPr/>
        </p:nvSpPr>
        <p:spPr>
          <a:xfrm>
            <a:off x="9251899" y="3913632"/>
            <a:ext cx="844906" cy="256032"/>
          </a:xfrm>
          <a:prstGeom prst="rect">
            <a:avLst/>
          </a:prstGeom>
          <a:solidFill>
            <a:srgbClr val="F7F9FB"/>
          </a:solidFill>
          <a:ln w="6350">
            <a:solidFill>
              <a:srgbClr val="D3DCE5"/>
            </a:solidFill>
            <a:prstDash val="solid"/>
          </a:ln>
        </p:spPr>
      </p:sp>
      <p:sp>
        <p:nvSpPr>
          <p:cNvPr id="157" name="Text 155"/>
          <p:cNvSpPr txBox="1"/>
          <p:nvPr/>
        </p:nvSpPr>
        <p:spPr>
          <a:xfrm>
            <a:off x="9315907"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8" name="Shape 156"/>
          <p:cNvSpPr/>
          <p:nvPr/>
        </p:nvSpPr>
        <p:spPr>
          <a:xfrm>
            <a:off x="10096805" y="3913632"/>
            <a:ext cx="844906" cy="256032"/>
          </a:xfrm>
          <a:prstGeom prst="rect">
            <a:avLst/>
          </a:prstGeom>
          <a:solidFill>
            <a:srgbClr val="F7F9FB"/>
          </a:solidFill>
          <a:ln w="6350">
            <a:solidFill>
              <a:srgbClr val="D3DCE5"/>
            </a:solidFill>
            <a:prstDash val="solid"/>
          </a:ln>
        </p:spPr>
      </p:sp>
      <p:sp>
        <p:nvSpPr>
          <p:cNvPr id="159" name="Text 157"/>
          <p:cNvSpPr txBox="1"/>
          <p:nvPr/>
        </p:nvSpPr>
        <p:spPr>
          <a:xfrm>
            <a:off x="10160813"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0" name="Shape 158"/>
          <p:cNvSpPr/>
          <p:nvPr/>
        </p:nvSpPr>
        <p:spPr>
          <a:xfrm>
            <a:off x="10941710" y="3913632"/>
            <a:ext cx="844906" cy="256032"/>
          </a:xfrm>
          <a:prstGeom prst="rect">
            <a:avLst/>
          </a:prstGeom>
          <a:solidFill>
            <a:srgbClr val="F7F9FB"/>
          </a:solidFill>
          <a:ln w="6350">
            <a:solidFill>
              <a:srgbClr val="D3DCE5"/>
            </a:solidFill>
            <a:prstDash val="solid"/>
          </a:ln>
        </p:spPr>
      </p:sp>
      <p:sp>
        <p:nvSpPr>
          <p:cNvPr id="161" name="Text 159"/>
          <p:cNvSpPr txBox="1"/>
          <p:nvPr/>
        </p:nvSpPr>
        <p:spPr>
          <a:xfrm>
            <a:off x="11005718"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2" name="Shape 160"/>
          <p:cNvSpPr/>
          <p:nvPr/>
        </p:nvSpPr>
        <p:spPr>
          <a:xfrm>
            <a:off x="411480" y="4169664"/>
            <a:ext cx="2926080" cy="256032"/>
          </a:xfrm>
          <a:prstGeom prst="rect">
            <a:avLst/>
          </a:prstGeom>
          <a:solidFill>
            <a:srgbClr val="FFFFFF"/>
          </a:solidFill>
          <a:ln w="6350">
            <a:solidFill>
              <a:srgbClr val="D3DCE5"/>
            </a:solidFill>
            <a:prstDash val="solid"/>
          </a:ln>
        </p:spPr>
      </p:sp>
      <p:sp>
        <p:nvSpPr>
          <p:cNvPr id="163" name="Text 161"/>
          <p:cNvSpPr txBox="1"/>
          <p:nvPr/>
        </p:nvSpPr>
        <p:spPr>
          <a:xfrm>
            <a:off x="475488" y="4169664"/>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4" name="Shape 162"/>
          <p:cNvSpPr/>
          <p:nvPr/>
        </p:nvSpPr>
        <p:spPr>
          <a:xfrm>
            <a:off x="3337560" y="4169664"/>
            <a:ext cx="844906" cy="256032"/>
          </a:xfrm>
          <a:prstGeom prst="rect">
            <a:avLst/>
          </a:prstGeom>
          <a:solidFill>
            <a:srgbClr val="FFFFFF"/>
          </a:solidFill>
          <a:ln w="6350">
            <a:solidFill>
              <a:srgbClr val="D3DCE5"/>
            </a:solidFill>
            <a:prstDash val="solid"/>
          </a:ln>
        </p:spPr>
      </p:sp>
      <p:sp>
        <p:nvSpPr>
          <p:cNvPr id="165" name="Text 163"/>
          <p:cNvSpPr txBox="1"/>
          <p:nvPr/>
        </p:nvSpPr>
        <p:spPr>
          <a:xfrm>
            <a:off x="3401568"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6" name="Shape 164"/>
          <p:cNvSpPr/>
          <p:nvPr/>
        </p:nvSpPr>
        <p:spPr>
          <a:xfrm>
            <a:off x="4182466" y="4169664"/>
            <a:ext cx="844906" cy="256032"/>
          </a:xfrm>
          <a:prstGeom prst="rect">
            <a:avLst/>
          </a:prstGeom>
          <a:solidFill>
            <a:srgbClr val="FFFFFF"/>
          </a:solidFill>
          <a:ln w="6350">
            <a:solidFill>
              <a:srgbClr val="D3DCE5"/>
            </a:solidFill>
            <a:prstDash val="solid"/>
          </a:ln>
        </p:spPr>
      </p:sp>
      <p:sp>
        <p:nvSpPr>
          <p:cNvPr id="167" name="Text 165"/>
          <p:cNvSpPr txBox="1"/>
          <p:nvPr/>
        </p:nvSpPr>
        <p:spPr>
          <a:xfrm>
            <a:off x="4246474"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8" name="Shape 166"/>
          <p:cNvSpPr/>
          <p:nvPr/>
        </p:nvSpPr>
        <p:spPr>
          <a:xfrm>
            <a:off x="5027371" y="4169664"/>
            <a:ext cx="844906" cy="256032"/>
          </a:xfrm>
          <a:prstGeom prst="rect">
            <a:avLst/>
          </a:prstGeom>
          <a:solidFill>
            <a:srgbClr val="FFFFFF"/>
          </a:solidFill>
          <a:ln w="6350">
            <a:solidFill>
              <a:srgbClr val="D3DCE5"/>
            </a:solidFill>
            <a:prstDash val="solid"/>
          </a:ln>
        </p:spPr>
      </p:sp>
      <p:sp>
        <p:nvSpPr>
          <p:cNvPr id="169" name="Text 167"/>
          <p:cNvSpPr txBox="1"/>
          <p:nvPr/>
        </p:nvSpPr>
        <p:spPr>
          <a:xfrm>
            <a:off x="5091379"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0" name="Shape 168"/>
          <p:cNvSpPr/>
          <p:nvPr/>
        </p:nvSpPr>
        <p:spPr>
          <a:xfrm>
            <a:off x="5872277" y="4169664"/>
            <a:ext cx="844906" cy="256032"/>
          </a:xfrm>
          <a:prstGeom prst="rect">
            <a:avLst/>
          </a:prstGeom>
          <a:solidFill>
            <a:srgbClr val="FFFFFF"/>
          </a:solidFill>
          <a:ln w="6350">
            <a:solidFill>
              <a:srgbClr val="D3DCE5"/>
            </a:solidFill>
            <a:prstDash val="solid"/>
          </a:ln>
        </p:spPr>
      </p:sp>
      <p:sp>
        <p:nvSpPr>
          <p:cNvPr id="171" name="Text 169"/>
          <p:cNvSpPr txBox="1"/>
          <p:nvPr/>
        </p:nvSpPr>
        <p:spPr>
          <a:xfrm>
            <a:off x="5936285"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2" name="Shape 170"/>
          <p:cNvSpPr/>
          <p:nvPr/>
        </p:nvSpPr>
        <p:spPr>
          <a:xfrm>
            <a:off x="6717182" y="4169664"/>
            <a:ext cx="844906" cy="256032"/>
          </a:xfrm>
          <a:prstGeom prst="rect">
            <a:avLst/>
          </a:prstGeom>
          <a:solidFill>
            <a:srgbClr val="FFFFFF"/>
          </a:solidFill>
          <a:ln w="6350">
            <a:solidFill>
              <a:srgbClr val="D3DCE5"/>
            </a:solidFill>
            <a:prstDash val="solid"/>
          </a:ln>
        </p:spPr>
      </p:sp>
      <p:sp>
        <p:nvSpPr>
          <p:cNvPr id="173" name="Text 171"/>
          <p:cNvSpPr txBox="1"/>
          <p:nvPr/>
        </p:nvSpPr>
        <p:spPr>
          <a:xfrm>
            <a:off x="6781190"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4" name="Shape 172"/>
          <p:cNvSpPr/>
          <p:nvPr/>
        </p:nvSpPr>
        <p:spPr>
          <a:xfrm>
            <a:off x="7562088" y="4169664"/>
            <a:ext cx="844906" cy="256032"/>
          </a:xfrm>
          <a:prstGeom prst="rect">
            <a:avLst/>
          </a:prstGeom>
          <a:solidFill>
            <a:srgbClr val="FFFFFF"/>
          </a:solidFill>
          <a:ln w="6350">
            <a:solidFill>
              <a:srgbClr val="D3DCE5"/>
            </a:solidFill>
            <a:prstDash val="solid"/>
          </a:ln>
        </p:spPr>
      </p:sp>
      <p:sp>
        <p:nvSpPr>
          <p:cNvPr id="175" name="Text 173"/>
          <p:cNvSpPr txBox="1"/>
          <p:nvPr/>
        </p:nvSpPr>
        <p:spPr>
          <a:xfrm>
            <a:off x="7626096"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6" name="Shape 174"/>
          <p:cNvSpPr/>
          <p:nvPr/>
        </p:nvSpPr>
        <p:spPr>
          <a:xfrm>
            <a:off x="8406994" y="4169664"/>
            <a:ext cx="844906" cy="256032"/>
          </a:xfrm>
          <a:prstGeom prst="rect">
            <a:avLst/>
          </a:prstGeom>
          <a:solidFill>
            <a:srgbClr val="FFFFFF"/>
          </a:solidFill>
          <a:ln w="6350">
            <a:solidFill>
              <a:srgbClr val="D3DCE5"/>
            </a:solidFill>
            <a:prstDash val="solid"/>
          </a:ln>
        </p:spPr>
      </p:sp>
      <p:sp>
        <p:nvSpPr>
          <p:cNvPr id="177" name="Text 175"/>
          <p:cNvSpPr txBox="1"/>
          <p:nvPr/>
        </p:nvSpPr>
        <p:spPr>
          <a:xfrm>
            <a:off x="8471002"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8" name="Shape 176"/>
          <p:cNvSpPr/>
          <p:nvPr/>
        </p:nvSpPr>
        <p:spPr>
          <a:xfrm>
            <a:off x="9251899" y="4169664"/>
            <a:ext cx="844906" cy="256032"/>
          </a:xfrm>
          <a:prstGeom prst="rect">
            <a:avLst/>
          </a:prstGeom>
          <a:solidFill>
            <a:srgbClr val="FFFFFF"/>
          </a:solidFill>
          <a:ln w="6350">
            <a:solidFill>
              <a:srgbClr val="D3DCE5"/>
            </a:solidFill>
            <a:prstDash val="solid"/>
          </a:ln>
        </p:spPr>
      </p:sp>
      <p:sp>
        <p:nvSpPr>
          <p:cNvPr id="179" name="Text 177"/>
          <p:cNvSpPr txBox="1"/>
          <p:nvPr/>
        </p:nvSpPr>
        <p:spPr>
          <a:xfrm>
            <a:off x="9315907"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0" name="Shape 178"/>
          <p:cNvSpPr/>
          <p:nvPr/>
        </p:nvSpPr>
        <p:spPr>
          <a:xfrm>
            <a:off x="10096805" y="4169664"/>
            <a:ext cx="844906" cy="256032"/>
          </a:xfrm>
          <a:prstGeom prst="rect">
            <a:avLst/>
          </a:prstGeom>
          <a:solidFill>
            <a:srgbClr val="FFFFFF"/>
          </a:solidFill>
          <a:ln w="6350">
            <a:solidFill>
              <a:srgbClr val="D3DCE5"/>
            </a:solidFill>
            <a:prstDash val="solid"/>
          </a:ln>
        </p:spPr>
      </p:sp>
      <p:sp>
        <p:nvSpPr>
          <p:cNvPr id="181" name="Text 179"/>
          <p:cNvSpPr txBox="1"/>
          <p:nvPr/>
        </p:nvSpPr>
        <p:spPr>
          <a:xfrm>
            <a:off x="10160813"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2" name="Shape 180"/>
          <p:cNvSpPr/>
          <p:nvPr/>
        </p:nvSpPr>
        <p:spPr>
          <a:xfrm>
            <a:off x="10941710" y="4169664"/>
            <a:ext cx="844906" cy="256032"/>
          </a:xfrm>
          <a:prstGeom prst="rect">
            <a:avLst/>
          </a:prstGeom>
          <a:solidFill>
            <a:srgbClr val="FFFFFF"/>
          </a:solidFill>
          <a:ln w="6350">
            <a:solidFill>
              <a:srgbClr val="D3DCE5"/>
            </a:solidFill>
            <a:prstDash val="solid"/>
          </a:ln>
        </p:spPr>
      </p:sp>
      <p:sp>
        <p:nvSpPr>
          <p:cNvPr id="183" name="Text 181"/>
          <p:cNvSpPr txBox="1"/>
          <p:nvPr/>
        </p:nvSpPr>
        <p:spPr>
          <a:xfrm>
            <a:off x="11005718"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4" name="Text 182"/>
          <p:cNvSpPr txBox="1"/>
          <p:nvPr/>
        </p:nvSpPr>
        <p:spPr>
          <a:xfrm>
            <a:off x="411480" y="4626864"/>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5" name="Shape 183"/>
          <p:cNvSpPr/>
          <p:nvPr/>
        </p:nvSpPr>
        <p:spPr>
          <a:xfrm>
            <a:off x="411480" y="4864608"/>
            <a:ext cx="2926080" cy="292608"/>
          </a:xfrm>
          <a:prstGeom prst="rect">
            <a:avLst/>
          </a:prstGeom>
          <a:solidFill>
            <a:srgbClr val="10233A"/>
          </a:solidFill>
          <a:ln/>
        </p:spPr>
      </p:sp>
      <p:sp>
        <p:nvSpPr>
          <p:cNvPr id="186" name="Text 184"/>
          <p:cNvSpPr txBox="1"/>
          <p:nvPr/>
        </p:nvSpPr>
        <p:spPr>
          <a:xfrm>
            <a:off x="475488" y="486460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7" name="Shape 185"/>
          <p:cNvSpPr/>
          <p:nvPr/>
        </p:nvSpPr>
        <p:spPr>
          <a:xfrm>
            <a:off x="3337560" y="4864608"/>
            <a:ext cx="844906" cy="292608"/>
          </a:xfrm>
          <a:prstGeom prst="rect">
            <a:avLst/>
          </a:prstGeom>
          <a:solidFill>
            <a:srgbClr val="10233A"/>
          </a:solidFill>
          <a:ln/>
        </p:spPr>
      </p:sp>
      <p:sp>
        <p:nvSpPr>
          <p:cNvPr id="188" name="Text 186"/>
          <p:cNvSpPr txBox="1"/>
          <p:nvPr/>
        </p:nvSpPr>
        <p:spPr>
          <a:xfrm>
            <a:off x="3401568"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89" name="Shape 187"/>
          <p:cNvSpPr/>
          <p:nvPr/>
        </p:nvSpPr>
        <p:spPr>
          <a:xfrm>
            <a:off x="4182466" y="4864608"/>
            <a:ext cx="844906" cy="292608"/>
          </a:xfrm>
          <a:prstGeom prst="rect">
            <a:avLst/>
          </a:prstGeom>
          <a:solidFill>
            <a:srgbClr val="10233A"/>
          </a:solidFill>
          <a:ln/>
        </p:spPr>
      </p:sp>
      <p:sp>
        <p:nvSpPr>
          <p:cNvPr id="190" name="Text 188"/>
          <p:cNvSpPr txBox="1"/>
          <p:nvPr/>
        </p:nvSpPr>
        <p:spPr>
          <a:xfrm>
            <a:off x="4246474"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91" name="Shape 189"/>
          <p:cNvSpPr/>
          <p:nvPr/>
        </p:nvSpPr>
        <p:spPr>
          <a:xfrm>
            <a:off x="5027371" y="4864608"/>
            <a:ext cx="844906" cy="292608"/>
          </a:xfrm>
          <a:prstGeom prst="rect">
            <a:avLst/>
          </a:prstGeom>
          <a:solidFill>
            <a:srgbClr val="10233A"/>
          </a:solidFill>
          <a:ln/>
        </p:spPr>
      </p:sp>
      <p:sp>
        <p:nvSpPr>
          <p:cNvPr id="192" name="Text 190"/>
          <p:cNvSpPr txBox="1"/>
          <p:nvPr/>
        </p:nvSpPr>
        <p:spPr>
          <a:xfrm>
            <a:off x="5091379"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93" name="Shape 191"/>
          <p:cNvSpPr/>
          <p:nvPr/>
        </p:nvSpPr>
        <p:spPr>
          <a:xfrm>
            <a:off x="5872277" y="4864608"/>
            <a:ext cx="844906" cy="292608"/>
          </a:xfrm>
          <a:prstGeom prst="rect">
            <a:avLst/>
          </a:prstGeom>
          <a:solidFill>
            <a:srgbClr val="10233A"/>
          </a:solidFill>
          <a:ln/>
        </p:spPr>
      </p:sp>
      <p:sp>
        <p:nvSpPr>
          <p:cNvPr id="194" name="Text 192"/>
          <p:cNvSpPr txBox="1"/>
          <p:nvPr/>
        </p:nvSpPr>
        <p:spPr>
          <a:xfrm>
            <a:off x="5936285"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95" name="Shape 193"/>
          <p:cNvSpPr/>
          <p:nvPr/>
        </p:nvSpPr>
        <p:spPr>
          <a:xfrm>
            <a:off x="6717182" y="4864608"/>
            <a:ext cx="844906" cy="292608"/>
          </a:xfrm>
          <a:prstGeom prst="rect">
            <a:avLst/>
          </a:prstGeom>
          <a:solidFill>
            <a:srgbClr val="10233A"/>
          </a:solidFill>
          <a:ln/>
        </p:spPr>
      </p:sp>
      <p:sp>
        <p:nvSpPr>
          <p:cNvPr id="196" name="Text 194"/>
          <p:cNvSpPr txBox="1"/>
          <p:nvPr/>
        </p:nvSpPr>
        <p:spPr>
          <a:xfrm>
            <a:off x="6781190"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7" name="Shape 195"/>
          <p:cNvSpPr/>
          <p:nvPr/>
        </p:nvSpPr>
        <p:spPr>
          <a:xfrm>
            <a:off x="7562088" y="4864608"/>
            <a:ext cx="844906" cy="292608"/>
          </a:xfrm>
          <a:prstGeom prst="rect">
            <a:avLst/>
          </a:prstGeom>
          <a:solidFill>
            <a:srgbClr val="10233A"/>
          </a:solidFill>
          <a:ln/>
        </p:spPr>
      </p:sp>
      <p:sp>
        <p:nvSpPr>
          <p:cNvPr id="198" name="Text 196"/>
          <p:cNvSpPr txBox="1"/>
          <p:nvPr/>
        </p:nvSpPr>
        <p:spPr>
          <a:xfrm>
            <a:off x="7626096"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99" name="Shape 197"/>
          <p:cNvSpPr/>
          <p:nvPr/>
        </p:nvSpPr>
        <p:spPr>
          <a:xfrm>
            <a:off x="8406994" y="4864608"/>
            <a:ext cx="844906" cy="292608"/>
          </a:xfrm>
          <a:prstGeom prst="rect">
            <a:avLst/>
          </a:prstGeom>
          <a:solidFill>
            <a:srgbClr val="10233A"/>
          </a:solidFill>
          <a:ln/>
        </p:spPr>
      </p:sp>
      <p:sp>
        <p:nvSpPr>
          <p:cNvPr id="200" name="Text 198"/>
          <p:cNvSpPr txBox="1"/>
          <p:nvPr/>
        </p:nvSpPr>
        <p:spPr>
          <a:xfrm>
            <a:off x="8471002"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01" name="Shape 199"/>
          <p:cNvSpPr/>
          <p:nvPr/>
        </p:nvSpPr>
        <p:spPr>
          <a:xfrm>
            <a:off x="9251899" y="4864608"/>
            <a:ext cx="844906" cy="292608"/>
          </a:xfrm>
          <a:prstGeom prst="rect">
            <a:avLst/>
          </a:prstGeom>
          <a:solidFill>
            <a:srgbClr val="10233A"/>
          </a:solidFill>
          <a:ln/>
        </p:spPr>
      </p:sp>
      <p:sp>
        <p:nvSpPr>
          <p:cNvPr id="202" name="Text 200"/>
          <p:cNvSpPr txBox="1"/>
          <p:nvPr/>
        </p:nvSpPr>
        <p:spPr>
          <a:xfrm>
            <a:off x="9315907"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03" name="Shape 201"/>
          <p:cNvSpPr/>
          <p:nvPr/>
        </p:nvSpPr>
        <p:spPr>
          <a:xfrm>
            <a:off x="10096805" y="4864608"/>
            <a:ext cx="844906" cy="292608"/>
          </a:xfrm>
          <a:prstGeom prst="rect">
            <a:avLst/>
          </a:prstGeom>
          <a:solidFill>
            <a:srgbClr val="10233A"/>
          </a:solidFill>
          <a:ln/>
        </p:spPr>
      </p:sp>
      <p:sp>
        <p:nvSpPr>
          <p:cNvPr id="204" name="Text 202"/>
          <p:cNvSpPr txBox="1"/>
          <p:nvPr/>
        </p:nvSpPr>
        <p:spPr>
          <a:xfrm>
            <a:off x="10160813"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05" name="Shape 203"/>
          <p:cNvSpPr/>
          <p:nvPr/>
        </p:nvSpPr>
        <p:spPr>
          <a:xfrm>
            <a:off x="10941710" y="4864608"/>
            <a:ext cx="844906" cy="292608"/>
          </a:xfrm>
          <a:prstGeom prst="rect">
            <a:avLst/>
          </a:prstGeom>
          <a:solidFill>
            <a:srgbClr val="10233A"/>
          </a:solidFill>
          <a:ln/>
        </p:spPr>
      </p:sp>
      <p:sp>
        <p:nvSpPr>
          <p:cNvPr id="206" name="Text 204"/>
          <p:cNvSpPr txBox="1"/>
          <p:nvPr/>
        </p:nvSpPr>
        <p:spPr>
          <a:xfrm>
            <a:off x="11005718"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07" name="Shape 205"/>
          <p:cNvSpPr/>
          <p:nvPr/>
        </p:nvSpPr>
        <p:spPr>
          <a:xfrm>
            <a:off x="411480" y="5157216"/>
            <a:ext cx="2926080" cy="256032"/>
          </a:xfrm>
          <a:prstGeom prst="rect">
            <a:avLst/>
          </a:prstGeom>
          <a:solidFill>
            <a:srgbClr val="FFFFFF"/>
          </a:solidFill>
          <a:ln w="6350">
            <a:solidFill>
              <a:srgbClr val="D3DCE5"/>
            </a:solidFill>
            <a:prstDash val="solid"/>
          </a:ln>
        </p:spPr>
      </p:sp>
      <p:sp>
        <p:nvSpPr>
          <p:cNvPr id="208" name="Text 206"/>
          <p:cNvSpPr txBox="1"/>
          <p:nvPr/>
        </p:nvSpPr>
        <p:spPr>
          <a:xfrm>
            <a:off x="475488" y="5157216"/>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09" name="Shape 207"/>
          <p:cNvSpPr/>
          <p:nvPr/>
        </p:nvSpPr>
        <p:spPr>
          <a:xfrm>
            <a:off x="3337560" y="5157216"/>
            <a:ext cx="844906" cy="256032"/>
          </a:xfrm>
          <a:prstGeom prst="rect">
            <a:avLst/>
          </a:prstGeom>
          <a:solidFill>
            <a:srgbClr val="FFFFFF"/>
          </a:solidFill>
          <a:ln w="6350">
            <a:solidFill>
              <a:srgbClr val="D3DCE5"/>
            </a:solidFill>
            <a:prstDash val="solid"/>
          </a:ln>
        </p:spPr>
      </p:sp>
      <p:sp>
        <p:nvSpPr>
          <p:cNvPr id="210" name="Text 208"/>
          <p:cNvSpPr txBox="1"/>
          <p:nvPr/>
        </p:nvSpPr>
        <p:spPr>
          <a:xfrm>
            <a:off x="3401568"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1" name="Shape 209"/>
          <p:cNvSpPr/>
          <p:nvPr/>
        </p:nvSpPr>
        <p:spPr>
          <a:xfrm>
            <a:off x="4182466" y="5157216"/>
            <a:ext cx="844906" cy="256032"/>
          </a:xfrm>
          <a:prstGeom prst="rect">
            <a:avLst/>
          </a:prstGeom>
          <a:solidFill>
            <a:srgbClr val="FFFFFF"/>
          </a:solidFill>
          <a:ln w="6350">
            <a:solidFill>
              <a:srgbClr val="D3DCE5"/>
            </a:solidFill>
            <a:prstDash val="solid"/>
          </a:ln>
        </p:spPr>
      </p:sp>
      <p:sp>
        <p:nvSpPr>
          <p:cNvPr id="212" name="Text 210"/>
          <p:cNvSpPr txBox="1"/>
          <p:nvPr/>
        </p:nvSpPr>
        <p:spPr>
          <a:xfrm>
            <a:off x="4246474"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3" name="Shape 211"/>
          <p:cNvSpPr/>
          <p:nvPr/>
        </p:nvSpPr>
        <p:spPr>
          <a:xfrm>
            <a:off x="5027371" y="5157216"/>
            <a:ext cx="844906" cy="256032"/>
          </a:xfrm>
          <a:prstGeom prst="rect">
            <a:avLst/>
          </a:prstGeom>
          <a:solidFill>
            <a:srgbClr val="FFFFFF"/>
          </a:solidFill>
          <a:ln w="6350">
            <a:solidFill>
              <a:srgbClr val="D3DCE5"/>
            </a:solidFill>
            <a:prstDash val="solid"/>
          </a:ln>
        </p:spPr>
      </p:sp>
      <p:sp>
        <p:nvSpPr>
          <p:cNvPr id="214" name="Text 212"/>
          <p:cNvSpPr txBox="1"/>
          <p:nvPr/>
        </p:nvSpPr>
        <p:spPr>
          <a:xfrm>
            <a:off x="5091379"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5" name="Shape 213"/>
          <p:cNvSpPr/>
          <p:nvPr/>
        </p:nvSpPr>
        <p:spPr>
          <a:xfrm>
            <a:off x="5872277" y="5157216"/>
            <a:ext cx="844906" cy="256032"/>
          </a:xfrm>
          <a:prstGeom prst="rect">
            <a:avLst/>
          </a:prstGeom>
          <a:solidFill>
            <a:srgbClr val="FFFFFF"/>
          </a:solidFill>
          <a:ln w="6350">
            <a:solidFill>
              <a:srgbClr val="D3DCE5"/>
            </a:solidFill>
            <a:prstDash val="solid"/>
          </a:ln>
        </p:spPr>
      </p:sp>
      <p:sp>
        <p:nvSpPr>
          <p:cNvPr id="216" name="Text 214"/>
          <p:cNvSpPr txBox="1"/>
          <p:nvPr/>
        </p:nvSpPr>
        <p:spPr>
          <a:xfrm>
            <a:off x="5936285"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7" name="Shape 215"/>
          <p:cNvSpPr/>
          <p:nvPr/>
        </p:nvSpPr>
        <p:spPr>
          <a:xfrm>
            <a:off x="6717182" y="5157216"/>
            <a:ext cx="844906" cy="256032"/>
          </a:xfrm>
          <a:prstGeom prst="rect">
            <a:avLst/>
          </a:prstGeom>
          <a:solidFill>
            <a:srgbClr val="FFFFFF"/>
          </a:solidFill>
          <a:ln w="6350">
            <a:solidFill>
              <a:srgbClr val="D3DCE5"/>
            </a:solidFill>
            <a:prstDash val="solid"/>
          </a:ln>
        </p:spPr>
      </p:sp>
      <p:sp>
        <p:nvSpPr>
          <p:cNvPr id="218" name="Text 216"/>
          <p:cNvSpPr txBox="1"/>
          <p:nvPr/>
        </p:nvSpPr>
        <p:spPr>
          <a:xfrm>
            <a:off x="6781190"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19" name="Shape 217"/>
          <p:cNvSpPr/>
          <p:nvPr/>
        </p:nvSpPr>
        <p:spPr>
          <a:xfrm>
            <a:off x="7562088" y="5157216"/>
            <a:ext cx="844906" cy="256032"/>
          </a:xfrm>
          <a:prstGeom prst="rect">
            <a:avLst/>
          </a:prstGeom>
          <a:solidFill>
            <a:srgbClr val="FFFFFF"/>
          </a:solidFill>
          <a:ln w="6350">
            <a:solidFill>
              <a:srgbClr val="D3DCE5"/>
            </a:solidFill>
            <a:prstDash val="solid"/>
          </a:ln>
        </p:spPr>
      </p:sp>
      <p:sp>
        <p:nvSpPr>
          <p:cNvPr id="220" name="Text 218"/>
          <p:cNvSpPr txBox="1"/>
          <p:nvPr/>
        </p:nvSpPr>
        <p:spPr>
          <a:xfrm>
            <a:off x="7626096"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1" name="Shape 219"/>
          <p:cNvSpPr/>
          <p:nvPr/>
        </p:nvSpPr>
        <p:spPr>
          <a:xfrm>
            <a:off x="8406994" y="5157216"/>
            <a:ext cx="844906" cy="256032"/>
          </a:xfrm>
          <a:prstGeom prst="rect">
            <a:avLst/>
          </a:prstGeom>
          <a:solidFill>
            <a:srgbClr val="FFFFFF"/>
          </a:solidFill>
          <a:ln w="6350">
            <a:solidFill>
              <a:srgbClr val="D3DCE5"/>
            </a:solidFill>
            <a:prstDash val="solid"/>
          </a:ln>
        </p:spPr>
      </p:sp>
      <p:sp>
        <p:nvSpPr>
          <p:cNvPr id="222" name="Text 220"/>
          <p:cNvSpPr txBox="1"/>
          <p:nvPr/>
        </p:nvSpPr>
        <p:spPr>
          <a:xfrm>
            <a:off x="8471002"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3" name="Shape 221"/>
          <p:cNvSpPr/>
          <p:nvPr/>
        </p:nvSpPr>
        <p:spPr>
          <a:xfrm>
            <a:off x="9251899" y="5157216"/>
            <a:ext cx="844906" cy="256032"/>
          </a:xfrm>
          <a:prstGeom prst="rect">
            <a:avLst/>
          </a:prstGeom>
          <a:solidFill>
            <a:srgbClr val="FFFFFF"/>
          </a:solidFill>
          <a:ln w="6350">
            <a:solidFill>
              <a:srgbClr val="D3DCE5"/>
            </a:solidFill>
            <a:prstDash val="solid"/>
          </a:ln>
        </p:spPr>
      </p:sp>
      <p:sp>
        <p:nvSpPr>
          <p:cNvPr id="224" name="Text 222"/>
          <p:cNvSpPr txBox="1"/>
          <p:nvPr/>
        </p:nvSpPr>
        <p:spPr>
          <a:xfrm>
            <a:off x="9315907"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5" name="Shape 223"/>
          <p:cNvSpPr/>
          <p:nvPr/>
        </p:nvSpPr>
        <p:spPr>
          <a:xfrm>
            <a:off x="10096805" y="5157216"/>
            <a:ext cx="844906" cy="256032"/>
          </a:xfrm>
          <a:prstGeom prst="rect">
            <a:avLst/>
          </a:prstGeom>
          <a:solidFill>
            <a:srgbClr val="FFFFFF"/>
          </a:solidFill>
          <a:ln w="6350">
            <a:solidFill>
              <a:srgbClr val="D3DCE5"/>
            </a:solidFill>
            <a:prstDash val="solid"/>
          </a:ln>
        </p:spPr>
      </p:sp>
      <p:sp>
        <p:nvSpPr>
          <p:cNvPr id="226" name="Text 224"/>
          <p:cNvSpPr txBox="1"/>
          <p:nvPr/>
        </p:nvSpPr>
        <p:spPr>
          <a:xfrm>
            <a:off x="10160813"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7" name="Shape 225"/>
          <p:cNvSpPr/>
          <p:nvPr/>
        </p:nvSpPr>
        <p:spPr>
          <a:xfrm>
            <a:off x="10941710" y="5157216"/>
            <a:ext cx="844906" cy="256032"/>
          </a:xfrm>
          <a:prstGeom prst="rect">
            <a:avLst/>
          </a:prstGeom>
          <a:solidFill>
            <a:srgbClr val="FFFFFF"/>
          </a:solidFill>
          <a:ln w="6350">
            <a:solidFill>
              <a:srgbClr val="D3DCE5"/>
            </a:solidFill>
            <a:prstDash val="solid"/>
          </a:ln>
        </p:spPr>
      </p:sp>
      <p:sp>
        <p:nvSpPr>
          <p:cNvPr id="228" name="Text 226"/>
          <p:cNvSpPr txBox="1"/>
          <p:nvPr/>
        </p:nvSpPr>
        <p:spPr>
          <a:xfrm>
            <a:off x="11005718"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29" name="Shape 227"/>
          <p:cNvSpPr/>
          <p:nvPr/>
        </p:nvSpPr>
        <p:spPr>
          <a:xfrm>
            <a:off x="411480" y="5413248"/>
            <a:ext cx="2926080" cy="256032"/>
          </a:xfrm>
          <a:prstGeom prst="rect">
            <a:avLst/>
          </a:prstGeom>
          <a:solidFill>
            <a:srgbClr val="F7F9FB"/>
          </a:solidFill>
          <a:ln w="6350">
            <a:solidFill>
              <a:srgbClr val="D3DCE5"/>
            </a:solidFill>
            <a:prstDash val="solid"/>
          </a:ln>
        </p:spPr>
      </p:sp>
      <p:sp>
        <p:nvSpPr>
          <p:cNvPr id="230" name="Text 228"/>
          <p:cNvSpPr txBox="1"/>
          <p:nvPr/>
        </p:nvSpPr>
        <p:spPr>
          <a:xfrm>
            <a:off x="475488" y="5413248"/>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1" name="Shape 229"/>
          <p:cNvSpPr/>
          <p:nvPr/>
        </p:nvSpPr>
        <p:spPr>
          <a:xfrm>
            <a:off x="3337560" y="5413248"/>
            <a:ext cx="844906" cy="256032"/>
          </a:xfrm>
          <a:prstGeom prst="rect">
            <a:avLst/>
          </a:prstGeom>
          <a:solidFill>
            <a:srgbClr val="F7F9FB"/>
          </a:solidFill>
          <a:ln w="6350">
            <a:solidFill>
              <a:srgbClr val="D3DCE5"/>
            </a:solidFill>
            <a:prstDash val="solid"/>
          </a:ln>
        </p:spPr>
      </p:sp>
      <p:sp>
        <p:nvSpPr>
          <p:cNvPr id="232" name="Text 230"/>
          <p:cNvSpPr txBox="1"/>
          <p:nvPr/>
        </p:nvSpPr>
        <p:spPr>
          <a:xfrm>
            <a:off x="3401568"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3" name="Shape 231"/>
          <p:cNvSpPr/>
          <p:nvPr/>
        </p:nvSpPr>
        <p:spPr>
          <a:xfrm>
            <a:off x="4182466" y="5413248"/>
            <a:ext cx="844906" cy="256032"/>
          </a:xfrm>
          <a:prstGeom prst="rect">
            <a:avLst/>
          </a:prstGeom>
          <a:solidFill>
            <a:srgbClr val="F7F9FB"/>
          </a:solidFill>
          <a:ln w="6350">
            <a:solidFill>
              <a:srgbClr val="D3DCE5"/>
            </a:solidFill>
            <a:prstDash val="solid"/>
          </a:ln>
        </p:spPr>
      </p:sp>
      <p:sp>
        <p:nvSpPr>
          <p:cNvPr id="234" name="Text 232"/>
          <p:cNvSpPr txBox="1"/>
          <p:nvPr/>
        </p:nvSpPr>
        <p:spPr>
          <a:xfrm>
            <a:off x="4246474"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5" name="Shape 233"/>
          <p:cNvSpPr/>
          <p:nvPr/>
        </p:nvSpPr>
        <p:spPr>
          <a:xfrm>
            <a:off x="5027371" y="5413248"/>
            <a:ext cx="844906" cy="256032"/>
          </a:xfrm>
          <a:prstGeom prst="rect">
            <a:avLst/>
          </a:prstGeom>
          <a:solidFill>
            <a:srgbClr val="F7F9FB"/>
          </a:solidFill>
          <a:ln w="6350">
            <a:solidFill>
              <a:srgbClr val="D3DCE5"/>
            </a:solidFill>
            <a:prstDash val="solid"/>
          </a:ln>
        </p:spPr>
      </p:sp>
      <p:sp>
        <p:nvSpPr>
          <p:cNvPr id="236" name="Text 234"/>
          <p:cNvSpPr txBox="1"/>
          <p:nvPr/>
        </p:nvSpPr>
        <p:spPr>
          <a:xfrm>
            <a:off x="5091379"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7" name="Shape 235"/>
          <p:cNvSpPr/>
          <p:nvPr/>
        </p:nvSpPr>
        <p:spPr>
          <a:xfrm>
            <a:off x="5872277" y="5413248"/>
            <a:ext cx="844906" cy="256032"/>
          </a:xfrm>
          <a:prstGeom prst="rect">
            <a:avLst/>
          </a:prstGeom>
          <a:solidFill>
            <a:srgbClr val="F7F9FB"/>
          </a:solidFill>
          <a:ln w="6350">
            <a:solidFill>
              <a:srgbClr val="D3DCE5"/>
            </a:solidFill>
            <a:prstDash val="solid"/>
          </a:ln>
        </p:spPr>
      </p:sp>
      <p:sp>
        <p:nvSpPr>
          <p:cNvPr id="238" name="Text 236"/>
          <p:cNvSpPr txBox="1"/>
          <p:nvPr/>
        </p:nvSpPr>
        <p:spPr>
          <a:xfrm>
            <a:off x="5936285"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39" name="Shape 237"/>
          <p:cNvSpPr/>
          <p:nvPr/>
        </p:nvSpPr>
        <p:spPr>
          <a:xfrm>
            <a:off x="6717182" y="5413248"/>
            <a:ext cx="844906" cy="256032"/>
          </a:xfrm>
          <a:prstGeom prst="rect">
            <a:avLst/>
          </a:prstGeom>
          <a:solidFill>
            <a:srgbClr val="F7F9FB"/>
          </a:solidFill>
          <a:ln w="6350">
            <a:solidFill>
              <a:srgbClr val="D3DCE5"/>
            </a:solidFill>
            <a:prstDash val="solid"/>
          </a:ln>
        </p:spPr>
      </p:sp>
      <p:sp>
        <p:nvSpPr>
          <p:cNvPr id="240" name="Text 238"/>
          <p:cNvSpPr txBox="1"/>
          <p:nvPr/>
        </p:nvSpPr>
        <p:spPr>
          <a:xfrm>
            <a:off x="6781190"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1" name="Shape 239"/>
          <p:cNvSpPr/>
          <p:nvPr/>
        </p:nvSpPr>
        <p:spPr>
          <a:xfrm>
            <a:off x="7562088" y="5413248"/>
            <a:ext cx="844906" cy="256032"/>
          </a:xfrm>
          <a:prstGeom prst="rect">
            <a:avLst/>
          </a:prstGeom>
          <a:solidFill>
            <a:srgbClr val="F7F9FB"/>
          </a:solidFill>
          <a:ln w="6350">
            <a:solidFill>
              <a:srgbClr val="D3DCE5"/>
            </a:solidFill>
            <a:prstDash val="solid"/>
          </a:ln>
        </p:spPr>
      </p:sp>
      <p:sp>
        <p:nvSpPr>
          <p:cNvPr id="242" name="Text 240"/>
          <p:cNvSpPr txBox="1"/>
          <p:nvPr/>
        </p:nvSpPr>
        <p:spPr>
          <a:xfrm>
            <a:off x="7626096"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3" name="Shape 241"/>
          <p:cNvSpPr/>
          <p:nvPr/>
        </p:nvSpPr>
        <p:spPr>
          <a:xfrm>
            <a:off x="8406994" y="5413248"/>
            <a:ext cx="844906" cy="256032"/>
          </a:xfrm>
          <a:prstGeom prst="rect">
            <a:avLst/>
          </a:prstGeom>
          <a:solidFill>
            <a:srgbClr val="F7F9FB"/>
          </a:solidFill>
          <a:ln w="6350">
            <a:solidFill>
              <a:srgbClr val="D3DCE5"/>
            </a:solidFill>
            <a:prstDash val="solid"/>
          </a:ln>
        </p:spPr>
      </p:sp>
      <p:sp>
        <p:nvSpPr>
          <p:cNvPr id="244" name="Text 242"/>
          <p:cNvSpPr txBox="1"/>
          <p:nvPr/>
        </p:nvSpPr>
        <p:spPr>
          <a:xfrm>
            <a:off x="8471002"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5" name="Shape 243"/>
          <p:cNvSpPr/>
          <p:nvPr/>
        </p:nvSpPr>
        <p:spPr>
          <a:xfrm>
            <a:off x="9251899" y="5413248"/>
            <a:ext cx="844906" cy="256032"/>
          </a:xfrm>
          <a:prstGeom prst="rect">
            <a:avLst/>
          </a:prstGeom>
          <a:solidFill>
            <a:srgbClr val="F7F9FB"/>
          </a:solidFill>
          <a:ln w="6350">
            <a:solidFill>
              <a:srgbClr val="D3DCE5"/>
            </a:solidFill>
            <a:prstDash val="solid"/>
          </a:ln>
        </p:spPr>
      </p:sp>
      <p:sp>
        <p:nvSpPr>
          <p:cNvPr id="246" name="Text 244"/>
          <p:cNvSpPr txBox="1"/>
          <p:nvPr/>
        </p:nvSpPr>
        <p:spPr>
          <a:xfrm>
            <a:off x="9315907"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7" name="Shape 245"/>
          <p:cNvSpPr/>
          <p:nvPr/>
        </p:nvSpPr>
        <p:spPr>
          <a:xfrm>
            <a:off x="10096805" y="5413248"/>
            <a:ext cx="844906" cy="256032"/>
          </a:xfrm>
          <a:prstGeom prst="rect">
            <a:avLst/>
          </a:prstGeom>
          <a:solidFill>
            <a:srgbClr val="F7F9FB"/>
          </a:solidFill>
          <a:ln w="6350">
            <a:solidFill>
              <a:srgbClr val="D3DCE5"/>
            </a:solidFill>
            <a:prstDash val="solid"/>
          </a:ln>
        </p:spPr>
      </p:sp>
      <p:sp>
        <p:nvSpPr>
          <p:cNvPr id="248" name="Text 246"/>
          <p:cNvSpPr txBox="1"/>
          <p:nvPr/>
        </p:nvSpPr>
        <p:spPr>
          <a:xfrm>
            <a:off x="10160813"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49" name="Shape 247"/>
          <p:cNvSpPr/>
          <p:nvPr/>
        </p:nvSpPr>
        <p:spPr>
          <a:xfrm>
            <a:off x="10941710" y="5413248"/>
            <a:ext cx="844906" cy="256032"/>
          </a:xfrm>
          <a:prstGeom prst="rect">
            <a:avLst/>
          </a:prstGeom>
          <a:solidFill>
            <a:srgbClr val="F7F9FB"/>
          </a:solidFill>
          <a:ln w="6350">
            <a:solidFill>
              <a:srgbClr val="D3DCE5"/>
            </a:solidFill>
            <a:prstDash val="solid"/>
          </a:ln>
        </p:spPr>
      </p:sp>
      <p:sp>
        <p:nvSpPr>
          <p:cNvPr id="250" name="Text 248"/>
          <p:cNvSpPr txBox="1"/>
          <p:nvPr/>
        </p:nvSpPr>
        <p:spPr>
          <a:xfrm>
            <a:off x="11005718"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1" name="Shape 249"/>
          <p:cNvSpPr/>
          <p:nvPr/>
        </p:nvSpPr>
        <p:spPr>
          <a:xfrm>
            <a:off x="411480" y="5669280"/>
            <a:ext cx="2926080" cy="256032"/>
          </a:xfrm>
          <a:prstGeom prst="rect">
            <a:avLst/>
          </a:prstGeom>
          <a:solidFill>
            <a:srgbClr val="FFFFFF"/>
          </a:solidFill>
          <a:ln w="6350">
            <a:solidFill>
              <a:srgbClr val="D3DCE5"/>
            </a:solidFill>
            <a:prstDash val="solid"/>
          </a:ln>
        </p:spPr>
      </p:sp>
      <p:sp>
        <p:nvSpPr>
          <p:cNvPr id="252" name="Text 250"/>
          <p:cNvSpPr txBox="1"/>
          <p:nvPr/>
        </p:nvSpPr>
        <p:spPr>
          <a:xfrm>
            <a:off x="475488" y="5669280"/>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3" name="Shape 251"/>
          <p:cNvSpPr/>
          <p:nvPr/>
        </p:nvSpPr>
        <p:spPr>
          <a:xfrm>
            <a:off x="3337560" y="5669280"/>
            <a:ext cx="844906" cy="256032"/>
          </a:xfrm>
          <a:prstGeom prst="rect">
            <a:avLst/>
          </a:prstGeom>
          <a:solidFill>
            <a:srgbClr val="FFFFFF"/>
          </a:solidFill>
          <a:ln w="6350">
            <a:solidFill>
              <a:srgbClr val="D3DCE5"/>
            </a:solidFill>
            <a:prstDash val="solid"/>
          </a:ln>
        </p:spPr>
      </p:sp>
      <p:sp>
        <p:nvSpPr>
          <p:cNvPr id="254" name="Text 252"/>
          <p:cNvSpPr txBox="1"/>
          <p:nvPr/>
        </p:nvSpPr>
        <p:spPr>
          <a:xfrm>
            <a:off x="3401568"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5" name="Shape 253"/>
          <p:cNvSpPr/>
          <p:nvPr/>
        </p:nvSpPr>
        <p:spPr>
          <a:xfrm>
            <a:off x="4182466" y="5669280"/>
            <a:ext cx="844906" cy="256032"/>
          </a:xfrm>
          <a:prstGeom prst="rect">
            <a:avLst/>
          </a:prstGeom>
          <a:solidFill>
            <a:srgbClr val="FFFFFF"/>
          </a:solidFill>
          <a:ln w="6350">
            <a:solidFill>
              <a:srgbClr val="D3DCE5"/>
            </a:solidFill>
            <a:prstDash val="solid"/>
          </a:ln>
        </p:spPr>
      </p:sp>
      <p:sp>
        <p:nvSpPr>
          <p:cNvPr id="256" name="Text 254"/>
          <p:cNvSpPr txBox="1"/>
          <p:nvPr/>
        </p:nvSpPr>
        <p:spPr>
          <a:xfrm>
            <a:off x="4246474"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7" name="Shape 255"/>
          <p:cNvSpPr/>
          <p:nvPr/>
        </p:nvSpPr>
        <p:spPr>
          <a:xfrm>
            <a:off x="5027371" y="5669280"/>
            <a:ext cx="844906" cy="256032"/>
          </a:xfrm>
          <a:prstGeom prst="rect">
            <a:avLst/>
          </a:prstGeom>
          <a:solidFill>
            <a:srgbClr val="FFFFFF"/>
          </a:solidFill>
          <a:ln w="6350">
            <a:solidFill>
              <a:srgbClr val="D3DCE5"/>
            </a:solidFill>
            <a:prstDash val="solid"/>
          </a:ln>
        </p:spPr>
      </p:sp>
      <p:sp>
        <p:nvSpPr>
          <p:cNvPr id="258" name="Text 256"/>
          <p:cNvSpPr txBox="1"/>
          <p:nvPr/>
        </p:nvSpPr>
        <p:spPr>
          <a:xfrm>
            <a:off x="5091379"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59" name="Shape 257"/>
          <p:cNvSpPr/>
          <p:nvPr/>
        </p:nvSpPr>
        <p:spPr>
          <a:xfrm>
            <a:off x="5872277" y="5669280"/>
            <a:ext cx="844906" cy="256032"/>
          </a:xfrm>
          <a:prstGeom prst="rect">
            <a:avLst/>
          </a:prstGeom>
          <a:solidFill>
            <a:srgbClr val="FFFFFF"/>
          </a:solidFill>
          <a:ln w="6350">
            <a:solidFill>
              <a:srgbClr val="D3DCE5"/>
            </a:solidFill>
            <a:prstDash val="solid"/>
          </a:ln>
        </p:spPr>
      </p:sp>
      <p:sp>
        <p:nvSpPr>
          <p:cNvPr id="260" name="Text 258"/>
          <p:cNvSpPr txBox="1"/>
          <p:nvPr/>
        </p:nvSpPr>
        <p:spPr>
          <a:xfrm>
            <a:off x="5936285"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1" name="Shape 259"/>
          <p:cNvSpPr/>
          <p:nvPr/>
        </p:nvSpPr>
        <p:spPr>
          <a:xfrm>
            <a:off x="6717182" y="5669280"/>
            <a:ext cx="844906" cy="256032"/>
          </a:xfrm>
          <a:prstGeom prst="rect">
            <a:avLst/>
          </a:prstGeom>
          <a:solidFill>
            <a:srgbClr val="FFFFFF"/>
          </a:solidFill>
          <a:ln w="6350">
            <a:solidFill>
              <a:srgbClr val="D3DCE5"/>
            </a:solidFill>
            <a:prstDash val="solid"/>
          </a:ln>
        </p:spPr>
      </p:sp>
      <p:sp>
        <p:nvSpPr>
          <p:cNvPr id="262" name="Text 260"/>
          <p:cNvSpPr txBox="1"/>
          <p:nvPr/>
        </p:nvSpPr>
        <p:spPr>
          <a:xfrm>
            <a:off x="6781190"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3" name="Shape 261"/>
          <p:cNvSpPr/>
          <p:nvPr/>
        </p:nvSpPr>
        <p:spPr>
          <a:xfrm>
            <a:off x="7562088" y="5669280"/>
            <a:ext cx="844906" cy="256032"/>
          </a:xfrm>
          <a:prstGeom prst="rect">
            <a:avLst/>
          </a:prstGeom>
          <a:solidFill>
            <a:srgbClr val="FFFFFF"/>
          </a:solidFill>
          <a:ln w="6350">
            <a:solidFill>
              <a:srgbClr val="D3DCE5"/>
            </a:solidFill>
            <a:prstDash val="solid"/>
          </a:ln>
        </p:spPr>
      </p:sp>
      <p:sp>
        <p:nvSpPr>
          <p:cNvPr id="264" name="Text 262"/>
          <p:cNvSpPr txBox="1"/>
          <p:nvPr/>
        </p:nvSpPr>
        <p:spPr>
          <a:xfrm>
            <a:off x="7626096"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5" name="Shape 263"/>
          <p:cNvSpPr/>
          <p:nvPr/>
        </p:nvSpPr>
        <p:spPr>
          <a:xfrm>
            <a:off x="8406994" y="5669280"/>
            <a:ext cx="844906" cy="256032"/>
          </a:xfrm>
          <a:prstGeom prst="rect">
            <a:avLst/>
          </a:prstGeom>
          <a:solidFill>
            <a:srgbClr val="FFFFFF"/>
          </a:solidFill>
          <a:ln w="6350">
            <a:solidFill>
              <a:srgbClr val="D3DCE5"/>
            </a:solidFill>
            <a:prstDash val="solid"/>
          </a:ln>
        </p:spPr>
      </p:sp>
      <p:sp>
        <p:nvSpPr>
          <p:cNvPr id="266" name="Text 264"/>
          <p:cNvSpPr txBox="1"/>
          <p:nvPr/>
        </p:nvSpPr>
        <p:spPr>
          <a:xfrm>
            <a:off x="8471002"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7" name="Shape 265"/>
          <p:cNvSpPr/>
          <p:nvPr/>
        </p:nvSpPr>
        <p:spPr>
          <a:xfrm>
            <a:off x="9251899" y="5669280"/>
            <a:ext cx="844906" cy="256032"/>
          </a:xfrm>
          <a:prstGeom prst="rect">
            <a:avLst/>
          </a:prstGeom>
          <a:solidFill>
            <a:srgbClr val="FFFFFF"/>
          </a:solidFill>
          <a:ln w="6350">
            <a:solidFill>
              <a:srgbClr val="D3DCE5"/>
            </a:solidFill>
            <a:prstDash val="solid"/>
          </a:ln>
        </p:spPr>
      </p:sp>
      <p:sp>
        <p:nvSpPr>
          <p:cNvPr id="268" name="Text 266"/>
          <p:cNvSpPr txBox="1"/>
          <p:nvPr/>
        </p:nvSpPr>
        <p:spPr>
          <a:xfrm>
            <a:off x="9315907"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69" name="Shape 267"/>
          <p:cNvSpPr/>
          <p:nvPr/>
        </p:nvSpPr>
        <p:spPr>
          <a:xfrm>
            <a:off x="10096805" y="5669280"/>
            <a:ext cx="844906" cy="256032"/>
          </a:xfrm>
          <a:prstGeom prst="rect">
            <a:avLst/>
          </a:prstGeom>
          <a:solidFill>
            <a:srgbClr val="FFFFFF"/>
          </a:solidFill>
          <a:ln w="6350">
            <a:solidFill>
              <a:srgbClr val="D3DCE5"/>
            </a:solidFill>
            <a:prstDash val="solid"/>
          </a:ln>
        </p:spPr>
      </p:sp>
      <p:sp>
        <p:nvSpPr>
          <p:cNvPr id="270" name="Text 268"/>
          <p:cNvSpPr txBox="1"/>
          <p:nvPr/>
        </p:nvSpPr>
        <p:spPr>
          <a:xfrm>
            <a:off x="10160813"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1" name="Shape 269"/>
          <p:cNvSpPr/>
          <p:nvPr/>
        </p:nvSpPr>
        <p:spPr>
          <a:xfrm>
            <a:off x="10941710" y="5669280"/>
            <a:ext cx="844906" cy="256032"/>
          </a:xfrm>
          <a:prstGeom prst="rect">
            <a:avLst/>
          </a:prstGeom>
          <a:solidFill>
            <a:srgbClr val="FFFFFF"/>
          </a:solidFill>
          <a:ln w="6350">
            <a:solidFill>
              <a:srgbClr val="D3DCE5"/>
            </a:solidFill>
            <a:prstDash val="solid"/>
          </a:ln>
        </p:spPr>
      </p:sp>
      <p:sp>
        <p:nvSpPr>
          <p:cNvPr id="272" name="Text 270"/>
          <p:cNvSpPr txBox="1"/>
          <p:nvPr/>
        </p:nvSpPr>
        <p:spPr>
          <a:xfrm>
            <a:off x="11005718"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3" name="Shape 271"/>
          <p:cNvSpPr/>
          <p:nvPr/>
        </p:nvSpPr>
        <p:spPr>
          <a:xfrm>
            <a:off x="411480" y="6108192"/>
            <a:ext cx="11375136" cy="1060704"/>
          </a:xfrm>
          <a:prstGeom prst="rect">
            <a:avLst/>
          </a:prstGeom>
          <a:solidFill>
            <a:srgbClr val="EEF2F6"/>
          </a:solidFill>
          <a:ln w="9525">
            <a:solidFill>
              <a:srgbClr val="D3DCE5"/>
            </a:solidFill>
            <a:prstDash val="solid"/>
          </a:ln>
        </p:spPr>
      </p:sp>
      <p:sp>
        <p:nvSpPr>
          <p:cNvPr id="274" name="Text 272"/>
          <p:cNvSpPr txBox="1"/>
          <p:nvPr/>
        </p:nvSpPr>
        <p:spPr>
          <a:xfrm>
            <a:off x="576072" y="62362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5" name="Text 273"/>
          <p:cNvSpPr txBox="1"/>
          <p:nvPr/>
        </p:nvSpPr>
        <p:spPr>
          <a:xfrm>
            <a:off x="576072" y="6565392"/>
            <a:ext cx="11045952" cy="51206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FY26 actual was A$569/t and FY27 guidance is A$575-625/t, with the step-up attributed to higher-cost Ngungaju tonnes. Our base case uses A$600/t, the midpoint, falling to A$565/t by the 2030s as P2000 volume dilutes fixed costs.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the bear case costs rise to A$655/t by FY29 on lower volumes and then fall back to A$610/t as the operation is re-based. We deliberately did not let bear costs drift upward indefinitely: a miner facing a sustained price trough cuts, and modelling otherwise would have made the bear case artificially severe.</a:t>
            </a:r>
            <a:endParaRPr lang="en-US" sz="900" dirty="0"/>
          </a:p>
        </p:txBody>
      </p:sp>
      <p:sp>
        <p:nvSpPr>
          <p:cNvPr id="276" name="Text 27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50" dirty="0"/>
          </a:p>
        </p:txBody>
      </p:sp>
      <p:sp>
        <p:nvSpPr>
          <p:cNvPr id="277" name="Text 27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Income statement,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FY24A to FY36F. FY25A and FY26A tie to reported revenue and reported underlying EBITDA by construction.</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24028"/>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6" name="Shape 34"/>
          <p:cNvSpPr/>
          <p:nvPr/>
        </p:nvSpPr>
        <p:spPr>
          <a:xfrm>
            <a:off x="3200400" y="1773936"/>
            <a:ext cx="660478" cy="224028"/>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8" name="Shape 36"/>
          <p:cNvSpPr/>
          <p:nvPr/>
        </p:nvSpPr>
        <p:spPr>
          <a:xfrm>
            <a:off x="3860878" y="1773936"/>
            <a:ext cx="660478" cy="224028"/>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0" name="Shape 38"/>
          <p:cNvSpPr/>
          <p:nvPr/>
        </p:nvSpPr>
        <p:spPr>
          <a:xfrm>
            <a:off x="4521356" y="1773936"/>
            <a:ext cx="660478" cy="224028"/>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2" name="Shape 40"/>
          <p:cNvSpPr/>
          <p:nvPr/>
        </p:nvSpPr>
        <p:spPr>
          <a:xfrm>
            <a:off x="5181834" y="1773936"/>
            <a:ext cx="660478" cy="224028"/>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4" name="Shape 42"/>
          <p:cNvSpPr/>
          <p:nvPr/>
        </p:nvSpPr>
        <p:spPr>
          <a:xfrm>
            <a:off x="5842313" y="1773936"/>
            <a:ext cx="660478" cy="224028"/>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6" name="Shape 44"/>
          <p:cNvSpPr/>
          <p:nvPr/>
        </p:nvSpPr>
        <p:spPr>
          <a:xfrm>
            <a:off x="6502791" y="1773936"/>
            <a:ext cx="660478" cy="224028"/>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8" name="Shape 46"/>
          <p:cNvSpPr/>
          <p:nvPr/>
        </p:nvSpPr>
        <p:spPr>
          <a:xfrm>
            <a:off x="7163269" y="1773936"/>
            <a:ext cx="660478" cy="224028"/>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0" name="Shape 48"/>
          <p:cNvSpPr/>
          <p:nvPr/>
        </p:nvSpPr>
        <p:spPr>
          <a:xfrm>
            <a:off x="7823747" y="1773936"/>
            <a:ext cx="660478" cy="224028"/>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2" name="Shape 50"/>
          <p:cNvSpPr/>
          <p:nvPr/>
        </p:nvSpPr>
        <p:spPr>
          <a:xfrm>
            <a:off x="8484225" y="1773936"/>
            <a:ext cx="660478" cy="224028"/>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4" name="Shape 52"/>
          <p:cNvSpPr/>
          <p:nvPr/>
        </p:nvSpPr>
        <p:spPr>
          <a:xfrm>
            <a:off x="9144703" y="1773936"/>
            <a:ext cx="660478" cy="224028"/>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6" name="Shape 54"/>
          <p:cNvSpPr/>
          <p:nvPr/>
        </p:nvSpPr>
        <p:spPr>
          <a:xfrm>
            <a:off x="9805182" y="1773936"/>
            <a:ext cx="660478" cy="224028"/>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8" name="Shape 56"/>
          <p:cNvSpPr/>
          <p:nvPr/>
        </p:nvSpPr>
        <p:spPr>
          <a:xfrm>
            <a:off x="10465660" y="1773936"/>
            <a:ext cx="660478" cy="224028"/>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0" name="Shape 58"/>
          <p:cNvSpPr/>
          <p:nvPr/>
        </p:nvSpPr>
        <p:spPr>
          <a:xfrm>
            <a:off x="11126138" y="1773936"/>
            <a:ext cx="660478" cy="224028"/>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2" name="Shape 60"/>
          <p:cNvSpPr/>
          <p:nvPr/>
        </p:nvSpPr>
        <p:spPr>
          <a:xfrm>
            <a:off x="411480" y="1997964"/>
            <a:ext cx="2788920" cy="224028"/>
          </a:xfrm>
          <a:prstGeom prst="rect">
            <a:avLst/>
          </a:prstGeom>
          <a:solidFill>
            <a:srgbClr val="F7F9FB"/>
          </a:solidFill>
          <a:ln w="5080">
            <a:solidFill>
              <a:srgbClr val="D3DCE5"/>
            </a:solidFill>
            <a:prstDash val="solid"/>
          </a:ln>
        </p:spPr>
      </p:sp>
      <p:sp>
        <p:nvSpPr>
          <p:cNvPr id="63" name="Text 61"/>
          <p:cNvSpPr txBox="1"/>
          <p:nvPr/>
        </p:nvSpPr>
        <p:spPr>
          <a:xfrm>
            <a:off x="475488" y="19979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4" name="Shape 62"/>
          <p:cNvSpPr/>
          <p:nvPr/>
        </p:nvSpPr>
        <p:spPr>
          <a:xfrm>
            <a:off x="3200400" y="1997964"/>
            <a:ext cx="660478" cy="224028"/>
          </a:xfrm>
          <a:prstGeom prst="rect">
            <a:avLst/>
          </a:prstGeom>
          <a:solidFill>
            <a:srgbClr val="F7F9FB"/>
          </a:solidFill>
          <a:ln w="5080">
            <a:solidFill>
              <a:srgbClr val="D3DCE5"/>
            </a:solidFill>
            <a:prstDash val="solid"/>
          </a:ln>
        </p:spPr>
      </p:sp>
      <p:sp>
        <p:nvSpPr>
          <p:cNvPr id="65" name="Text 63"/>
          <p:cNvSpPr txBox="1"/>
          <p:nvPr/>
        </p:nvSpPr>
        <p:spPr>
          <a:xfrm>
            <a:off x="320040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6" name="Shape 64"/>
          <p:cNvSpPr/>
          <p:nvPr/>
        </p:nvSpPr>
        <p:spPr>
          <a:xfrm>
            <a:off x="3860878" y="1997964"/>
            <a:ext cx="660478" cy="224028"/>
          </a:xfrm>
          <a:prstGeom prst="rect">
            <a:avLst/>
          </a:prstGeom>
          <a:solidFill>
            <a:srgbClr val="F7F9FB"/>
          </a:solidFill>
          <a:ln w="5080">
            <a:solidFill>
              <a:srgbClr val="D3DCE5"/>
            </a:solidFill>
            <a:prstDash val="solid"/>
          </a:ln>
        </p:spPr>
      </p:sp>
      <p:sp>
        <p:nvSpPr>
          <p:cNvPr id="67" name="Text 65"/>
          <p:cNvSpPr txBox="1"/>
          <p:nvPr/>
        </p:nvSpPr>
        <p:spPr>
          <a:xfrm>
            <a:off x="386087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8" name="Shape 66"/>
          <p:cNvSpPr/>
          <p:nvPr/>
        </p:nvSpPr>
        <p:spPr>
          <a:xfrm>
            <a:off x="4521356" y="1997964"/>
            <a:ext cx="660478" cy="224028"/>
          </a:xfrm>
          <a:prstGeom prst="rect">
            <a:avLst/>
          </a:prstGeom>
          <a:solidFill>
            <a:srgbClr val="F7F9FB"/>
          </a:solidFill>
          <a:ln w="5080">
            <a:solidFill>
              <a:srgbClr val="D3DCE5"/>
            </a:solidFill>
            <a:prstDash val="solid"/>
          </a:ln>
        </p:spPr>
      </p:sp>
      <p:sp>
        <p:nvSpPr>
          <p:cNvPr id="69" name="Text 67"/>
          <p:cNvSpPr txBox="1"/>
          <p:nvPr/>
        </p:nvSpPr>
        <p:spPr>
          <a:xfrm>
            <a:off x="4521356"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0" name="Shape 68"/>
          <p:cNvSpPr/>
          <p:nvPr/>
        </p:nvSpPr>
        <p:spPr>
          <a:xfrm>
            <a:off x="5181834" y="1997964"/>
            <a:ext cx="660478" cy="224028"/>
          </a:xfrm>
          <a:prstGeom prst="rect">
            <a:avLst/>
          </a:prstGeom>
          <a:solidFill>
            <a:srgbClr val="F7F9FB"/>
          </a:solidFill>
          <a:ln w="5080">
            <a:solidFill>
              <a:srgbClr val="D3DCE5"/>
            </a:solidFill>
            <a:prstDash val="solid"/>
          </a:ln>
        </p:spPr>
      </p:sp>
      <p:sp>
        <p:nvSpPr>
          <p:cNvPr id="71" name="Text 69"/>
          <p:cNvSpPr txBox="1"/>
          <p:nvPr/>
        </p:nvSpPr>
        <p:spPr>
          <a:xfrm>
            <a:off x="5181834"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2" name="Shape 70"/>
          <p:cNvSpPr/>
          <p:nvPr/>
        </p:nvSpPr>
        <p:spPr>
          <a:xfrm>
            <a:off x="5842313" y="1997964"/>
            <a:ext cx="660478" cy="224028"/>
          </a:xfrm>
          <a:prstGeom prst="rect">
            <a:avLst/>
          </a:prstGeom>
          <a:solidFill>
            <a:srgbClr val="F7F9FB"/>
          </a:solidFill>
          <a:ln w="5080">
            <a:solidFill>
              <a:srgbClr val="D3DCE5"/>
            </a:solidFill>
            <a:prstDash val="solid"/>
          </a:ln>
        </p:spPr>
      </p:sp>
      <p:sp>
        <p:nvSpPr>
          <p:cNvPr id="73" name="Text 71"/>
          <p:cNvSpPr txBox="1"/>
          <p:nvPr/>
        </p:nvSpPr>
        <p:spPr>
          <a:xfrm>
            <a:off x="584231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4" name="Shape 72"/>
          <p:cNvSpPr/>
          <p:nvPr/>
        </p:nvSpPr>
        <p:spPr>
          <a:xfrm>
            <a:off x="6502791" y="1997964"/>
            <a:ext cx="660478" cy="224028"/>
          </a:xfrm>
          <a:prstGeom prst="rect">
            <a:avLst/>
          </a:prstGeom>
          <a:solidFill>
            <a:srgbClr val="F7F9FB"/>
          </a:solidFill>
          <a:ln w="5080">
            <a:solidFill>
              <a:srgbClr val="D3DCE5"/>
            </a:solidFill>
            <a:prstDash val="solid"/>
          </a:ln>
        </p:spPr>
      </p:sp>
      <p:sp>
        <p:nvSpPr>
          <p:cNvPr id="75" name="Text 73"/>
          <p:cNvSpPr txBox="1"/>
          <p:nvPr/>
        </p:nvSpPr>
        <p:spPr>
          <a:xfrm>
            <a:off x="6502791"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6" name="Shape 74"/>
          <p:cNvSpPr/>
          <p:nvPr/>
        </p:nvSpPr>
        <p:spPr>
          <a:xfrm>
            <a:off x="7163269" y="1997964"/>
            <a:ext cx="660478" cy="224028"/>
          </a:xfrm>
          <a:prstGeom prst="rect">
            <a:avLst/>
          </a:prstGeom>
          <a:solidFill>
            <a:srgbClr val="F7F9FB"/>
          </a:solidFill>
          <a:ln w="5080">
            <a:solidFill>
              <a:srgbClr val="D3DCE5"/>
            </a:solidFill>
            <a:prstDash val="solid"/>
          </a:ln>
        </p:spPr>
      </p:sp>
      <p:sp>
        <p:nvSpPr>
          <p:cNvPr id="77" name="Text 75"/>
          <p:cNvSpPr txBox="1"/>
          <p:nvPr/>
        </p:nvSpPr>
        <p:spPr>
          <a:xfrm>
            <a:off x="7163269"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8" name="Shape 76"/>
          <p:cNvSpPr/>
          <p:nvPr/>
        </p:nvSpPr>
        <p:spPr>
          <a:xfrm>
            <a:off x="7823747" y="1997964"/>
            <a:ext cx="660478" cy="224028"/>
          </a:xfrm>
          <a:prstGeom prst="rect">
            <a:avLst/>
          </a:prstGeom>
          <a:solidFill>
            <a:srgbClr val="F7F9FB"/>
          </a:solidFill>
          <a:ln w="5080">
            <a:solidFill>
              <a:srgbClr val="D3DCE5"/>
            </a:solidFill>
            <a:prstDash val="solid"/>
          </a:ln>
        </p:spPr>
      </p:sp>
      <p:sp>
        <p:nvSpPr>
          <p:cNvPr id="79" name="Text 77"/>
          <p:cNvSpPr txBox="1"/>
          <p:nvPr/>
        </p:nvSpPr>
        <p:spPr>
          <a:xfrm>
            <a:off x="7823747"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0" name="Shape 78"/>
          <p:cNvSpPr/>
          <p:nvPr/>
        </p:nvSpPr>
        <p:spPr>
          <a:xfrm>
            <a:off x="8484225" y="1997964"/>
            <a:ext cx="660478" cy="224028"/>
          </a:xfrm>
          <a:prstGeom prst="rect">
            <a:avLst/>
          </a:prstGeom>
          <a:solidFill>
            <a:srgbClr val="F7F9FB"/>
          </a:solidFill>
          <a:ln w="5080">
            <a:solidFill>
              <a:srgbClr val="D3DCE5"/>
            </a:solidFill>
            <a:prstDash val="solid"/>
          </a:ln>
        </p:spPr>
      </p:sp>
      <p:sp>
        <p:nvSpPr>
          <p:cNvPr id="81" name="Text 79"/>
          <p:cNvSpPr txBox="1"/>
          <p:nvPr/>
        </p:nvSpPr>
        <p:spPr>
          <a:xfrm>
            <a:off x="8484225"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2" name="Shape 80"/>
          <p:cNvSpPr/>
          <p:nvPr/>
        </p:nvSpPr>
        <p:spPr>
          <a:xfrm>
            <a:off x="9144703" y="1997964"/>
            <a:ext cx="660478" cy="224028"/>
          </a:xfrm>
          <a:prstGeom prst="rect">
            <a:avLst/>
          </a:prstGeom>
          <a:solidFill>
            <a:srgbClr val="F7F9FB"/>
          </a:solidFill>
          <a:ln w="5080">
            <a:solidFill>
              <a:srgbClr val="D3DCE5"/>
            </a:solidFill>
            <a:prstDash val="solid"/>
          </a:ln>
        </p:spPr>
      </p:sp>
      <p:sp>
        <p:nvSpPr>
          <p:cNvPr id="83" name="Text 81"/>
          <p:cNvSpPr txBox="1"/>
          <p:nvPr/>
        </p:nvSpPr>
        <p:spPr>
          <a:xfrm>
            <a:off x="914470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4" name="Shape 82"/>
          <p:cNvSpPr/>
          <p:nvPr/>
        </p:nvSpPr>
        <p:spPr>
          <a:xfrm>
            <a:off x="9805182" y="1997964"/>
            <a:ext cx="660478" cy="224028"/>
          </a:xfrm>
          <a:prstGeom prst="rect">
            <a:avLst/>
          </a:prstGeom>
          <a:solidFill>
            <a:srgbClr val="F7F9FB"/>
          </a:solidFill>
          <a:ln w="5080">
            <a:solidFill>
              <a:srgbClr val="D3DCE5"/>
            </a:solidFill>
            <a:prstDash val="solid"/>
          </a:ln>
        </p:spPr>
      </p:sp>
      <p:sp>
        <p:nvSpPr>
          <p:cNvPr id="85" name="Text 83"/>
          <p:cNvSpPr txBox="1"/>
          <p:nvPr/>
        </p:nvSpPr>
        <p:spPr>
          <a:xfrm>
            <a:off x="9805182"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6" name="Shape 84"/>
          <p:cNvSpPr/>
          <p:nvPr/>
        </p:nvSpPr>
        <p:spPr>
          <a:xfrm>
            <a:off x="10465660" y="1997964"/>
            <a:ext cx="660478" cy="224028"/>
          </a:xfrm>
          <a:prstGeom prst="rect">
            <a:avLst/>
          </a:prstGeom>
          <a:solidFill>
            <a:srgbClr val="F7F9FB"/>
          </a:solidFill>
          <a:ln w="5080">
            <a:solidFill>
              <a:srgbClr val="D3DCE5"/>
            </a:solidFill>
            <a:prstDash val="solid"/>
          </a:ln>
        </p:spPr>
      </p:sp>
      <p:sp>
        <p:nvSpPr>
          <p:cNvPr id="87" name="Text 85"/>
          <p:cNvSpPr txBox="1"/>
          <p:nvPr/>
        </p:nvSpPr>
        <p:spPr>
          <a:xfrm>
            <a:off x="1046566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8" name="Shape 86"/>
          <p:cNvSpPr/>
          <p:nvPr/>
        </p:nvSpPr>
        <p:spPr>
          <a:xfrm>
            <a:off x="11126138" y="1997964"/>
            <a:ext cx="660478" cy="224028"/>
          </a:xfrm>
          <a:prstGeom prst="rect">
            <a:avLst/>
          </a:prstGeom>
          <a:solidFill>
            <a:srgbClr val="F7F9FB"/>
          </a:solidFill>
          <a:ln w="5080">
            <a:solidFill>
              <a:srgbClr val="D3DCE5"/>
            </a:solidFill>
            <a:prstDash val="solid"/>
          </a:ln>
        </p:spPr>
      </p:sp>
      <p:sp>
        <p:nvSpPr>
          <p:cNvPr id="89" name="Text 87"/>
          <p:cNvSpPr txBox="1"/>
          <p:nvPr/>
        </p:nvSpPr>
        <p:spPr>
          <a:xfrm>
            <a:off x="1112613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0" name="Shape 88"/>
          <p:cNvSpPr/>
          <p:nvPr/>
        </p:nvSpPr>
        <p:spPr>
          <a:xfrm>
            <a:off x="411480" y="2221992"/>
            <a:ext cx="2788920" cy="224028"/>
          </a:xfrm>
          <a:prstGeom prst="rect">
            <a:avLst/>
          </a:prstGeom>
          <a:solidFill>
            <a:srgbClr val="FFFFFF"/>
          </a:solidFill>
          <a:ln w="5080">
            <a:solidFill>
              <a:srgbClr val="D3DCE5"/>
            </a:solidFill>
            <a:prstDash val="solid"/>
          </a:ln>
        </p:spPr>
      </p:sp>
      <p:sp>
        <p:nvSpPr>
          <p:cNvPr id="91" name="Text 89"/>
          <p:cNvSpPr txBox="1"/>
          <p:nvPr/>
        </p:nvSpPr>
        <p:spPr>
          <a:xfrm>
            <a:off x="475488" y="222199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2" name="Shape 90"/>
          <p:cNvSpPr/>
          <p:nvPr/>
        </p:nvSpPr>
        <p:spPr>
          <a:xfrm>
            <a:off x="3200400" y="2221992"/>
            <a:ext cx="660478" cy="224028"/>
          </a:xfrm>
          <a:prstGeom prst="rect">
            <a:avLst/>
          </a:prstGeom>
          <a:solidFill>
            <a:srgbClr val="FFFFFF"/>
          </a:solidFill>
          <a:ln w="5080">
            <a:solidFill>
              <a:srgbClr val="D3DCE5"/>
            </a:solidFill>
            <a:prstDash val="solid"/>
          </a:ln>
        </p:spPr>
      </p:sp>
      <p:sp>
        <p:nvSpPr>
          <p:cNvPr id="93" name="Text 91"/>
          <p:cNvSpPr txBox="1"/>
          <p:nvPr/>
        </p:nvSpPr>
        <p:spPr>
          <a:xfrm>
            <a:off x="320040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4" name="Shape 92"/>
          <p:cNvSpPr/>
          <p:nvPr/>
        </p:nvSpPr>
        <p:spPr>
          <a:xfrm>
            <a:off x="3860878" y="2221992"/>
            <a:ext cx="660478" cy="224028"/>
          </a:xfrm>
          <a:prstGeom prst="rect">
            <a:avLst/>
          </a:prstGeom>
          <a:solidFill>
            <a:srgbClr val="FFFFFF"/>
          </a:solidFill>
          <a:ln w="5080">
            <a:solidFill>
              <a:srgbClr val="D3DCE5"/>
            </a:solidFill>
            <a:prstDash val="solid"/>
          </a:ln>
        </p:spPr>
      </p:sp>
      <p:sp>
        <p:nvSpPr>
          <p:cNvPr id="95" name="Text 93"/>
          <p:cNvSpPr txBox="1"/>
          <p:nvPr/>
        </p:nvSpPr>
        <p:spPr>
          <a:xfrm>
            <a:off x="386087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6" name="Shape 94"/>
          <p:cNvSpPr/>
          <p:nvPr/>
        </p:nvSpPr>
        <p:spPr>
          <a:xfrm>
            <a:off x="4521356" y="2221992"/>
            <a:ext cx="660478" cy="224028"/>
          </a:xfrm>
          <a:prstGeom prst="rect">
            <a:avLst/>
          </a:prstGeom>
          <a:solidFill>
            <a:srgbClr val="FFFFFF"/>
          </a:solidFill>
          <a:ln w="5080">
            <a:solidFill>
              <a:srgbClr val="D3DCE5"/>
            </a:solidFill>
            <a:prstDash val="solid"/>
          </a:ln>
        </p:spPr>
      </p:sp>
      <p:sp>
        <p:nvSpPr>
          <p:cNvPr id="97" name="Text 95"/>
          <p:cNvSpPr txBox="1"/>
          <p:nvPr/>
        </p:nvSpPr>
        <p:spPr>
          <a:xfrm>
            <a:off x="4521356"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8" name="Shape 96"/>
          <p:cNvSpPr/>
          <p:nvPr/>
        </p:nvSpPr>
        <p:spPr>
          <a:xfrm>
            <a:off x="5181834" y="2221992"/>
            <a:ext cx="660478" cy="224028"/>
          </a:xfrm>
          <a:prstGeom prst="rect">
            <a:avLst/>
          </a:prstGeom>
          <a:solidFill>
            <a:srgbClr val="FFFFFF"/>
          </a:solidFill>
          <a:ln w="5080">
            <a:solidFill>
              <a:srgbClr val="D3DCE5"/>
            </a:solidFill>
            <a:prstDash val="solid"/>
          </a:ln>
        </p:spPr>
      </p:sp>
      <p:sp>
        <p:nvSpPr>
          <p:cNvPr id="99" name="Text 97"/>
          <p:cNvSpPr txBox="1"/>
          <p:nvPr/>
        </p:nvSpPr>
        <p:spPr>
          <a:xfrm>
            <a:off x="5181834"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0" name="Shape 98"/>
          <p:cNvSpPr/>
          <p:nvPr/>
        </p:nvSpPr>
        <p:spPr>
          <a:xfrm>
            <a:off x="5842313" y="2221992"/>
            <a:ext cx="660478" cy="224028"/>
          </a:xfrm>
          <a:prstGeom prst="rect">
            <a:avLst/>
          </a:prstGeom>
          <a:solidFill>
            <a:srgbClr val="FFFFFF"/>
          </a:solidFill>
          <a:ln w="5080">
            <a:solidFill>
              <a:srgbClr val="D3DCE5"/>
            </a:solidFill>
            <a:prstDash val="solid"/>
          </a:ln>
        </p:spPr>
      </p:sp>
      <p:sp>
        <p:nvSpPr>
          <p:cNvPr id="101" name="Text 99"/>
          <p:cNvSpPr txBox="1"/>
          <p:nvPr/>
        </p:nvSpPr>
        <p:spPr>
          <a:xfrm>
            <a:off x="584231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2" name="Shape 100"/>
          <p:cNvSpPr/>
          <p:nvPr/>
        </p:nvSpPr>
        <p:spPr>
          <a:xfrm>
            <a:off x="6502791" y="2221992"/>
            <a:ext cx="660478" cy="224028"/>
          </a:xfrm>
          <a:prstGeom prst="rect">
            <a:avLst/>
          </a:prstGeom>
          <a:solidFill>
            <a:srgbClr val="FFFFFF"/>
          </a:solidFill>
          <a:ln w="5080">
            <a:solidFill>
              <a:srgbClr val="D3DCE5"/>
            </a:solidFill>
            <a:prstDash val="solid"/>
          </a:ln>
        </p:spPr>
      </p:sp>
      <p:sp>
        <p:nvSpPr>
          <p:cNvPr id="103" name="Text 101"/>
          <p:cNvSpPr txBox="1"/>
          <p:nvPr/>
        </p:nvSpPr>
        <p:spPr>
          <a:xfrm>
            <a:off x="6502791"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4" name="Shape 102"/>
          <p:cNvSpPr/>
          <p:nvPr/>
        </p:nvSpPr>
        <p:spPr>
          <a:xfrm>
            <a:off x="7163269" y="2221992"/>
            <a:ext cx="660478" cy="224028"/>
          </a:xfrm>
          <a:prstGeom prst="rect">
            <a:avLst/>
          </a:prstGeom>
          <a:solidFill>
            <a:srgbClr val="FFFFFF"/>
          </a:solidFill>
          <a:ln w="5080">
            <a:solidFill>
              <a:srgbClr val="D3DCE5"/>
            </a:solidFill>
            <a:prstDash val="solid"/>
          </a:ln>
        </p:spPr>
      </p:sp>
      <p:sp>
        <p:nvSpPr>
          <p:cNvPr id="105" name="Text 103"/>
          <p:cNvSpPr txBox="1"/>
          <p:nvPr/>
        </p:nvSpPr>
        <p:spPr>
          <a:xfrm>
            <a:off x="7163269"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6" name="Shape 104"/>
          <p:cNvSpPr/>
          <p:nvPr/>
        </p:nvSpPr>
        <p:spPr>
          <a:xfrm>
            <a:off x="7823747" y="2221992"/>
            <a:ext cx="660478" cy="224028"/>
          </a:xfrm>
          <a:prstGeom prst="rect">
            <a:avLst/>
          </a:prstGeom>
          <a:solidFill>
            <a:srgbClr val="FFFFFF"/>
          </a:solidFill>
          <a:ln w="5080">
            <a:solidFill>
              <a:srgbClr val="D3DCE5"/>
            </a:solidFill>
            <a:prstDash val="solid"/>
          </a:ln>
        </p:spPr>
      </p:sp>
      <p:sp>
        <p:nvSpPr>
          <p:cNvPr id="107" name="Text 105"/>
          <p:cNvSpPr txBox="1"/>
          <p:nvPr/>
        </p:nvSpPr>
        <p:spPr>
          <a:xfrm>
            <a:off x="7823747"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8" name="Shape 106"/>
          <p:cNvSpPr/>
          <p:nvPr/>
        </p:nvSpPr>
        <p:spPr>
          <a:xfrm>
            <a:off x="8484225" y="2221992"/>
            <a:ext cx="660478" cy="224028"/>
          </a:xfrm>
          <a:prstGeom prst="rect">
            <a:avLst/>
          </a:prstGeom>
          <a:solidFill>
            <a:srgbClr val="FFFFFF"/>
          </a:solidFill>
          <a:ln w="5080">
            <a:solidFill>
              <a:srgbClr val="D3DCE5"/>
            </a:solidFill>
            <a:prstDash val="solid"/>
          </a:ln>
        </p:spPr>
      </p:sp>
      <p:sp>
        <p:nvSpPr>
          <p:cNvPr id="109" name="Text 107"/>
          <p:cNvSpPr txBox="1"/>
          <p:nvPr/>
        </p:nvSpPr>
        <p:spPr>
          <a:xfrm>
            <a:off x="8484225"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0" name="Shape 108"/>
          <p:cNvSpPr/>
          <p:nvPr/>
        </p:nvSpPr>
        <p:spPr>
          <a:xfrm>
            <a:off x="9144703" y="2221992"/>
            <a:ext cx="660478" cy="224028"/>
          </a:xfrm>
          <a:prstGeom prst="rect">
            <a:avLst/>
          </a:prstGeom>
          <a:solidFill>
            <a:srgbClr val="FFFFFF"/>
          </a:solidFill>
          <a:ln w="5080">
            <a:solidFill>
              <a:srgbClr val="D3DCE5"/>
            </a:solidFill>
            <a:prstDash val="solid"/>
          </a:ln>
        </p:spPr>
      </p:sp>
      <p:sp>
        <p:nvSpPr>
          <p:cNvPr id="111" name="Text 109"/>
          <p:cNvSpPr txBox="1"/>
          <p:nvPr/>
        </p:nvSpPr>
        <p:spPr>
          <a:xfrm>
            <a:off x="914470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2" name="Shape 110"/>
          <p:cNvSpPr/>
          <p:nvPr/>
        </p:nvSpPr>
        <p:spPr>
          <a:xfrm>
            <a:off x="9805182" y="2221992"/>
            <a:ext cx="660478" cy="224028"/>
          </a:xfrm>
          <a:prstGeom prst="rect">
            <a:avLst/>
          </a:prstGeom>
          <a:solidFill>
            <a:srgbClr val="FFFFFF"/>
          </a:solidFill>
          <a:ln w="5080">
            <a:solidFill>
              <a:srgbClr val="D3DCE5"/>
            </a:solidFill>
            <a:prstDash val="solid"/>
          </a:ln>
        </p:spPr>
      </p:sp>
      <p:sp>
        <p:nvSpPr>
          <p:cNvPr id="113" name="Text 111"/>
          <p:cNvSpPr txBox="1"/>
          <p:nvPr/>
        </p:nvSpPr>
        <p:spPr>
          <a:xfrm>
            <a:off x="9805182"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4" name="Shape 112"/>
          <p:cNvSpPr/>
          <p:nvPr/>
        </p:nvSpPr>
        <p:spPr>
          <a:xfrm>
            <a:off x="10465660" y="2221992"/>
            <a:ext cx="660478" cy="224028"/>
          </a:xfrm>
          <a:prstGeom prst="rect">
            <a:avLst/>
          </a:prstGeom>
          <a:solidFill>
            <a:srgbClr val="FFFFFF"/>
          </a:solidFill>
          <a:ln w="5080">
            <a:solidFill>
              <a:srgbClr val="D3DCE5"/>
            </a:solidFill>
            <a:prstDash val="solid"/>
          </a:ln>
        </p:spPr>
      </p:sp>
      <p:sp>
        <p:nvSpPr>
          <p:cNvPr id="115" name="Text 113"/>
          <p:cNvSpPr txBox="1"/>
          <p:nvPr/>
        </p:nvSpPr>
        <p:spPr>
          <a:xfrm>
            <a:off x="1046566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6" name="Shape 114"/>
          <p:cNvSpPr/>
          <p:nvPr/>
        </p:nvSpPr>
        <p:spPr>
          <a:xfrm>
            <a:off x="11126138" y="2221992"/>
            <a:ext cx="660478" cy="224028"/>
          </a:xfrm>
          <a:prstGeom prst="rect">
            <a:avLst/>
          </a:prstGeom>
          <a:solidFill>
            <a:srgbClr val="FFFFFF"/>
          </a:solidFill>
          <a:ln w="5080">
            <a:solidFill>
              <a:srgbClr val="D3DCE5"/>
            </a:solidFill>
            <a:prstDash val="solid"/>
          </a:ln>
        </p:spPr>
      </p:sp>
      <p:sp>
        <p:nvSpPr>
          <p:cNvPr id="117" name="Text 115"/>
          <p:cNvSpPr txBox="1"/>
          <p:nvPr/>
        </p:nvSpPr>
        <p:spPr>
          <a:xfrm>
            <a:off x="1112613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8" name="Shape 116"/>
          <p:cNvSpPr/>
          <p:nvPr/>
        </p:nvSpPr>
        <p:spPr>
          <a:xfrm>
            <a:off x="411480" y="2446020"/>
            <a:ext cx="2788920" cy="224028"/>
          </a:xfrm>
          <a:prstGeom prst="rect">
            <a:avLst/>
          </a:prstGeom>
          <a:solidFill>
            <a:srgbClr val="F7F9FB"/>
          </a:solidFill>
          <a:ln w="5080">
            <a:solidFill>
              <a:srgbClr val="D3DCE5"/>
            </a:solidFill>
            <a:prstDash val="solid"/>
          </a:ln>
        </p:spPr>
      </p:sp>
      <p:sp>
        <p:nvSpPr>
          <p:cNvPr id="119" name="Text 117"/>
          <p:cNvSpPr txBox="1"/>
          <p:nvPr/>
        </p:nvSpPr>
        <p:spPr>
          <a:xfrm>
            <a:off x="475488" y="24460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0" name="Shape 118"/>
          <p:cNvSpPr/>
          <p:nvPr/>
        </p:nvSpPr>
        <p:spPr>
          <a:xfrm>
            <a:off x="3200400" y="2446020"/>
            <a:ext cx="660478" cy="224028"/>
          </a:xfrm>
          <a:prstGeom prst="rect">
            <a:avLst/>
          </a:prstGeom>
          <a:solidFill>
            <a:srgbClr val="F7F9FB"/>
          </a:solidFill>
          <a:ln w="5080">
            <a:solidFill>
              <a:srgbClr val="D3DCE5"/>
            </a:solidFill>
            <a:prstDash val="solid"/>
          </a:ln>
        </p:spPr>
      </p:sp>
      <p:sp>
        <p:nvSpPr>
          <p:cNvPr id="121" name="Text 119"/>
          <p:cNvSpPr txBox="1"/>
          <p:nvPr/>
        </p:nvSpPr>
        <p:spPr>
          <a:xfrm>
            <a:off x="320040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2" name="Shape 120"/>
          <p:cNvSpPr/>
          <p:nvPr/>
        </p:nvSpPr>
        <p:spPr>
          <a:xfrm>
            <a:off x="3860878" y="2446020"/>
            <a:ext cx="660478" cy="224028"/>
          </a:xfrm>
          <a:prstGeom prst="rect">
            <a:avLst/>
          </a:prstGeom>
          <a:solidFill>
            <a:srgbClr val="F7F9FB"/>
          </a:solidFill>
          <a:ln w="5080">
            <a:solidFill>
              <a:srgbClr val="D3DCE5"/>
            </a:solidFill>
            <a:prstDash val="solid"/>
          </a:ln>
        </p:spPr>
      </p:sp>
      <p:sp>
        <p:nvSpPr>
          <p:cNvPr id="123" name="Text 121"/>
          <p:cNvSpPr txBox="1"/>
          <p:nvPr/>
        </p:nvSpPr>
        <p:spPr>
          <a:xfrm>
            <a:off x="386087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4" name="Shape 122"/>
          <p:cNvSpPr/>
          <p:nvPr/>
        </p:nvSpPr>
        <p:spPr>
          <a:xfrm>
            <a:off x="4521356" y="2446020"/>
            <a:ext cx="660478" cy="224028"/>
          </a:xfrm>
          <a:prstGeom prst="rect">
            <a:avLst/>
          </a:prstGeom>
          <a:solidFill>
            <a:srgbClr val="F7F9FB"/>
          </a:solidFill>
          <a:ln w="5080">
            <a:solidFill>
              <a:srgbClr val="D3DCE5"/>
            </a:solidFill>
            <a:prstDash val="solid"/>
          </a:ln>
        </p:spPr>
      </p:sp>
      <p:sp>
        <p:nvSpPr>
          <p:cNvPr id="125" name="Text 123"/>
          <p:cNvSpPr txBox="1"/>
          <p:nvPr/>
        </p:nvSpPr>
        <p:spPr>
          <a:xfrm>
            <a:off x="4521356"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6" name="Shape 124"/>
          <p:cNvSpPr/>
          <p:nvPr/>
        </p:nvSpPr>
        <p:spPr>
          <a:xfrm>
            <a:off x="5181834" y="2446020"/>
            <a:ext cx="660478" cy="224028"/>
          </a:xfrm>
          <a:prstGeom prst="rect">
            <a:avLst/>
          </a:prstGeom>
          <a:solidFill>
            <a:srgbClr val="F7F9FB"/>
          </a:solidFill>
          <a:ln w="5080">
            <a:solidFill>
              <a:srgbClr val="D3DCE5"/>
            </a:solidFill>
            <a:prstDash val="solid"/>
          </a:ln>
        </p:spPr>
      </p:sp>
      <p:sp>
        <p:nvSpPr>
          <p:cNvPr id="127" name="Text 125"/>
          <p:cNvSpPr txBox="1"/>
          <p:nvPr/>
        </p:nvSpPr>
        <p:spPr>
          <a:xfrm>
            <a:off x="5181834"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8" name="Shape 126"/>
          <p:cNvSpPr/>
          <p:nvPr/>
        </p:nvSpPr>
        <p:spPr>
          <a:xfrm>
            <a:off x="5842313" y="2446020"/>
            <a:ext cx="660478" cy="224028"/>
          </a:xfrm>
          <a:prstGeom prst="rect">
            <a:avLst/>
          </a:prstGeom>
          <a:solidFill>
            <a:srgbClr val="F7F9FB"/>
          </a:solidFill>
          <a:ln w="5080">
            <a:solidFill>
              <a:srgbClr val="D3DCE5"/>
            </a:solidFill>
            <a:prstDash val="solid"/>
          </a:ln>
        </p:spPr>
      </p:sp>
      <p:sp>
        <p:nvSpPr>
          <p:cNvPr id="129" name="Text 127"/>
          <p:cNvSpPr txBox="1"/>
          <p:nvPr/>
        </p:nvSpPr>
        <p:spPr>
          <a:xfrm>
            <a:off x="584231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0" name="Shape 128"/>
          <p:cNvSpPr/>
          <p:nvPr/>
        </p:nvSpPr>
        <p:spPr>
          <a:xfrm>
            <a:off x="6502791" y="2446020"/>
            <a:ext cx="660478" cy="224028"/>
          </a:xfrm>
          <a:prstGeom prst="rect">
            <a:avLst/>
          </a:prstGeom>
          <a:solidFill>
            <a:srgbClr val="F7F9FB"/>
          </a:solidFill>
          <a:ln w="5080">
            <a:solidFill>
              <a:srgbClr val="D3DCE5"/>
            </a:solidFill>
            <a:prstDash val="solid"/>
          </a:ln>
        </p:spPr>
      </p:sp>
      <p:sp>
        <p:nvSpPr>
          <p:cNvPr id="131" name="Text 129"/>
          <p:cNvSpPr txBox="1"/>
          <p:nvPr/>
        </p:nvSpPr>
        <p:spPr>
          <a:xfrm>
            <a:off x="6502791"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2" name="Shape 130"/>
          <p:cNvSpPr/>
          <p:nvPr/>
        </p:nvSpPr>
        <p:spPr>
          <a:xfrm>
            <a:off x="7163269" y="2446020"/>
            <a:ext cx="660478" cy="224028"/>
          </a:xfrm>
          <a:prstGeom prst="rect">
            <a:avLst/>
          </a:prstGeom>
          <a:solidFill>
            <a:srgbClr val="F7F9FB"/>
          </a:solidFill>
          <a:ln w="5080">
            <a:solidFill>
              <a:srgbClr val="D3DCE5"/>
            </a:solidFill>
            <a:prstDash val="solid"/>
          </a:ln>
        </p:spPr>
      </p:sp>
      <p:sp>
        <p:nvSpPr>
          <p:cNvPr id="133" name="Text 131"/>
          <p:cNvSpPr txBox="1"/>
          <p:nvPr/>
        </p:nvSpPr>
        <p:spPr>
          <a:xfrm>
            <a:off x="7163269"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4" name="Shape 132"/>
          <p:cNvSpPr/>
          <p:nvPr/>
        </p:nvSpPr>
        <p:spPr>
          <a:xfrm>
            <a:off x="7823747" y="2446020"/>
            <a:ext cx="660478" cy="224028"/>
          </a:xfrm>
          <a:prstGeom prst="rect">
            <a:avLst/>
          </a:prstGeom>
          <a:solidFill>
            <a:srgbClr val="F7F9FB"/>
          </a:solidFill>
          <a:ln w="5080">
            <a:solidFill>
              <a:srgbClr val="D3DCE5"/>
            </a:solidFill>
            <a:prstDash val="solid"/>
          </a:ln>
        </p:spPr>
      </p:sp>
      <p:sp>
        <p:nvSpPr>
          <p:cNvPr id="135" name="Text 133"/>
          <p:cNvSpPr txBox="1"/>
          <p:nvPr/>
        </p:nvSpPr>
        <p:spPr>
          <a:xfrm>
            <a:off x="7823747"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6" name="Shape 134"/>
          <p:cNvSpPr/>
          <p:nvPr/>
        </p:nvSpPr>
        <p:spPr>
          <a:xfrm>
            <a:off x="8484225" y="2446020"/>
            <a:ext cx="660478" cy="224028"/>
          </a:xfrm>
          <a:prstGeom prst="rect">
            <a:avLst/>
          </a:prstGeom>
          <a:solidFill>
            <a:srgbClr val="F7F9FB"/>
          </a:solidFill>
          <a:ln w="5080">
            <a:solidFill>
              <a:srgbClr val="D3DCE5"/>
            </a:solidFill>
            <a:prstDash val="solid"/>
          </a:ln>
        </p:spPr>
      </p:sp>
      <p:sp>
        <p:nvSpPr>
          <p:cNvPr id="137" name="Text 135"/>
          <p:cNvSpPr txBox="1"/>
          <p:nvPr/>
        </p:nvSpPr>
        <p:spPr>
          <a:xfrm>
            <a:off x="8484225"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8" name="Shape 136"/>
          <p:cNvSpPr/>
          <p:nvPr/>
        </p:nvSpPr>
        <p:spPr>
          <a:xfrm>
            <a:off x="9144703" y="2446020"/>
            <a:ext cx="660478" cy="224028"/>
          </a:xfrm>
          <a:prstGeom prst="rect">
            <a:avLst/>
          </a:prstGeom>
          <a:solidFill>
            <a:srgbClr val="F7F9FB"/>
          </a:solidFill>
          <a:ln w="5080">
            <a:solidFill>
              <a:srgbClr val="D3DCE5"/>
            </a:solidFill>
            <a:prstDash val="solid"/>
          </a:ln>
        </p:spPr>
      </p:sp>
      <p:sp>
        <p:nvSpPr>
          <p:cNvPr id="139" name="Text 137"/>
          <p:cNvSpPr txBox="1"/>
          <p:nvPr/>
        </p:nvSpPr>
        <p:spPr>
          <a:xfrm>
            <a:off x="914470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0" name="Shape 138"/>
          <p:cNvSpPr/>
          <p:nvPr/>
        </p:nvSpPr>
        <p:spPr>
          <a:xfrm>
            <a:off x="9805182" y="2446020"/>
            <a:ext cx="660478" cy="224028"/>
          </a:xfrm>
          <a:prstGeom prst="rect">
            <a:avLst/>
          </a:prstGeom>
          <a:solidFill>
            <a:srgbClr val="F7F9FB"/>
          </a:solidFill>
          <a:ln w="5080">
            <a:solidFill>
              <a:srgbClr val="D3DCE5"/>
            </a:solidFill>
            <a:prstDash val="solid"/>
          </a:ln>
        </p:spPr>
      </p:sp>
      <p:sp>
        <p:nvSpPr>
          <p:cNvPr id="141" name="Text 139"/>
          <p:cNvSpPr txBox="1"/>
          <p:nvPr/>
        </p:nvSpPr>
        <p:spPr>
          <a:xfrm>
            <a:off x="9805182"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2" name="Shape 140"/>
          <p:cNvSpPr/>
          <p:nvPr/>
        </p:nvSpPr>
        <p:spPr>
          <a:xfrm>
            <a:off x="10465660" y="2446020"/>
            <a:ext cx="660478" cy="224028"/>
          </a:xfrm>
          <a:prstGeom prst="rect">
            <a:avLst/>
          </a:prstGeom>
          <a:solidFill>
            <a:srgbClr val="F7F9FB"/>
          </a:solidFill>
          <a:ln w="5080">
            <a:solidFill>
              <a:srgbClr val="D3DCE5"/>
            </a:solidFill>
            <a:prstDash val="solid"/>
          </a:ln>
        </p:spPr>
      </p:sp>
      <p:sp>
        <p:nvSpPr>
          <p:cNvPr id="143" name="Text 141"/>
          <p:cNvSpPr txBox="1"/>
          <p:nvPr/>
        </p:nvSpPr>
        <p:spPr>
          <a:xfrm>
            <a:off x="1046566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4" name="Shape 142"/>
          <p:cNvSpPr/>
          <p:nvPr/>
        </p:nvSpPr>
        <p:spPr>
          <a:xfrm>
            <a:off x="11126138" y="2446020"/>
            <a:ext cx="660478" cy="224028"/>
          </a:xfrm>
          <a:prstGeom prst="rect">
            <a:avLst/>
          </a:prstGeom>
          <a:solidFill>
            <a:srgbClr val="F7F9FB"/>
          </a:solidFill>
          <a:ln w="5080">
            <a:solidFill>
              <a:srgbClr val="D3DCE5"/>
            </a:solidFill>
            <a:prstDash val="solid"/>
          </a:ln>
        </p:spPr>
      </p:sp>
      <p:sp>
        <p:nvSpPr>
          <p:cNvPr id="145" name="Text 143"/>
          <p:cNvSpPr txBox="1"/>
          <p:nvPr/>
        </p:nvSpPr>
        <p:spPr>
          <a:xfrm>
            <a:off x="1112613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6" name="Shape 144"/>
          <p:cNvSpPr/>
          <p:nvPr/>
        </p:nvSpPr>
        <p:spPr>
          <a:xfrm>
            <a:off x="411480" y="2670048"/>
            <a:ext cx="2788920" cy="224028"/>
          </a:xfrm>
          <a:prstGeom prst="rect">
            <a:avLst/>
          </a:prstGeom>
          <a:solidFill>
            <a:srgbClr val="D6EBE7"/>
          </a:solidFill>
          <a:ln w="5080">
            <a:solidFill>
              <a:srgbClr val="D3DCE5"/>
            </a:solidFill>
            <a:prstDash val="solid"/>
          </a:ln>
        </p:spPr>
      </p:sp>
      <p:sp>
        <p:nvSpPr>
          <p:cNvPr id="147" name="Text 145"/>
          <p:cNvSpPr txBox="1"/>
          <p:nvPr/>
        </p:nvSpPr>
        <p:spPr>
          <a:xfrm>
            <a:off x="475488" y="267004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8" name="Shape 146"/>
          <p:cNvSpPr/>
          <p:nvPr/>
        </p:nvSpPr>
        <p:spPr>
          <a:xfrm>
            <a:off x="3200400" y="2670048"/>
            <a:ext cx="660478" cy="224028"/>
          </a:xfrm>
          <a:prstGeom prst="rect">
            <a:avLst/>
          </a:prstGeom>
          <a:solidFill>
            <a:srgbClr val="D6EBE7"/>
          </a:solidFill>
          <a:ln w="5080">
            <a:solidFill>
              <a:srgbClr val="D3DCE5"/>
            </a:solidFill>
            <a:prstDash val="solid"/>
          </a:ln>
        </p:spPr>
      </p:sp>
      <p:sp>
        <p:nvSpPr>
          <p:cNvPr id="149" name="Text 147"/>
          <p:cNvSpPr txBox="1"/>
          <p:nvPr/>
        </p:nvSpPr>
        <p:spPr>
          <a:xfrm>
            <a:off x="320040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0" name="Shape 148"/>
          <p:cNvSpPr/>
          <p:nvPr/>
        </p:nvSpPr>
        <p:spPr>
          <a:xfrm>
            <a:off x="3860878" y="2670048"/>
            <a:ext cx="660478" cy="224028"/>
          </a:xfrm>
          <a:prstGeom prst="rect">
            <a:avLst/>
          </a:prstGeom>
          <a:solidFill>
            <a:srgbClr val="D6EBE7"/>
          </a:solidFill>
          <a:ln w="5080">
            <a:solidFill>
              <a:srgbClr val="D3DCE5"/>
            </a:solidFill>
            <a:prstDash val="solid"/>
          </a:ln>
        </p:spPr>
      </p:sp>
      <p:sp>
        <p:nvSpPr>
          <p:cNvPr id="151" name="Text 149"/>
          <p:cNvSpPr txBox="1"/>
          <p:nvPr/>
        </p:nvSpPr>
        <p:spPr>
          <a:xfrm>
            <a:off x="386087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2" name="Shape 150"/>
          <p:cNvSpPr/>
          <p:nvPr/>
        </p:nvSpPr>
        <p:spPr>
          <a:xfrm>
            <a:off x="4521356" y="2670048"/>
            <a:ext cx="660478" cy="224028"/>
          </a:xfrm>
          <a:prstGeom prst="rect">
            <a:avLst/>
          </a:prstGeom>
          <a:solidFill>
            <a:srgbClr val="D6EBE7"/>
          </a:solidFill>
          <a:ln w="5080">
            <a:solidFill>
              <a:srgbClr val="D3DCE5"/>
            </a:solidFill>
            <a:prstDash val="solid"/>
          </a:ln>
        </p:spPr>
      </p:sp>
      <p:sp>
        <p:nvSpPr>
          <p:cNvPr id="153" name="Text 151"/>
          <p:cNvSpPr txBox="1"/>
          <p:nvPr/>
        </p:nvSpPr>
        <p:spPr>
          <a:xfrm>
            <a:off x="4521356"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4" name="Shape 152"/>
          <p:cNvSpPr/>
          <p:nvPr/>
        </p:nvSpPr>
        <p:spPr>
          <a:xfrm>
            <a:off x="5181834" y="2670048"/>
            <a:ext cx="660478" cy="224028"/>
          </a:xfrm>
          <a:prstGeom prst="rect">
            <a:avLst/>
          </a:prstGeom>
          <a:solidFill>
            <a:srgbClr val="D6EBE7"/>
          </a:solidFill>
          <a:ln w="5080">
            <a:solidFill>
              <a:srgbClr val="D3DCE5"/>
            </a:solidFill>
            <a:prstDash val="solid"/>
          </a:ln>
        </p:spPr>
      </p:sp>
      <p:sp>
        <p:nvSpPr>
          <p:cNvPr id="155" name="Text 153"/>
          <p:cNvSpPr txBox="1"/>
          <p:nvPr/>
        </p:nvSpPr>
        <p:spPr>
          <a:xfrm>
            <a:off x="5181834"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6" name="Shape 154"/>
          <p:cNvSpPr/>
          <p:nvPr/>
        </p:nvSpPr>
        <p:spPr>
          <a:xfrm>
            <a:off x="5842313" y="2670048"/>
            <a:ext cx="660478" cy="224028"/>
          </a:xfrm>
          <a:prstGeom prst="rect">
            <a:avLst/>
          </a:prstGeom>
          <a:solidFill>
            <a:srgbClr val="D6EBE7"/>
          </a:solidFill>
          <a:ln w="5080">
            <a:solidFill>
              <a:srgbClr val="D3DCE5"/>
            </a:solidFill>
            <a:prstDash val="solid"/>
          </a:ln>
        </p:spPr>
      </p:sp>
      <p:sp>
        <p:nvSpPr>
          <p:cNvPr id="157" name="Text 155"/>
          <p:cNvSpPr txBox="1"/>
          <p:nvPr/>
        </p:nvSpPr>
        <p:spPr>
          <a:xfrm>
            <a:off x="584231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8" name="Shape 156"/>
          <p:cNvSpPr/>
          <p:nvPr/>
        </p:nvSpPr>
        <p:spPr>
          <a:xfrm>
            <a:off x="6502791" y="2670048"/>
            <a:ext cx="660478" cy="224028"/>
          </a:xfrm>
          <a:prstGeom prst="rect">
            <a:avLst/>
          </a:prstGeom>
          <a:solidFill>
            <a:srgbClr val="D6EBE7"/>
          </a:solidFill>
          <a:ln w="5080">
            <a:solidFill>
              <a:srgbClr val="D3DCE5"/>
            </a:solidFill>
            <a:prstDash val="solid"/>
          </a:ln>
        </p:spPr>
      </p:sp>
      <p:sp>
        <p:nvSpPr>
          <p:cNvPr id="159" name="Text 157"/>
          <p:cNvSpPr txBox="1"/>
          <p:nvPr/>
        </p:nvSpPr>
        <p:spPr>
          <a:xfrm>
            <a:off x="6502791"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0" name="Shape 158"/>
          <p:cNvSpPr/>
          <p:nvPr/>
        </p:nvSpPr>
        <p:spPr>
          <a:xfrm>
            <a:off x="7163269" y="2670048"/>
            <a:ext cx="660478" cy="224028"/>
          </a:xfrm>
          <a:prstGeom prst="rect">
            <a:avLst/>
          </a:prstGeom>
          <a:solidFill>
            <a:srgbClr val="D6EBE7"/>
          </a:solidFill>
          <a:ln w="5080">
            <a:solidFill>
              <a:srgbClr val="D3DCE5"/>
            </a:solidFill>
            <a:prstDash val="solid"/>
          </a:ln>
        </p:spPr>
      </p:sp>
      <p:sp>
        <p:nvSpPr>
          <p:cNvPr id="161" name="Text 159"/>
          <p:cNvSpPr txBox="1"/>
          <p:nvPr/>
        </p:nvSpPr>
        <p:spPr>
          <a:xfrm>
            <a:off x="7163269"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2" name="Shape 160"/>
          <p:cNvSpPr/>
          <p:nvPr/>
        </p:nvSpPr>
        <p:spPr>
          <a:xfrm>
            <a:off x="7823747" y="2670048"/>
            <a:ext cx="660478" cy="224028"/>
          </a:xfrm>
          <a:prstGeom prst="rect">
            <a:avLst/>
          </a:prstGeom>
          <a:solidFill>
            <a:srgbClr val="D6EBE7"/>
          </a:solidFill>
          <a:ln w="5080">
            <a:solidFill>
              <a:srgbClr val="D3DCE5"/>
            </a:solidFill>
            <a:prstDash val="solid"/>
          </a:ln>
        </p:spPr>
      </p:sp>
      <p:sp>
        <p:nvSpPr>
          <p:cNvPr id="163" name="Text 161"/>
          <p:cNvSpPr txBox="1"/>
          <p:nvPr/>
        </p:nvSpPr>
        <p:spPr>
          <a:xfrm>
            <a:off x="7823747"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4" name="Shape 162"/>
          <p:cNvSpPr/>
          <p:nvPr/>
        </p:nvSpPr>
        <p:spPr>
          <a:xfrm>
            <a:off x="8484225" y="2670048"/>
            <a:ext cx="660478" cy="224028"/>
          </a:xfrm>
          <a:prstGeom prst="rect">
            <a:avLst/>
          </a:prstGeom>
          <a:solidFill>
            <a:srgbClr val="D6EBE7"/>
          </a:solidFill>
          <a:ln w="5080">
            <a:solidFill>
              <a:srgbClr val="D3DCE5"/>
            </a:solidFill>
            <a:prstDash val="solid"/>
          </a:ln>
        </p:spPr>
      </p:sp>
      <p:sp>
        <p:nvSpPr>
          <p:cNvPr id="165" name="Text 163"/>
          <p:cNvSpPr txBox="1"/>
          <p:nvPr/>
        </p:nvSpPr>
        <p:spPr>
          <a:xfrm>
            <a:off x="8484225"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6" name="Shape 164"/>
          <p:cNvSpPr/>
          <p:nvPr/>
        </p:nvSpPr>
        <p:spPr>
          <a:xfrm>
            <a:off x="9144703" y="2670048"/>
            <a:ext cx="660478" cy="224028"/>
          </a:xfrm>
          <a:prstGeom prst="rect">
            <a:avLst/>
          </a:prstGeom>
          <a:solidFill>
            <a:srgbClr val="D6EBE7"/>
          </a:solidFill>
          <a:ln w="5080">
            <a:solidFill>
              <a:srgbClr val="D3DCE5"/>
            </a:solidFill>
            <a:prstDash val="solid"/>
          </a:ln>
        </p:spPr>
      </p:sp>
      <p:sp>
        <p:nvSpPr>
          <p:cNvPr id="167" name="Text 165"/>
          <p:cNvSpPr txBox="1"/>
          <p:nvPr/>
        </p:nvSpPr>
        <p:spPr>
          <a:xfrm>
            <a:off x="914470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8" name="Shape 166"/>
          <p:cNvSpPr/>
          <p:nvPr/>
        </p:nvSpPr>
        <p:spPr>
          <a:xfrm>
            <a:off x="9805182" y="2670048"/>
            <a:ext cx="660478" cy="224028"/>
          </a:xfrm>
          <a:prstGeom prst="rect">
            <a:avLst/>
          </a:prstGeom>
          <a:solidFill>
            <a:srgbClr val="D6EBE7"/>
          </a:solidFill>
          <a:ln w="5080">
            <a:solidFill>
              <a:srgbClr val="D3DCE5"/>
            </a:solidFill>
            <a:prstDash val="solid"/>
          </a:ln>
        </p:spPr>
      </p:sp>
      <p:sp>
        <p:nvSpPr>
          <p:cNvPr id="169" name="Text 167"/>
          <p:cNvSpPr txBox="1"/>
          <p:nvPr/>
        </p:nvSpPr>
        <p:spPr>
          <a:xfrm>
            <a:off x="9805182"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0" name="Shape 168"/>
          <p:cNvSpPr/>
          <p:nvPr/>
        </p:nvSpPr>
        <p:spPr>
          <a:xfrm>
            <a:off x="10465660" y="2670048"/>
            <a:ext cx="660478" cy="224028"/>
          </a:xfrm>
          <a:prstGeom prst="rect">
            <a:avLst/>
          </a:prstGeom>
          <a:solidFill>
            <a:srgbClr val="D6EBE7"/>
          </a:solidFill>
          <a:ln w="5080">
            <a:solidFill>
              <a:srgbClr val="D3DCE5"/>
            </a:solidFill>
            <a:prstDash val="solid"/>
          </a:ln>
        </p:spPr>
      </p:sp>
      <p:sp>
        <p:nvSpPr>
          <p:cNvPr id="171" name="Text 169"/>
          <p:cNvSpPr txBox="1"/>
          <p:nvPr/>
        </p:nvSpPr>
        <p:spPr>
          <a:xfrm>
            <a:off x="1046566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2" name="Shape 170"/>
          <p:cNvSpPr/>
          <p:nvPr/>
        </p:nvSpPr>
        <p:spPr>
          <a:xfrm>
            <a:off x="11126138" y="2670048"/>
            <a:ext cx="660478" cy="224028"/>
          </a:xfrm>
          <a:prstGeom prst="rect">
            <a:avLst/>
          </a:prstGeom>
          <a:solidFill>
            <a:srgbClr val="D6EBE7"/>
          </a:solidFill>
          <a:ln w="5080">
            <a:solidFill>
              <a:srgbClr val="D3DCE5"/>
            </a:solidFill>
            <a:prstDash val="solid"/>
          </a:ln>
        </p:spPr>
      </p:sp>
      <p:sp>
        <p:nvSpPr>
          <p:cNvPr id="173" name="Text 171"/>
          <p:cNvSpPr txBox="1"/>
          <p:nvPr/>
        </p:nvSpPr>
        <p:spPr>
          <a:xfrm>
            <a:off x="1112613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4" name="Shape 172"/>
          <p:cNvSpPr/>
          <p:nvPr/>
        </p:nvSpPr>
        <p:spPr>
          <a:xfrm>
            <a:off x="411480" y="2894076"/>
            <a:ext cx="2788920" cy="224028"/>
          </a:xfrm>
          <a:prstGeom prst="rect">
            <a:avLst/>
          </a:prstGeom>
          <a:solidFill>
            <a:srgbClr val="F7F9FB"/>
          </a:solidFill>
          <a:ln w="5080">
            <a:solidFill>
              <a:srgbClr val="D3DCE5"/>
            </a:solidFill>
            <a:prstDash val="solid"/>
          </a:ln>
        </p:spPr>
      </p:sp>
      <p:sp>
        <p:nvSpPr>
          <p:cNvPr id="175" name="Text 173"/>
          <p:cNvSpPr txBox="1"/>
          <p:nvPr/>
        </p:nvSpPr>
        <p:spPr>
          <a:xfrm>
            <a:off x="475488" y="289407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6" name="Shape 174"/>
          <p:cNvSpPr/>
          <p:nvPr/>
        </p:nvSpPr>
        <p:spPr>
          <a:xfrm>
            <a:off x="3200400" y="2894076"/>
            <a:ext cx="660478" cy="224028"/>
          </a:xfrm>
          <a:prstGeom prst="rect">
            <a:avLst/>
          </a:prstGeom>
          <a:solidFill>
            <a:srgbClr val="F7F9FB"/>
          </a:solidFill>
          <a:ln w="5080">
            <a:solidFill>
              <a:srgbClr val="D3DCE5"/>
            </a:solidFill>
            <a:prstDash val="solid"/>
          </a:ln>
        </p:spPr>
      </p:sp>
      <p:sp>
        <p:nvSpPr>
          <p:cNvPr id="177" name="Text 175"/>
          <p:cNvSpPr txBox="1"/>
          <p:nvPr/>
        </p:nvSpPr>
        <p:spPr>
          <a:xfrm>
            <a:off x="320040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8" name="Shape 176"/>
          <p:cNvSpPr/>
          <p:nvPr/>
        </p:nvSpPr>
        <p:spPr>
          <a:xfrm>
            <a:off x="3860878" y="2894076"/>
            <a:ext cx="660478" cy="224028"/>
          </a:xfrm>
          <a:prstGeom prst="rect">
            <a:avLst/>
          </a:prstGeom>
          <a:solidFill>
            <a:srgbClr val="F7F9FB"/>
          </a:solidFill>
          <a:ln w="5080">
            <a:solidFill>
              <a:srgbClr val="D3DCE5"/>
            </a:solidFill>
            <a:prstDash val="solid"/>
          </a:ln>
        </p:spPr>
      </p:sp>
      <p:sp>
        <p:nvSpPr>
          <p:cNvPr id="179" name="Text 177"/>
          <p:cNvSpPr txBox="1"/>
          <p:nvPr/>
        </p:nvSpPr>
        <p:spPr>
          <a:xfrm>
            <a:off x="386087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0" name="Shape 178"/>
          <p:cNvSpPr/>
          <p:nvPr/>
        </p:nvSpPr>
        <p:spPr>
          <a:xfrm>
            <a:off x="4521356" y="2894076"/>
            <a:ext cx="660478" cy="224028"/>
          </a:xfrm>
          <a:prstGeom prst="rect">
            <a:avLst/>
          </a:prstGeom>
          <a:solidFill>
            <a:srgbClr val="F7F9FB"/>
          </a:solidFill>
          <a:ln w="5080">
            <a:solidFill>
              <a:srgbClr val="D3DCE5"/>
            </a:solidFill>
            <a:prstDash val="solid"/>
          </a:ln>
        </p:spPr>
      </p:sp>
      <p:sp>
        <p:nvSpPr>
          <p:cNvPr id="181" name="Text 179"/>
          <p:cNvSpPr txBox="1"/>
          <p:nvPr/>
        </p:nvSpPr>
        <p:spPr>
          <a:xfrm>
            <a:off x="4521356"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2" name="Shape 180"/>
          <p:cNvSpPr/>
          <p:nvPr/>
        </p:nvSpPr>
        <p:spPr>
          <a:xfrm>
            <a:off x="5181834" y="2894076"/>
            <a:ext cx="660478" cy="224028"/>
          </a:xfrm>
          <a:prstGeom prst="rect">
            <a:avLst/>
          </a:prstGeom>
          <a:solidFill>
            <a:srgbClr val="F7F9FB"/>
          </a:solidFill>
          <a:ln w="5080">
            <a:solidFill>
              <a:srgbClr val="D3DCE5"/>
            </a:solidFill>
            <a:prstDash val="solid"/>
          </a:ln>
        </p:spPr>
      </p:sp>
      <p:sp>
        <p:nvSpPr>
          <p:cNvPr id="183" name="Text 181"/>
          <p:cNvSpPr txBox="1"/>
          <p:nvPr/>
        </p:nvSpPr>
        <p:spPr>
          <a:xfrm>
            <a:off x="5181834"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4" name="Shape 182"/>
          <p:cNvSpPr/>
          <p:nvPr/>
        </p:nvSpPr>
        <p:spPr>
          <a:xfrm>
            <a:off x="5842313" y="2894076"/>
            <a:ext cx="660478" cy="224028"/>
          </a:xfrm>
          <a:prstGeom prst="rect">
            <a:avLst/>
          </a:prstGeom>
          <a:solidFill>
            <a:srgbClr val="F7F9FB"/>
          </a:solidFill>
          <a:ln w="5080">
            <a:solidFill>
              <a:srgbClr val="D3DCE5"/>
            </a:solidFill>
            <a:prstDash val="solid"/>
          </a:ln>
        </p:spPr>
      </p:sp>
      <p:sp>
        <p:nvSpPr>
          <p:cNvPr id="185" name="Text 183"/>
          <p:cNvSpPr txBox="1"/>
          <p:nvPr/>
        </p:nvSpPr>
        <p:spPr>
          <a:xfrm>
            <a:off x="584231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6" name="Shape 184"/>
          <p:cNvSpPr/>
          <p:nvPr/>
        </p:nvSpPr>
        <p:spPr>
          <a:xfrm>
            <a:off x="6502791" y="2894076"/>
            <a:ext cx="660478" cy="224028"/>
          </a:xfrm>
          <a:prstGeom prst="rect">
            <a:avLst/>
          </a:prstGeom>
          <a:solidFill>
            <a:srgbClr val="F7F9FB"/>
          </a:solidFill>
          <a:ln w="5080">
            <a:solidFill>
              <a:srgbClr val="D3DCE5"/>
            </a:solidFill>
            <a:prstDash val="solid"/>
          </a:ln>
        </p:spPr>
      </p:sp>
      <p:sp>
        <p:nvSpPr>
          <p:cNvPr id="187" name="Text 185"/>
          <p:cNvSpPr txBox="1"/>
          <p:nvPr/>
        </p:nvSpPr>
        <p:spPr>
          <a:xfrm>
            <a:off x="6502791"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8" name="Shape 186"/>
          <p:cNvSpPr/>
          <p:nvPr/>
        </p:nvSpPr>
        <p:spPr>
          <a:xfrm>
            <a:off x="7163269" y="2894076"/>
            <a:ext cx="660478" cy="224028"/>
          </a:xfrm>
          <a:prstGeom prst="rect">
            <a:avLst/>
          </a:prstGeom>
          <a:solidFill>
            <a:srgbClr val="F7F9FB"/>
          </a:solidFill>
          <a:ln w="5080">
            <a:solidFill>
              <a:srgbClr val="D3DCE5"/>
            </a:solidFill>
            <a:prstDash val="solid"/>
          </a:ln>
        </p:spPr>
      </p:sp>
      <p:sp>
        <p:nvSpPr>
          <p:cNvPr id="189" name="Text 187"/>
          <p:cNvSpPr txBox="1"/>
          <p:nvPr/>
        </p:nvSpPr>
        <p:spPr>
          <a:xfrm>
            <a:off x="7163269"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0" name="Shape 188"/>
          <p:cNvSpPr/>
          <p:nvPr/>
        </p:nvSpPr>
        <p:spPr>
          <a:xfrm>
            <a:off x="7823747" y="2894076"/>
            <a:ext cx="660478" cy="224028"/>
          </a:xfrm>
          <a:prstGeom prst="rect">
            <a:avLst/>
          </a:prstGeom>
          <a:solidFill>
            <a:srgbClr val="F7F9FB"/>
          </a:solidFill>
          <a:ln w="5080">
            <a:solidFill>
              <a:srgbClr val="D3DCE5"/>
            </a:solidFill>
            <a:prstDash val="solid"/>
          </a:ln>
        </p:spPr>
      </p:sp>
      <p:sp>
        <p:nvSpPr>
          <p:cNvPr id="191" name="Text 189"/>
          <p:cNvSpPr txBox="1"/>
          <p:nvPr/>
        </p:nvSpPr>
        <p:spPr>
          <a:xfrm>
            <a:off x="7823747"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2" name="Shape 190"/>
          <p:cNvSpPr/>
          <p:nvPr/>
        </p:nvSpPr>
        <p:spPr>
          <a:xfrm>
            <a:off x="8484225" y="2894076"/>
            <a:ext cx="660478" cy="224028"/>
          </a:xfrm>
          <a:prstGeom prst="rect">
            <a:avLst/>
          </a:prstGeom>
          <a:solidFill>
            <a:srgbClr val="F7F9FB"/>
          </a:solidFill>
          <a:ln w="5080">
            <a:solidFill>
              <a:srgbClr val="D3DCE5"/>
            </a:solidFill>
            <a:prstDash val="solid"/>
          </a:ln>
        </p:spPr>
      </p:sp>
      <p:sp>
        <p:nvSpPr>
          <p:cNvPr id="193" name="Text 191"/>
          <p:cNvSpPr txBox="1"/>
          <p:nvPr/>
        </p:nvSpPr>
        <p:spPr>
          <a:xfrm>
            <a:off x="8484225"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4" name="Shape 192"/>
          <p:cNvSpPr/>
          <p:nvPr/>
        </p:nvSpPr>
        <p:spPr>
          <a:xfrm>
            <a:off x="9144703" y="2894076"/>
            <a:ext cx="660478" cy="224028"/>
          </a:xfrm>
          <a:prstGeom prst="rect">
            <a:avLst/>
          </a:prstGeom>
          <a:solidFill>
            <a:srgbClr val="F7F9FB"/>
          </a:solidFill>
          <a:ln w="5080">
            <a:solidFill>
              <a:srgbClr val="D3DCE5"/>
            </a:solidFill>
            <a:prstDash val="solid"/>
          </a:ln>
        </p:spPr>
      </p:sp>
      <p:sp>
        <p:nvSpPr>
          <p:cNvPr id="195" name="Text 193"/>
          <p:cNvSpPr txBox="1"/>
          <p:nvPr/>
        </p:nvSpPr>
        <p:spPr>
          <a:xfrm>
            <a:off x="914470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6" name="Shape 194"/>
          <p:cNvSpPr/>
          <p:nvPr/>
        </p:nvSpPr>
        <p:spPr>
          <a:xfrm>
            <a:off x="9805182" y="2894076"/>
            <a:ext cx="660478" cy="224028"/>
          </a:xfrm>
          <a:prstGeom prst="rect">
            <a:avLst/>
          </a:prstGeom>
          <a:solidFill>
            <a:srgbClr val="F7F9FB"/>
          </a:solidFill>
          <a:ln w="5080">
            <a:solidFill>
              <a:srgbClr val="D3DCE5"/>
            </a:solidFill>
            <a:prstDash val="solid"/>
          </a:ln>
        </p:spPr>
      </p:sp>
      <p:sp>
        <p:nvSpPr>
          <p:cNvPr id="197" name="Text 195"/>
          <p:cNvSpPr txBox="1"/>
          <p:nvPr/>
        </p:nvSpPr>
        <p:spPr>
          <a:xfrm>
            <a:off x="9805182"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8" name="Shape 196"/>
          <p:cNvSpPr/>
          <p:nvPr/>
        </p:nvSpPr>
        <p:spPr>
          <a:xfrm>
            <a:off x="10465660" y="2894076"/>
            <a:ext cx="660478" cy="224028"/>
          </a:xfrm>
          <a:prstGeom prst="rect">
            <a:avLst/>
          </a:prstGeom>
          <a:solidFill>
            <a:srgbClr val="F7F9FB"/>
          </a:solidFill>
          <a:ln w="5080">
            <a:solidFill>
              <a:srgbClr val="D3DCE5"/>
            </a:solidFill>
            <a:prstDash val="solid"/>
          </a:ln>
        </p:spPr>
      </p:sp>
      <p:sp>
        <p:nvSpPr>
          <p:cNvPr id="199" name="Text 197"/>
          <p:cNvSpPr txBox="1"/>
          <p:nvPr/>
        </p:nvSpPr>
        <p:spPr>
          <a:xfrm>
            <a:off x="1046566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0" name="Shape 198"/>
          <p:cNvSpPr/>
          <p:nvPr/>
        </p:nvSpPr>
        <p:spPr>
          <a:xfrm>
            <a:off x="11126138" y="2894076"/>
            <a:ext cx="660478" cy="224028"/>
          </a:xfrm>
          <a:prstGeom prst="rect">
            <a:avLst/>
          </a:prstGeom>
          <a:solidFill>
            <a:srgbClr val="F7F9FB"/>
          </a:solidFill>
          <a:ln w="5080">
            <a:solidFill>
              <a:srgbClr val="D3DCE5"/>
            </a:solidFill>
            <a:prstDash val="solid"/>
          </a:ln>
        </p:spPr>
      </p:sp>
      <p:sp>
        <p:nvSpPr>
          <p:cNvPr id="201" name="Text 199"/>
          <p:cNvSpPr txBox="1"/>
          <p:nvPr/>
        </p:nvSpPr>
        <p:spPr>
          <a:xfrm>
            <a:off x="1112613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2" name="Shape 200"/>
          <p:cNvSpPr/>
          <p:nvPr/>
        </p:nvSpPr>
        <p:spPr>
          <a:xfrm>
            <a:off x="411480" y="3118104"/>
            <a:ext cx="2788920" cy="224028"/>
          </a:xfrm>
          <a:prstGeom prst="rect">
            <a:avLst/>
          </a:prstGeom>
          <a:solidFill>
            <a:srgbClr val="FFFFFF"/>
          </a:solidFill>
          <a:ln w="5080">
            <a:solidFill>
              <a:srgbClr val="D3DCE5"/>
            </a:solidFill>
            <a:prstDash val="solid"/>
          </a:ln>
        </p:spPr>
      </p:sp>
      <p:sp>
        <p:nvSpPr>
          <p:cNvPr id="203" name="Text 201"/>
          <p:cNvSpPr txBox="1"/>
          <p:nvPr/>
        </p:nvSpPr>
        <p:spPr>
          <a:xfrm>
            <a:off x="475488" y="31181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4" name="Shape 202"/>
          <p:cNvSpPr/>
          <p:nvPr/>
        </p:nvSpPr>
        <p:spPr>
          <a:xfrm>
            <a:off x="3200400" y="3118104"/>
            <a:ext cx="660478" cy="224028"/>
          </a:xfrm>
          <a:prstGeom prst="rect">
            <a:avLst/>
          </a:prstGeom>
          <a:solidFill>
            <a:srgbClr val="FFFFFF"/>
          </a:solidFill>
          <a:ln w="5080">
            <a:solidFill>
              <a:srgbClr val="D3DCE5"/>
            </a:solidFill>
            <a:prstDash val="solid"/>
          </a:ln>
        </p:spPr>
      </p:sp>
      <p:sp>
        <p:nvSpPr>
          <p:cNvPr id="205" name="Text 203"/>
          <p:cNvSpPr txBox="1"/>
          <p:nvPr/>
        </p:nvSpPr>
        <p:spPr>
          <a:xfrm>
            <a:off x="320040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6" name="Shape 204"/>
          <p:cNvSpPr/>
          <p:nvPr/>
        </p:nvSpPr>
        <p:spPr>
          <a:xfrm>
            <a:off x="3860878" y="3118104"/>
            <a:ext cx="660478" cy="224028"/>
          </a:xfrm>
          <a:prstGeom prst="rect">
            <a:avLst/>
          </a:prstGeom>
          <a:solidFill>
            <a:srgbClr val="FFFFFF"/>
          </a:solidFill>
          <a:ln w="5080">
            <a:solidFill>
              <a:srgbClr val="D3DCE5"/>
            </a:solidFill>
            <a:prstDash val="solid"/>
          </a:ln>
        </p:spPr>
      </p:sp>
      <p:sp>
        <p:nvSpPr>
          <p:cNvPr id="207" name="Text 205"/>
          <p:cNvSpPr txBox="1"/>
          <p:nvPr/>
        </p:nvSpPr>
        <p:spPr>
          <a:xfrm>
            <a:off x="386087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8" name="Shape 206"/>
          <p:cNvSpPr/>
          <p:nvPr/>
        </p:nvSpPr>
        <p:spPr>
          <a:xfrm>
            <a:off x="4521356" y="3118104"/>
            <a:ext cx="660478" cy="224028"/>
          </a:xfrm>
          <a:prstGeom prst="rect">
            <a:avLst/>
          </a:prstGeom>
          <a:solidFill>
            <a:srgbClr val="FFFFFF"/>
          </a:solidFill>
          <a:ln w="5080">
            <a:solidFill>
              <a:srgbClr val="D3DCE5"/>
            </a:solidFill>
            <a:prstDash val="solid"/>
          </a:ln>
        </p:spPr>
      </p:sp>
      <p:sp>
        <p:nvSpPr>
          <p:cNvPr id="209" name="Text 207"/>
          <p:cNvSpPr txBox="1"/>
          <p:nvPr/>
        </p:nvSpPr>
        <p:spPr>
          <a:xfrm>
            <a:off x="4521356"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0" name="Shape 208"/>
          <p:cNvSpPr/>
          <p:nvPr/>
        </p:nvSpPr>
        <p:spPr>
          <a:xfrm>
            <a:off x="5181834" y="3118104"/>
            <a:ext cx="660478" cy="224028"/>
          </a:xfrm>
          <a:prstGeom prst="rect">
            <a:avLst/>
          </a:prstGeom>
          <a:solidFill>
            <a:srgbClr val="FFFFFF"/>
          </a:solidFill>
          <a:ln w="5080">
            <a:solidFill>
              <a:srgbClr val="D3DCE5"/>
            </a:solidFill>
            <a:prstDash val="solid"/>
          </a:ln>
        </p:spPr>
      </p:sp>
      <p:sp>
        <p:nvSpPr>
          <p:cNvPr id="211" name="Text 209"/>
          <p:cNvSpPr txBox="1"/>
          <p:nvPr/>
        </p:nvSpPr>
        <p:spPr>
          <a:xfrm>
            <a:off x="5181834"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2" name="Shape 210"/>
          <p:cNvSpPr/>
          <p:nvPr/>
        </p:nvSpPr>
        <p:spPr>
          <a:xfrm>
            <a:off x="5842313" y="3118104"/>
            <a:ext cx="660478" cy="224028"/>
          </a:xfrm>
          <a:prstGeom prst="rect">
            <a:avLst/>
          </a:prstGeom>
          <a:solidFill>
            <a:srgbClr val="FFFFFF"/>
          </a:solidFill>
          <a:ln w="5080">
            <a:solidFill>
              <a:srgbClr val="D3DCE5"/>
            </a:solidFill>
            <a:prstDash val="solid"/>
          </a:ln>
        </p:spPr>
      </p:sp>
      <p:sp>
        <p:nvSpPr>
          <p:cNvPr id="213" name="Text 211"/>
          <p:cNvSpPr txBox="1"/>
          <p:nvPr/>
        </p:nvSpPr>
        <p:spPr>
          <a:xfrm>
            <a:off x="584231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4" name="Shape 212"/>
          <p:cNvSpPr/>
          <p:nvPr/>
        </p:nvSpPr>
        <p:spPr>
          <a:xfrm>
            <a:off x="6502791" y="3118104"/>
            <a:ext cx="660478" cy="224028"/>
          </a:xfrm>
          <a:prstGeom prst="rect">
            <a:avLst/>
          </a:prstGeom>
          <a:solidFill>
            <a:srgbClr val="FFFFFF"/>
          </a:solidFill>
          <a:ln w="5080">
            <a:solidFill>
              <a:srgbClr val="D3DCE5"/>
            </a:solidFill>
            <a:prstDash val="solid"/>
          </a:ln>
        </p:spPr>
      </p:sp>
      <p:sp>
        <p:nvSpPr>
          <p:cNvPr id="215" name="Text 213"/>
          <p:cNvSpPr txBox="1"/>
          <p:nvPr/>
        </p:nvSpPr>
        <p:spPr>
          <a:xfrm>
            <a:off x="6502791"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6" name="Shape 214"/>
          <p:cNvSpPr/>
          <p:nvPr/>
        </p:nvSpPr>
        <p:spPr>
          <a:xfrm>
            <a:off x="7163269" y="3118104"/>
            <a:ext cx="660478" cy="224028"/>
          </a:xfrm>
          <a:prstGeom prst="rect">
            <a:avLst/>
          </a:prstGeom>
          <a:solidFill>
            <a:srgbClr val="FFFFFF"/>
          </a:solidFill>
          <a:ln w="5080">
            <a:solidFill>
              <a:srgbClr val="D3DCE5"/>
            </a:solidFill>
            <a:prstDash val="solid"/>
          </a:ln>
        </p:spPr>
      </p:sp>
      <p:sp>
        <p:nvSpPr>
          <p:cNvPr id="217" name="Text 215"/>
          <p:cNvSpPr txBox="1"/>
          <p:nvPr/>
        </p:nvSpPr>
        <p:spPr>
          <a:xfrm>
            <a:off x="7163269"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8" name="Shape 216"/>
          <p:cNvSpPr/>
          <p:nvPr/>
        </p:nvSpPr>
        <p:spPr>
          <a:xfrm>
            <a:off x="7823747" y="3118104"/>
            <a:ext cx="660478" cy="224028"/>
          </a:xfrm>
          <a:prstGeom prst="rect">
            <a:avLst/>
          </a:prstGeom>
          <a:solidFill>
            <a:srgbClr val="FFFFFF"/>
          </a:solidFill>
          <a:ln w="5080">
            <a:solidFill>
              <a:srgbClr val="D3DCE5"/>
            </a:solidFill>
            <a:prstDash val="solid"/>
          </a:ln>
        </p:spPr>
      </p:sp>
      <p:sp>
        <p:nvSpPr>
          <p:cNvPr id="219" name="Text 217"/>
          <p:cNvSpPr txBox="1"/>
          <p:nvPr/>
        </p:nvSpPr>
        <p:spPr>
          <a:xfrm>
            <a:off x="7823747"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0" name="Shape 218"/>
          <p:cNvSpPr/>
          <p:nvPr/>
        </p:nvSpPr>
        <p:spPr>
          <a:xfrm>
            <a:off x="8484225" y="3118104"/>
            <a:ext cx="660478" cy="224028"/>
          </a:xfrm>
          <a:prstGeom prst="rect">
            <a:avLst/>
          </a:prstGeom>
          <a:solidFill>
            <a:srgbClr val="FFFFFF"/>
          </a:solidFill>
          <a:ln w="5080">
            <a:solidFill>
              <a:srgbClr val="D3DCE5"/>
            </a:solidFill>
            <a:prstDash val="solid"/>
          </a:ln>
        </p:spPr>
      </p:sp>
      <p:sp>
        <p:nvSpPr>
          <p:cNvPr id="221" name="Text 219"/>
          <p:cNvSpPr txBox="1"/>
          <p:nvPr/>
        </p:nvSpPr>
        <p:spPr>
          <a:xfrm>
            <a:off x="8484225"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2" name="Shape 220"/>
          <p:cNvSpPr/>
          <p:nvPr/>
        </p:nvSpPr>
        <p:spPr>
          <a:xfrm>
            <a:off x="9144703" y="3118104"/>
            <a:ext cx="660478" cy="224028"/>
          </a:xfrm>
          <a:prstGeom prst="rect">
            <a:avLst/>
          </a:prstGeom>
          <a:solidFill>
            <a:srgbClr val="FFFFFF"/>
          </a:solidFill>
          <a:ln w="5080">
            <a:solidFill>
              <a:srgbClr val="D3DCE5"/>
            </a:solidFill>
            <a:prstDash val="solid"/>
          </a:ln>
        </p:spPr>
      </p:sp>
      <p:sp>
        <p:nvSpPr>
          <p:cNvPr id="223" name="Text 221"/>
          <p:cNvSpPr txBox="1"/>
          <p:nvPr/>
        </p:nvSpPr>
        <p:spPr>
          <a:xfrm>
            <a:off x="914470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4" name="Shape 222"/>
          <p:cNvSpPr/>
          <p:nvPr/>
        </p:nvSpPr>
        <p:spPr>
          <a:xfrm>
            <a:off x="9805182" y="3118104"/>
            <a:ext cx="660478" cy="224028"/>
          </a:xfrm>
          <a:prstGeom prst="rect">
            <a:avLst/>
          </a:prstGeom>
          <a:solidFill>
            <a:srgbClr val="FFFFFF"/>
          </a:solidFill>
          <a:ln w="5080">
            <a:solidFill>
              <a:srgbClr val="D3DCE5"/>
            </a:solidFill>
            <a:prstDash val="solid"/>
          </a:ln>
        </p:spPr>
      </p:sp>
      <p:sp>
        <p:nvSpPr>
          <p:cNvPr id="225" name="Text 223"/>
          <p:cNvSpPr txBox="1"/>
          <p:nvPr/>
        </p:nvSpPr>
        <p:spPr>
          <a:xfrm>
            <a:off x="9805182"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6" name="Shape 224"/>
          <p:cNvSpPr/>
          <p:nvPr/>
        </p:nvSpPr>
        <p:spPr>
          <a:xfrm>
            <a:off x="10465660" y="3118104"/>
            <a:ext cx="660478" cy="224028"/>
          </a:xfrm>
          <a:prstGeom prst="rect">
            <a:avLst/>
          </a:prstGeom>
          <a:solidFill>
            <a:srgbClr val="FFFFFF"/>
          </a:solidFill>
          <a:ln w="5080">
            <a:solidFill>
              <a:srgbClr val="D3DCE5"/>
            </a:solidFill>
            <a:prstDash val="solid"/>
          </a:ln>
        </p:spPr>
      </p:sp>
      <p:sp>
        <p:nvSpPr>
          <p:cNvPr id="227" name="Text 225"/>
          <p:cNvSpPr txBox="1"/>
          <p:nvPr/>
        </p:nvSpPr>
        <p:spPr>
          <a:xfrm>
            <a:off x="1046566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8" name="Shape 226"/>
          <p:cNvSpPr/>
          <p:nvPr/>
        </p:nvSpPr>
        <p:spPr>
          <a:xfrm>
            <a:off x="11126138" y="3118104"/>
            <a:ext cx="660478" cy="224028"/>
          </a:xfrm>
          <a:prstGeom prst="rect">
            <a:avLst/>
          </a:prstGeom>
          <a:solidFill>
            <a:srgbClr val="FFFFFF"/>
          </a:solidFill>
          <a:ln w="5080">
            <a:solidFill>
              <a:srgbClr val="D3DCE5"/>
            </a:solidFill>
            <a:prstDash val="solid"/>
          </a:ln>
        </p:spPr>
      </p:sp>
      <p:sp>
        <p:nvSpPr>
          <p:cNvPr id="229" name="Text 227"/>
          <p:cNvSpPr txBox="1"/>
          <p:nvPr/>
        </p:nvSpPr>
        <p:spPr>
          <a:xfrm>
            <a:off x="1112613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0" name="Shape 228"/>
          <p:cNvSpPr/>
          <p:nvPr/>
        </p:nvSpPr>
        <p:spPr>
          <a:xfrm>
            <a:off x="411480" y="3342132"/>
            <a:ext cx="2788920" cy="224028"/>
          </a:xfrm>
          <a:prstGeom prst="rect">
            <a:avLst/>
          </a:prstGeom>
          <a:solidFill>
            <a:srgbClr val="F7F9FB"/>
          </a:solidFill>
          <a:ln w="5080">
            <a:solidFill>
              <a:srgbClr val="D3DCE5"/>
            </a:solidFill>
            <a:prstDash val="solid"/>
          </a:ln>
        </p:spPr>
      </p:sp>
      <p:sp>
        <p:nvSpPr>
          <p:cNvPr id="231" name="Text 229"/>
          <p:cNvSpPr txBox="1"/>
          <p:nvPr/>
        </p:nvSpPr>
        <p:spPr>
          <a:xfrm>
            <a:off x="475488" y="334213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2" name="Shape 230"/>
          <p:cNvSpPr/>
          <p:nvPr/>
        </p:nvSpPr>
        <p:spPr>
          <a:xfrm>
            <a:off x="3200400" y="3342132"/>
            <a:ext cx="660478" cy="224028"/>
          </a:xfrm>
          <a:prstGeom prst="rect">
            <a:avLst/>
          </a:prstGeom>
          <a:solidFill>
            <a:srgbClr val="F7F9FB"/>
          </a:solidFill>
          <a:ln w="5080">
            <a:solidFill>
              <a:srgbClr val="D3DCE5"/>
            </a:solidFill>
            <a:prstDash val="solid"/>
          </a:ln>
        </p:spPr>
      </p:sp>
      <p:sp>
        <p:nvSpPr>
          <p:cNvPr id="233" name="Text 231"/>
          <p:cNvSpPr txBox="1"/>
          <p:nvPr/>
        </p:nvSpPr>
        <p:spPr>
          <a:xfrm>
            <a:off x="320040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4" name="Shape 232"/>
          <p:cNvSpPr/>
          <p:nvPr/>
        </p:nvSpPr>
        <p:spPr>
          <a:xfrm>
            <a:off x="3860878" y="3342132"/>
            <a:ext cx="660478" cy="224028"/>
          </a:xfrm>
          <a:prstGeom prst="rect">
            <a:avLst/>
          </a:prstGeom>
          <a:solidFill>
            <a:srgbClr val="F7F9FB"/>
          </a:solidFill>
          <a:ln w="5080">
            <a:solidFill>
              <a:srgbClr val="D3DCE5"/>
            </a:solidFill>
            <a:prstDash val="solid"/>
          </a:ln>
        </p:spPr>
      </p:sp>
      <p:sp>
        <p:nvSpPr>
          <p:cNvPr id="235" name="Text 233"/>
          <p:cNvSpPr txBox="1"/>
          <p:nvPr/>
        </p:nvSpPr>
        <p:spPr>
          <a:xfrm>
            <a:off x="3860878" y="3342132"/>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6" name="Shape 234"/>
          <p:cNvSpPr/>
          <p:nvPr/>
        </p:nvSpPr>
        <p:spPr>
          <a:xfrm>
            <a:off x="4521356" y="3342132"/>
            <a:ext cx="660478" cy="224028"/>
          </a:xfrm>
          <a:prstGeom prst="rect">
            <a:avLst/>
          </a:prstGeom>
          <a:solidFill>
            <a:srgbClr val="F7F9FB"/>
          </a:solidFill>
          <a:ln w="5080">
            <a:solidFill>
              <a:srgbClr val="D3DCE5"/>
            </a:solidFill>
            <a:prstDash val="solid"/>
          </a:ln>
        </p:spPr>
      </p:sp>
      <p:sp>
        <p:nvSpPr>
          <p:cNvPr id="237" name="Text 235"/>
          <p:cNvSpPr txBox="1"/>
          <p:nvPr/>
        </p:nvSpPr>
        <p:spPr>
          <a:xfrm>
            <a:off x="4521356"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8" name="Shape 236"/>
          <p:cNvSpPr/>
          <p:nvPr/>
        </p:nvSpPr>
        <p:spPr>
          <a:xfrm>
            <a:off x="5181834" y="3342132"/>
            <a:ext cx="660478" cy="224028"/>
          </a:xfrm>
          <a:prstGeom prst="rect">
            <a:avLst/>
          </a:prstGeom>
          <a:solidFill>
            <a:srgbClr val="F7F9FB"/>
          </a:solidFill>
          <a:ln w="5080">
            <a:solidFill>
              <a:srgbClr val="D3DCE5"/>
            </a:solidFill>
            <a:prstDash val="solid"/>
          </a:ln>
        </p:spPr>
      </p:sp>
      <p:sp>
        <p:nvSpPr>
          <p:cNvPr id="239" name="Text 237"/>
          <p:cNvSpPr txBox="1"/>
          <p:nvPr/>
        </p:nvSpPr>
        <p:spPr>
          <a:xfrm>
            <a:off x="5181834"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0" name="Shape 238"/>
          <p:cNvSpPr/>
          <p:nvPr/>
        </p:nvSpPr>
        <p:spPr>
          <a:xfrm>
            <a:off x="5842313" y="3342132"/>
            <a:ext cx="660478" cy="224028"/>
          </a:xfrm>
          <a:prstGeom prst="rect">
            <a:avLst/>
          </a:prstGeom>
          <a:solidFill>
            <a:srgbClr val="F7F9FB"/>
          </a:solidFill>
          <a:ln w="5080">
            <a:solidFill>
              <a:srgbClr val="D3DCE5"/>
            </a:solidFill>
            <a:prstDash val="solid"/>
          </a:ln>
        </p:spPr>
      </p:sp>
      <p:sp>
        <p:nvSpPr>
          <p:cNvPr id="241" name="Text 239"/>
          <p:cNvSpPr txBox="1"/>
          <p:nvPr/>
        </p:nvSpPr>
        <p:spPr>
          <a:xfrm>
            <a:off x="584231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2" name="Shape 240"/>
          <p:cNvSpPr/>
          <p:nvPr/>
        </p:nvSpPr>
        <p:spPr>
          <a:xfrm>
            <a:off x="6502791" y="3342132"/>
            <a:ext cx="660478" cy="224028"/>
          </a:xfrm>
          <a:prstGeom prst="rect">
            <a:avLst/>
          </a:prstGeom>
          <a:solidFill>
            <a:srgbClr val="F7F9FB"/>
          </a:solidFill>
          <a:ln w="5080">
            <a:solidFill>
              <a:srgbClr val="D3DCE5"/>
            </a:solidFill>
            <a:prstDash val="solid"/>
          </a:ln>
        </p:spPr>
      </p:sp>
      <p:sp>
        <p:nvSpPr>
          <p:cNvPr id="243" name="Text 241"/>
          <p:cNvSpPr txBox="1"/>
          <p:nvPr/>
        </p:nvSpPr>
        <p:spPr>
          <a:xfrm>
            <a:off x="6502791"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4" name="Shape 242"/>
          <p:cNvSpPr/>
          <p:nvPr/>
        </p:nvSpPr>
        <p:spPr>
          <a:xfrm>
            <a:off x="7163269" y="3342132"/>
            <a:ext cx="660478" cy="224028"/>
          </a:xfrm>
          <a:prstGeom prst="rect">
            <a:avLst/>
          </a:prstGeom>
          <a:solidFill>
            <a:srgbClr val="F7F9FB"/>
          </a:solidFill>
          <a:ln w="5080">
            <a:solidFill>
              <a:srgbClr val="D3DCE5"/>
            </a:solidFill>
            <a:prstDash val="solid"/>
          </a:ln>
        </p:spPr>
      </p:sp>
      <p:sp>
        <p:nvSpPr>
          <p:cNvPr id="245" name="Text 243"/>
          <p:cNvSpPr txBox="1"/>
          <p:nvPr/>
        </p:nvSpPr>
        <p:spPr>
          <a:xfrm>
            <a:off x="7163269"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6" name="Shape 244"/>
          <p:cNvSpPr/>
          <p:nvPr/>
        </p:nvSpPr>
        <p:spPr>
          <a:xfrm>
            <a:off x="7823747" y="3342132"/>
            <a:ext cx="660478" cy="224028"/>
          </a:xfrm>
          <a:prstGeom prst="rect">
            <a:avLst/>
          </a:prstGeom>
          <a:solidFill>
            <a:srgbClr val="F7F9FB"/>
          </a:solidFill>
          <a:ln w="5080">
            <a:solidFill>
              <a:srgbClr val="D3DCE5"/>
            </a:solidFill>
            <a:prstDash val="solid"/>
          </a:ln>
        </p:spPr>
      </p:sp>
      <p:sp>
        <p:nvSpPr>
          <p:cNvPr id="247" name="Text 245"/>
          <p:cNvSpPr txBox="1"/>
          <p:nvPr/>
        </p:nvSpPr>
        <p:spPr>
          <a:xfrm>
            <a:off x="7823747"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8" name="Shape 246"/>
          <p:cNvSpPr/>
          <p:nvPr/>
        </p:nvSpPr>
        <p:spPr>
          <a:xfrm>
            <a:off x="8484225" y="3342132"/>
            <a:ext cx="660478" cy="224028"/>
          </a:xfrm>
          <a:prstGeom prst="rect">
            <a:avLst/>
          </a:prstGeom>
          <a:solidFill>
            <a:srgbClr val="F7F9FB"/>
          </a:solidFill>
          <a:ln w="5080">
            <a:solidFill>
              <a:srgbClr val="D3DCE5"/>
            </a:solidFill>
            <a:prstDash val="solid"/>
          </a:ln>
        </p:spPr>
      </p:sp>
      <p:sp>
        <p:nvSpPr>
          <p:cNvPr id="249" name="Text 247"/>
          <p:cNvSpPr txBox="1"/>
          <p:nvPr/>
        </p:nvSpPr>
        <p:spPr>
          <a:xfrm>
            <a:off x="8484225"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0" name="Shape 248"/>
          <p:cNvSpPr/>
          <p:nvPr/>
        </p:nvSpPr>
        <p:spPr>
          <a:xfrm>
            <a:off x="9144703" y="3342132"/>
            <a:ext cx="660478" cy="224028"/>
          </a:xfrm>
          <a:prstGeom prst="rect">
            <a:avLst/>
          </a:prstGeom>
          <a:solidFill>
            <a:srgbClr val="F7F9FB"/>
          </a:solidFill>
          <a:ln w="5080">
            <a:solidFill>
              <a:srgbClr val="D3DCE5"/>
            </a:solidFill>
            <a:prstDash val="solid"/>
          </a:ln>
        </p:spPr>
      </p:sp>
      <p:sp>
        <p:nvSpPr>
          <p:cNvPr id="251" name="Text 249"/>
          <p:cNvSpPr txBox="1"/>
          <p:nvPr/>
        </p:nvSpPr>
        <p:spPr>
          <a:xfrm>
            <a:off x="914470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2" name="Shape 250"/>
          <p:cNvSpPr/>
          <p:nvPr/>
        </p:nvSpPr>
        <p:spPr>
          <a:xfrm>
            <a:off x="9805182" y="3342132"/>
            <a:ext cx="660478" cy="224028"/>
          </a:xfrm>
          <a:prstGeom prst="rect">
            <a:avLst/>
          </a:prstGeom>
          <a:solidFill>
            <a:srgbClr val="F7F9FB"/>
          </a:solidFill>
          <a:ln w="5080">
            <a:solidFill>
              <a:srgbClr val="D3DCE5"/>
            </a:solidFill>
            <a:prstDash val="solid"/>
          </a:ln>
        </p:spPr>
      </p:sp>
      <p:sp>
        <p:nvSpPr>
          <p:cNvPr id="253" name="Text 251"/>
          <p:cNvSpPr txBox="1"/>
          <p:nvPr/>
        </p:nvSpPr>
        <p:spPr>
          <a:xfrm>
            <a:off x="9805182"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4" name="Shape 252"/>
          <p:cNvSpPr/>
          <p:nvPr/>
        </p:nvSpPr>
        <p:spPr>
          <a:xfrm>
            <a:off x="10465660" y="3342132"/>
            <a:ext cx="660478" cy="224028"/>
          </a:xfrm>
          <a:prstGeom prst="rect">
            <a:avLst/>
          </a:prstGeom>
          <a:solidFill>
            <a:srgbClr val="F7F9FB"/>
          </a:solidFill>
          <a:ln w="5080">
            <a:solidFill>
              <a:srgbClr val="D3DCE5"/>
            </a:solidFill>
            <a:prstDash val="solid"/>
          </a:ln>
        </p:spPr>
      </p:sp>
      <p:sp>
        <p:nvSpPr>
          <p:cNvPr id="255" name="Text 253"/>
          <p:cNvSpPr txBox="1"/>
          <p:nvPr/>
        </p:nvSpPr>
        <p:spPr>
          <a:xfrm>
            <a:off x="1046566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6" name="Shape 254"/>
          <p:cNvSpPr/>
          <p:nvPr/>
        </p:nvSpPr>
        <p:spPr>
          <a:xfrm>
            <a:off x="11126138" y="3342132"/>
            <a:ext cx="660478" cy="224028"/>
          </a:xfrm>
          <a:prstGeom prst="rect">
            <a:avLst/>
          </a:prstGeom>
          <a:solidFill>
            <a:srgbClr val="F7F9FB"/>
          </a:solidFill>
          <a:ln w="5080">
            <a:solidFill>
              <a:srgbClr val="D3DCE5"/>
            </a:solidFill>
            <a:prstDash val="solid"/>
          </a:ln>
        </p:spPr>
      </p:sp>
      <p:sp>
        <p:nvSpPr>
          <p:cNvPr id="257" name="Text 255"/>
          <p:cNvSpPr txBox="1"/>
          <p:nvPr/>
        </p:nvSpPr>
        <p:spPr>
          <a:xfrm>
            <a:off x="11126138"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8" name="Shape 256"/>
          <p:cNvSpPr/>
          <p:nvPr/>
        </p:nvSpPr>
        <p:spPr>
          <a:xfrm>
            <a:off x="411480" y="3566160"/>
            <a:ext cx="2788920" cy="224028"/>
          </a:xfrm>
          <a:prstGeom prst="rect">
            <a:avLst/>
          </a:prstGeom>
          <a:solidFill>
            <a:srgbClr val="FFFFFF"/>
          </a:solidFill>
          <a:ln w="5080">
            <a:solidFill>
              <a:srgbClr val="D3DCE5"/>
            </a:solidFill>
            <a:prstDash val="solid"/>
          </a:ln>
        </p:spPr>
      </p:sp>
      <p:sp>
        <p:nvSpPr>
          <p:cNvPr id="259" name="Text 257"/>
          <p:cNvSpPr txBox="1"/>
          <p:nvPr/>
        </p:nvSpPr>
        <p:spPr>
          <a:xfrm>
            <a:off x="475488" y="35661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0" name="Shape 258"/>
          <p:cNvSpPr/>
          <p:nvPr/>
        </p:nvSpPr>
        <p:spPr>
          <a:xfrm>
            <a:off x="3200400" y="3566160"/>
            <a:ext cx="660478" cy="224028"/>
          </a:xfrm>
          <a:prstGeom prst="rect">
            <a:avLst/>
          </a:prstGeom>
          <a:solidFill>
            <a:srgbClr val="FFFFFF"/>
          </a:solidFill>
          <a:ln w="5080">
            <a:solidFill>
              <a:srgbClr val="D3DCE5"/>
            </a:solidFill>
            <a:prstDash val="solid"/>
          </a:ln>
        </p:spPr>
      </p:sp>
      <p:sp>
        <p:nvSpPr>
          <p:cNvPr id="261" name="Text 259"/>
          <p:cNvSpPr txBox="1"/>
          <p:nvPr/>
        </p:nvSpPr>
        <p:spPr>
          <a:xfrm>
            <a:off x="3200400" y="35661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2" name="Shape 260"/>
          <p:cNvSpPr/>
          <p:nvPr/>
        </p:nvSpPr>
        <p:spPr>
          <a:xfrm>
            <a:off x="3860878" y="3566160"/>
            <a:ext cx="660478" cy="224028"/>
          </a:xfrm>
          <a:prstGeom prst="rect">
            <a:avLst/>
          </a:prstGeom>
          <a:solidFill>
            <a:srgbClr val="FFFFFF"/>
          </a:solidFill>
          <a:ln w="5080">
            <a:solidFill>
              <a:srgbClr val="D3DCE5"/>
            </a:solidFill>
            <a:prstDash val="solid"/>
          </a:ln>
        </p:spPr>
      </p:sp>
      <p:sp>
        <p:nvSpPr>
          <p:cNvPr id="263" name="Text 261"/>
          <p:cNvSpPr txBox="1"/>
          <p:nvPr/>
        </p:nvSpPr>
        <p:spPr>
          <a:xfrm>
            <a:off x="386087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4" name="Shape 262"/>
          <p:cNvSpPr/>
          <p:nvPr/>
        </p:nvSpPr>
        <p:spPr>
          <a:xfrm>
            <a:off x="4521356" y="3566160"/>
            <a:ext cx="660478" cy="224028"/>
          </a:xfrm>
          <a:prstGeom prst="rect">
            <a:avLst/>
          </a:prstGeom>
          <a:solidFill>
            <a:srgbClr val="FFFFFF"/>
          </a:solidFill>
          <a:ln w="5080">
            <a:solidFill>
              <a:srgbClr val="D3DCE5"/>
            </a:solidFill>
            <a:prstDash val="solid"/>
          </a:ln>
        </p:spPr>
      </p:sp>
      <p:sp>
        <p:nvSpPr>
          <p:cNvPr id="265" name="Text 263"/>
          <p:cNvSpPr txBox="1"/>
          <p:nvPr/>
        </p:nvSpPr>
        <p:spPr>
          <a:xfrm>
            <a:off x="4521356"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6" name="Shape 264"/>
          <p:cNvSpPr/>
          <p:nvPr/>
        </p:nvSpPr>
        <p:spPr>
          <a:xfrm>
            <a:off x="5181834" y="3566160"/>
            <a:ext cx="660478" cy="224028"/>
          </a:xfrm>
          <a:prstGeom prst="rect">
            <a:avLst/>
          </a:prstGeom>
          <a:solidFill>
            <a:srgbClr val="FFFFFF"/>
          </a:solidFill>
          <a:ln w="5080">
            <a:solidFill>
              <a:srgbClr val="D3DCE5"/>
            </a:solidFill>
            <a:prstDash val="solid"/>
          </a:ln>
        </p:spPr>
      </p:sp>
      <p:sp>
        <p:nvSpPr>
          <p:cNvPr id="267" name="Text 265"/>
          <p:cNvSpPr txBox="1"/>
          <p:nvPr/>
        </p:nvSpPr>
        <p:spPr>
          <a:xfrm>
            <a:off x="5181834"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8" name="Shape 266"/>
          <p:cNvSpPr/>
          <p:nvPr/>
        </p:nvSpPr>
        <p:spPr>
          <a:xfrm>
            <a:off x="5842313" y="3566160"/>
            <a:ext cx="660478" cy="224028"/>
          </a:xfrm>
          <a:prstGeom prst="rect">
            <a:avLst/>
          </a:prstGeom>
          <a:solidFill>
            <a:srgbClr val="FFFFFF"/>
          </a:solidFill>
          <a:ln w="5080">
            <a:solidFill>
              <a:srgbClr val="D3DCE5"/>
            </a:solidFill>
            <a:prstDash val="solid"/>
          </a:ln>
        </p:spPr>
      </p:sp>
      <p:sp>
        <p:nvSpPr>
          <p:cNvPr id="269" name="Text 267"/>
          <p:cNvSpPr txBox="1"/>
          <p:nvPr/>
        </p:nvSpPr>
        <p:spPr>
          <a:xfrm>
            <a:off x="584231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0" name="Shape 268"/>
          <p:cNvSpPr/>
          <p:nvPr/>
        </p:nvSpPr>
        <p:spPr>
          <a:xfrm>
            <a:off x="6502791" y="3566160"/>
            <a:ext cx="660478" cy="224028"/>
          </a:xfrm>
          <a:prstGeom prst="rect">
            <a:avLst/>
          </a:prstGeom>
          <a:solidFill>
            <a:srgbClr val="FFFFFF"/>
          </a:solidFill>
          <a:ln w="5080">
            <a:solidFill>
              <a:srgbClr val="D3DCE5"/>
            </a:solidFill>
            <a:prstDash val="solid"/>
          </a:ln>
        </p:spPr>
      </p:sp>
      <p:sp>
        <p:nvSpPr>
          <p:cNvPr id="271" name="Text 269"/>
          <p:cNvSpPr txBox="1"/>
          <p:nvPr/>
        </p:nvSpPr>
        <p:spPr>
          <a:xfrm>
            <a:off x="6502791"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2" name="Shape 270"/>
          <p:cNvSpPr/>
          <p:nvPr/>
        </p:nvSpPr>
        <p:spPr>
          <a:xfrm>
            <a:off x="7163269" y="3566160"/>
            <a:ext cx="660478" cy="224028"/>
          </a:xfrm>
          <a:prstGeom prst="rect">
            <a:avLst/>
          </a:prstGeom>
          <a:solidFill>
            <a:srgbClr val="FFFFFF"/>
          </a:solidFill>
          <a:ln w="5080">
            <a:solidFill>
              <a:srgbClr val="D3DCE5"/>
            </a:solidFill>
            <a:prstDash val="solid"/>
          </a:ln>
        </p:spPr>
      </p:sp>
      <p:sp>
        <p:nvSpPr>
          <p:cNvPr id="273" name="Text 271"/>
          <p:cNvSpPr txBox="1"/>
          <p:nvPr/>
        </p:nvSpPr>
        <p:spPr>
          <a:xfrm>
            <a:off x="7163269"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4" name="Shape 272"/>
          <p:cNvSpPr/>
          <p:nvPr/>
        </p:nvSpPr>
        <p:spPr>
          <a:xfrm>
            <a:off x="7823747" y="3566160"/>
            <a:ext cx="660478" cy="224028"/>
          </a:xfrm>
          <a:prstGeom prst="rect">
            <a:avLst/>
          </a:prstGeom>
          <a:solidFill>
            <a:srgbClr val="FFFFFF"/>
          </a:solidFill>
          <a:ln w="5080">
            <a:solidFill>
              <a:srgbClr val="D3DCE5"/>
            </a:solidFill>
            <a:prstDash val="solid"/>
          </a:ln>
        </p:spPr>
      </p:sp>
      <p:sp>
        <p:nvSpPr>
          <p:cNvPr id="275" name="Text 273"/>
          <p:cNvSpPr txBox="1"/>
          <p:nvPr/>
        </p:nvSpPr>
        <p:spPr>
          <a:xfrm>
            <a:off x="7823747"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6" name="Shape 274"/>
          <p:cNvSpPr/>
          <p:nvPr/>
        </p:nvSpPr>
        <p:spPr>
          <a:xfrm>
            <a:off x="8484225" y="3566160"/>
            <a:ext cx="660478" cy="224028"/>
          </a:xfrm>
          <a:prstGeom prst="rect">
            <a:avLst/>
          </a:prstGeom>
          <a:solidFill>
            <a:srgbClr val="FFFFFF"/>
          </a:solidFill>
          <a:ln w="5080">
            <a:solidFill>
              <a:srgbClr val="D3DCE5"/>
            </a:solidFill>
            <a:prstDash val="solid"/>
          </a:ln>
        </p:spPr>
      </p:sp>
      <p:sp>
        <p:nvSpPr>
          <p:cNvPr id="277" name="Text 275"/>
          <p:cNvSpPr txBox="1"/>
          <p:nvPr/>
        </p:nvSpPr>
        <p:spPr>
          <a:xfrm>
            <a:off x="8484225"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8" name="Shape 276"/>
          <p:cNvSpPr/>
          <p:nvPr/>
        </p:nvSpPr>
        <p:spPr>
          <a:xfrm>
            <a:off x="9144703" y="3566160"/>
            <a:ext cx="660478" cy="224028"/>
          </a:xfrm>
          <a:prstGeom prst="rect">
            <a:avLst/>
          </a:prstGeom>
          <a:solidFill>
            <a:srgbClr val="FFFFFF"/>
          </a:solidFill>
          <a:ln w="5080">
            <a:solidFill>
              <a:srgbClr val="D3DCE5"/>
            </a:solidFill>
            <a:prstDash val="solid"/>
          </a:ln>
        </p:spPr>
      </p:sp>
      <p:sp>
        <p:nvSpPr>
          <p:cNvPr id="279" name="Text 277"/>
          <p:cNvSpPr txBox="1"/>
          <p:nvPr/>
        </p:nvSpPr>
        <p:spPr>
          <a:xfrm>
            <a:off x="914470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0" name="Shape 278"/>
          <p:cNvSpPr/>
          <p:nvPr/>
        </p:nvSpPr>
        <p:spPr>
          <a:xfrm>
            <a:off x="9805182" y="3566160"/>
            <a:ext cx="660478" cy="224028"/>
          </a:xfrm>
          <a:prstGeom prst="rect">
            <a:avLst/>
          </a:prstGeom>
          <a:solidFill>
            <a:srgbClr val="FFFFFF"/>
          </a:solidFill>
          <a:ln w="5080">
            <a:solidFill>
              <a:srgbClr val="D3DCE5"/>
            </a:solidFill>
            <a:prstDash val="solid"/>
          </a:ln>
        </p:spPr>
      </p:sp>
      <p:sp>
        <p:nvSpPr>
          <p:cNvPr id="281" name="Text 279"/>
          <p:cNvSpPr txBox="1"/>
          <p:nvPr/>
        </p:nvSpPr>
        <p:spPr>
          <a:xfrm>
            <a:off x="9805182"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2" name="Shape 280"/>
          <p:cNvSpPr/>
          <p:nvPr/>
        </p:nvSpPr>
        <p:spPr>
          <a:xfrm>
            <a:off x="10465660" y="3566160"/>
            <a:ext cx="660478" cy="224028"/>
          </a:xfrm>
          <a:prstGeom prst="rect">
            <a:avLst/>
          </a:prstGeom>
          <a:solidFill>
            <a:srgbClr val="FFFFFF"/>
          </a:solidFill>
          <a:ln w="5080">
            <a:solidFill>
              <a:srgbClr val="D3DCE5"/>
            </a:solidFill>
            <a:prstDash val="solid"/>
          </a:ln>
        </p:spPr>
      </p:sp>
      <p:sp>
        <p:nvSpPr>
          <p:cNvPr id="283" name="Text 281"/>
          <p:cNvSpPr txBox="1"/>
          <p:nvPr/>
        </p:nvSpPr>
        <p:spPr>
          <a:xfrm>
            <a:off x="10465660"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4" name="Shape 282"/>
          <p:cNvSpPr/>
          <p:nvPr/>
        </p:nvSpPr>
        <p:spPr>
          <a:xfrm>
            <a:off x="11126138" y="3566160"/>
            <a:ext cx="660478" cy="224028"/>
          </a:xfrm>
          <a:prstGeom prst="rect">
            <a:avLst/>
          </a:prstGeom>
          <a:solidFill>
            <a:srgbClr val="FFFFFF"/>
          </a:solidFill>
          <a:ln w="5080">
            <a:solidFill>
              <a:srgbClr val="D3DCE5"/>
            </a:solidFill>
            <a:prstDash val="solid"/>
          </a:ln>
        </p:spPr>
      </p:sp>
      <p:sp>
        <p:nvSpPr>
          <p:cNvPr id="285" name="Text 283"/>
          <p:cNvSpPr txBox="1"/>
          <p:nvPr/>
        </p:nvSpPr>
        <p:spPr>
          <a:xfrm>
            <a:off x="1112613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6" name="Shape 284"/>
          <p:cNvSpPr/>
          <p:nvPr/>
        </p:nvSpPr>
        <p:spPr>
          <a:xfrm>
            <a:off x="411480" y="3790188"/>
            <a:ext cx="2788920" cy="224028"/>
          </a:xfrm>
          <a:prstGeom prst="rect">
            <a:avLst/>
          </a:prstGeom>
          <a:solidFill>
            <a:srgbClr val="F7F9FB"/>
          </a:solidFill>
          <a:ln w="5080">
            <a:solidFill>
              <a:srgbClr val="D3DCE5"/>
            </a:solidFill>
            <a:prstDash val="solid"/>
          </a:ln>
        </p:spPr>
      </p:sp>
      <p:sp>
        <p:nvSpPr>
          <p:cNvPr id="287" name="Text 285"/>
          <p:cNvSpPr txBox="1"/>
          <p:nvPr/>
        </p:nvSpPr>
        <p:spPr>
          <a:xfrm>
            <a:off x="475488" y="379018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8" name="Shape 286"/>
          <p:cNvSpPr/>
          <p:nvPr/>
        </p:nvSpPr>
        <p:spPr>
          <a:xfrm>
            <a:off x="3200400" y="3790188"/>
            <a:ext cx="660478" cy="224028"/>
          </a:xfrm>
          <a:prstGeom prst="rect">
            <a:avLst/>
          </a:prstGeom>
          <a:solidFill>
            <a:srgbClr val="F7F9FB"/>
          </a:solidFill>
          <a:ln w="5080">
            <a:solidFill>
              <a:srgbClr val="D3DCE5"/>
            </a:solidFill>
            <a:prstDash val="solid"/>
          </a:ln>
        </p:spPr>
      </p:sp>
      <p:sp>
        <p:nvSpPr>
          <p:cNvPr id="289" name="Text 287"/>
          <p:cNvSpPr txBox="1"/>
          <p:nvPr/>
        </p:nvSpPr>
        <p:spPr>
          <a:xfrm>
            <a:off x="320040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0" name="Shape 288"/>
          <p:cNvSpPr/>
          <p:nvPr/>
        </p:nvSpPr>
        <p:spPr>
          <a:xfrm>
            <a:off x="3860878" y="3790188"/>
            <a:ext cx="660478" cy="224028"/>
          </a:xfrm>
          <a:prstGeom prst="rect">
            <a:avLst/>
          </a:prstGeom>
          <a:solidFill>
            <a:srgbClr val="F7F9FB"/>
          </a:solidFill>
          <a:ln w="5080">
            <a:solidFill>
              <a:srgbClr val="D3DCE5"/>
            </a:solidFill>
            <a:prstDash val="solid"/>
          </a:ln>
        </p:spPr>
      </p:sp>
      <p:sp>
        <p:nvSpPr>
          <p:cNvPr id="291" name="Text 289"/>
          <p:cNvSpPr txBox="1"/>
          <p:nvPr/>
        </p:nvSpPr>
        <p:spPr>
          <a:xfrm>
            <a:off x="3860878" y="379018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2" name="Shape 290"/>
          <p:cNvSpPr/>
          <p:nvPr/>
        </p:nvSpPr>
        <p:spPr>
          <a:xfrm>
            <a:off x="4521356" y="3790188"/>
            <a:ext cx="660478" cy="224028"/>
          </a:xfrm>
          <a:prstGeom prst="rect">
            <a:avLst/>
          </a:prstGeom>
          <a:solidFill>
            <a:srgbClr val="F7F9FB"/>
          </a:solidFill>
          <a:ln w="5080">
            <a:solidFill>
              <a:srgbClr val="D3DCE5"/>
            </a:solidFill>
            <a:prstDash val="solid"/>
          </a:ln>
        </p:spPr>
      </p:sp>
      <p:sp>
        <p:nvSpPr>
          <p:cNvPr id="293" name="Text 291"/>
          <p:cNvSpPr txBox="1"/>
          <p:nvPr/>
        </p:nvSpPr>
        <p:spPr>
          <a:xfrm>
            <a:off x="4521356"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4" name="Shape 292"/>
          <p:cNvSpPr/>
          <p:nvPr/>
        </p:nvSpPr>
        <p:spPr>
          <a:xfrm>
            <a:off x="5181834" y="3790188"/>
            <a:ext cx="660478" cy="224028"/>
          </a:xfrm>
          <a:prstGeom prst="rect">
            <a:avLst/>
          </a:prstGeom>
          <a:solidFill>
            <a:srgbClr val="F7F9FB"/>
          </a:solidFill>
          <a:ln w="5080">
            <a:solidFill>
              <a:srgbClr val="D3DCE5"/>
            </a:solidFill>
            <a:prstDash val="solid"/>
          </a:ln>
        </p:spPr>
      </p:sp>
      <p:sp>
        <p:nvSpPr>
          <p:cNvPr id="295" name="Text 293"/>
          <p:cNvSpPr txBox="1"/>
          <p:nvPr/>
        </p:nvSpPr>
        <p:spPr>
          <a:xfrm>
            <a:off x="5181834"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6" name="Shape 294"/>
          <p:cNvSpPr/>
          <p:nvPr/>
        </p:nvSpPr>
        <p:spPr>
          <a:xfrm>
            <a:off x="5842313" y="3790188"/>
            <a:ext cx="660478" cy="224028"/>
          </a:xfrm>
          <a:prstGeom prst="rect">
            <a:avLst/>
          </a:prstGeom>
          <a:solidFill>
            <a:srgbClr val="F7F9FB"/>
          </a:solidFill>
          <a:ln w="5080">
            <a:solidFill>
              <a:srgbClr val="D3DCE5"/>
            </a:solidFill>
            <a:prstDash val="solid"/>
          </a:ln>
        </p:spPr>
      </p:sp>
      <p:sp>
        <p:nvSpPr>
          <p:cNvPr id="297" name="Text 295"/>
          <p:cNvSpPr txBox="1"/>
          <p:nvPr/>
        </p:nvSpPr>
        <p:spPr>
          <a:xfrm>
            <a:off x="584231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8" name="Shape 296"/>
          <p:cNvSpPr/>
          <p:nvPr/>
        </p:nvSpPr>
        <p:spPr>
          <a:xfrm>
            <a:off x="6502791" y="3790188"/>
            <a:ext cx="660478" cy="224028"/>
          </a:xfrm>
          <a:prstGeom prst="rect">
            <a:avLst/>
          </a:prstGeom>
          <a:solidFill>
            <a:srgbClr val="F7F9FB"/>
          </a:solidFill>
          <a:ln w="5080">
            <a:solidFill>
              <a:srgbClr val="D3DCE5"/>
            </a:solidFill>
            <a:prstDash val="solid"/>
          </a:ln>
        </p:spPr>
      </p:sp>
      <p:sp>
        <p:nvSpPr>
          <p:cNvPr id="299" name="Text 297"/>
          <p:cNvSpPr txBox="1"/>
          <p:nvPr/>
        </p:nvSpPr>
        <p:spPr>
          <a:xfrm>
            <a:off x="6502791"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0" name="Shape 298"/>
          <p:cNvSpPr/>
          <p:nvPr/>
        </p:nvSpPr>
        <p:spPr>
          <a:xfrm>
            <a:off x="7163269" y="3790188"/>
            <a:ext cx="660478" cy="224028"/>
          </a:xfrm>
          <a:prstGeom prst="rect">
            <a:avLst/>
          </a:prstGeom>
          <a:solidFill>
            <a:srgbClr val="F7F9FB"/>
          </a:solidFill>
          <a:ln w="5080">
            <a:solidFill>
              <a:srgbClr val="D3DCE5"/>
            </a:solidFill>
            <a:prstDash val="solid"/>
          </a:ln>
        </p:spPr>
      </p:sp>
      <p:sp>
        <p:nvSpPr>
          <p:cNvPr id="301" name="Text 299"/>
          <p:cNvSpPr txBox="1"/>
          <p:nvPr/>
        </p:nvSpPr>
        <p:spPr>
          <a:xfrm>
            <a:off x="7163269"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2" name="Shape 300"/>
          <p:cNvSpPr/>
          <p:nvPr/>
        </p:nvSpPr>
        <p:spPr>
          <a:xfrm>
            <a:off x="7823747" y="3790188"/>
            <a:ext cx="660478" cy="224028"/>
          </a:xfrm>
          <a:prstGeom prst="rect">
            <a:avLst/>
          </a:prstGeom>
          <a:solidFill>
            <a:srgbClr val="F7F9FB"/>
          </a:solidFill>
          <a:ln w="5080">
            <a:solidFill>
              <a:srgbClr val="D3DCE5"/>
            </a:solidFill>
            <a:prstDash val="solid"/>
          </a:ln>
        </p:spPr>
      </p:sp>
      <p:sp>
        <p:nvSpPr>
          <p:cNvPr id="303" name="Text 301"/>
          <p:cNvSpPr txBox="1"/>
          <p:nvPr/>
        </p:nvSpPr>
        <p:spPr>
          <a:xfrm>
            <a:off x="7823747"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4" name="Shape 302"/>
          <p:cNvSpPr/>
          <p:nvPr/>
        </p:nvSpPr>
        <p:spPr>
          <a:xfrm>
            <a:off x="8484225" y="3790188"/>
            <a:ext cx="660478" cy="224028"/>
          </a:xfrm>
          <a:prstGeom prst="rect">
            <a:avLst/>
          </a:prstGeom>
          <a:solidFill>
            <a:srgbClr val="F7F9FB"/>
          </a:solidFill>
          <a:ln w="5080">
            <a:solidFill>
              <a:srgbClr val="D3DCE5"/>
            </a:solidFill>
            <a:prstDash val="solid"/>
          </a:ln>
        </p:spPr>
      </p:sp>
      <p:sp>
        <p:nvSpPr>
          <p:cNvPr id="305" name="Text 303"/>
          <p:cNvSpPr txBox="1"/>
          <p:nvPr/>
        </p:nvSpPr>
        <p:spPr>
          <a:xfrm>
            <a:off x="8484225"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6" name="Shape 304"/>
          <p:cNvSpPr/>
          <p:nvPr/>
        </p:nvSpPr>
        <p:spPr>
          <a:xfrm>
            <a:off x="9144703" y="3790188"/>
            <a:ext cx="660478" cy="224028"/>
          </a:xfrm>
          <a:prstGeom prst="rect">
            <a:avLst/>
          </a:prstGeom>
          <a:solidFill>
            <a:srgbClr val="F7F9FB"/>
          </a:solidFill>
          <a:ln w="5080">
            <a:solidFill>
              <a:srgbClr val="D3DCE5"/>
            </a:solidFill>
            <a:prstDash val="solid"/>
          </a:ln>
        </p:spPr>
      </p:sp>
      <p:sp>
        <p:nvSpPr>
          <p:cNvPr id="307" name="Text 305"/>
          <p:cNvSpPr txBox="1"/>
          <p:nvPr/>
        </p:nvSpPr>
        <p:spPr>
          <a:xfrm>
            <a:off x="914470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8" name="Shape 306"/>
          <p:cNvSpPr/>
          <p:nvPr/>
        </p:nvSpPr>
        <p:spPr>
          <a:xfrm>
            <a:off x="9805182" y="3790188"/>
            <a:ext cx="660478" cy="224028"/>
          </a:xfrm>
          <a:prstGeom prst="rect">
            <a:avLst/>
          </a:prstGeom>
          <a:solidFill>
            <a:srgbClr val="F7F9FB"/>
          </a:solidFill>
          <a:ln w="5080">
            <a:solidFill>
              <a:srgbClr val="D3DCE5"/>
            </a:solidFill>
            <a:prstDash val="solid"/>
          </a:ln>
        </p:spPr>
      </p:sp>
      <p:sp>
        <p:nvSpPr>
          <p:cNvPr id="309" name="Text 307"/>
          <p:cNvSpPr txBox="1"/>
          <p:nvPr/>
        </p:nvSpPr>
        <p:spPr>
          <a:xfrm>
            <a:off x="9805182"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0" name="Shape 308"/>
          <p:cNvSpPr/>
          <p:nvPr/>
        </p:nvSpPr>
        <p:spPr>
          <a:xfrm>
            <a:off x="10465660" y="3790188"/>
            <a:ext cx="660478" cy="224028"/>
          </a:xfrm>
          <a:prstGeom prst="rect">
            <a:avLst/>
          </a:prstGeom>
          <a:solidFill>
            <a:srgbClr val="F7F9FB"/>
          </a:solidFill>
          <a:ln w="5080">
            <a:solidFill>
              <a:srgbClr val="D3DCE5"/>
            </a:solidFill>
            <a:prstDash val="solid"/>
          </a:ln>
        </p:spPr>
      </p:sp>
      <p:sp>
        <p:nvSpPr>
          <p:cNvPr id="311" name="Text 309"/>
          <p:cNvSpPr txBox="1"/>
          <p:nvPr/>
        </p:nvSpPr>
        <p:spPr>
          <a:xfrm>
            <a:off x="1046566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2" name="Shape 310"/>
          <p:cNvSpPr/>
          <p:nvPr/>
        </p:nvSpPr>
        <p:spPr>
          <a:xfrm>
            <a:off x="11126138" y="3790188"/>
            <a:ext cx="660478" cy="224028"/>
          </a:xfrm>
          <a:prstGeom prst="rect">
            <a:avLst/>
          </a:prstGeom>
          <a:solidFill>
            <a:srgbClr val="F7F9FB"/>
          </a:solidFill>
          <a:ln w="5080">
            <a:solidFill>
              <a:srgbClr val="D3DCE5"/>
            </a:solidFill>
            <a:prstDash val="solid"/>
          </a:ln>
        </p:spPr>
      </p:sp>
      <p:sp>
        <p:nvSpPr>
          <p:cNvPr id="313" name="Text 311"/>
          <p:cNvSpPr txBox="1"/>
          <p:nvPr/>
        </p:nvSpPr>
        <p:spPr>
          <a:xfrm>
            <a:off x="11126138"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4" name="Shape 312"/>
          <p:cNvSpPr/>
          <p:nvPr/>
        </p:nvSpPr>
        <p:spPr>
          <a:xfrm>
            <a:off x="411480" y="4014216"/>
            <a:ext cx="2788920" cy="224028"/>
          </a:xfrm>
          <a:prstGeom prst="rect">
            <a:avLst/>
          </a:prstGeom>
          <a:solidFill>
            <a:srgbClr val="FFFFFF"/>
          </a:solidFill>
          <a:ln w="5080">
            <a:solidFill>
              <a:srgbClr val="D3DCE5"/>
            </a:solidFill>
            <a:prstDash val="solid"/>
          </a:ln>
        </p:spPr>
      </p:sp>
      <p:sp>
        <p:nvSpPr>
          <p:cNvPr id="315" name="Text 313"/>
          <p:cNvSpPr txBox="1"/>
          <p:nvPr/>
        </p:nvSpPr>
        <p:spPr>
          <a:xfrm>
            <a:off x="475488" y="40142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6" name="Shape 314"/>
          <p:cNvSpPr/>
          <p:nvPr/>
        </p:nvSpPr>
        <p:spPr>
          <a:xfrm>
            <a:off x="3200400" y="4014216"/>
            <a:ext cx="660478" cy="224028"/>
          </a:xfrm>
          <a:prstGeom prst="rect">
            <a:avLst/>
          </a:prstGeom>
          <a:solidFill>
            <a:srgbClr val="FFFFFF"/>
          </a:solidFill>
          <a:ln w="5080">
            <a:solidFill>
              <a:srgbClr val="D3DCE5"/>
            </a:solidFill>
            <a:prstDash val="solid"/>
          </a:ln>
        </p:spPr>
      </p:sp>
      <p:sp>
        <p:nvSpPr>
          <p:cNvPr id="317" name="Text 315"/>
          <p:cNvSpPr txBox="1"/>
          <p:nvPr/>
        </p:nvSpPr>
        <p:spPr>
          <a:xfrm>
            <a:off x="320040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8" name="Shape 316"/>
          <p:cNvSpPr/>
          <p:nvPr/>
        </p:nvSpPr>
        <p:spPr>
          <a:xfrm>
            <a:off x="3860878" y="4014216"/>
            <a:ext cx="660478" cy="224028"/>
          </a:xfrm>
          <a:prstGeom prst="rect">
            <a:avLst/>
          </a:prstGeom>
          <a:solidFill>
            <a:srgbClr val="FFFFFF"/>
          </a:solidFill>
          <a:ln w="5080">
            <a:solidFill>
              <a:srgbClr val="D3DCE5"/>
            </a:solidFill>
            <a:prstDash val="solid"/>
          </a:ln>
        </p:spPr>
      </p:sp>
      <p:sp>
        <p:nvSpPr>
          <p:cNvPr id="319" name="Text 317"/>
          <p:cNvSpPr txBox="1"/>
          <p:nvPr/>
        </p:nvSpPr>
        <p:spPr>
          <a:xfrm>
            <a:off x="3860878" y="40142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0" name="Shape 318"/>
          <p:cNvSpPr/>
          <p:nvPr/>
        </p:nvSpPr>
        <p:spPr>
          <a:xfrm>
            <a:off x="4521356" y="4014216"/>
            <a:ext cx="660478" cy="224028"/>
          </a:xfrm>
          <a:prstGeom prst="rect">
            <a:avLst/>
          </a:prstGeom>
          <a:solidFill>
            <a:srgbClr val="FFFFFF"/>
          </a:solidFill>
          <a:ln w="5080">
            <a:solidFill>
              <a:srgbClr val="D3DCE5"/>
            </a:solidFill>
            <a:prstDash val="solid"/>
          </a:ln>
        </p:spPr>
      </p:sp>
      <p:sp>
        <p:nvSpPr>
          <p:cNvPr id="321" name="Text 319"/>
          <p:cNvSpPr txBox="1"/>
          <p:nvPr/>
        </p:nvSpPr>
        <p:spPr>
          <a:xfrm>
            <a:off x="4521356"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2" name="Shape 320"/>
          <p:cNvSpPr/>
          <p:nvPr/>
        </p:nvSpPr>
        <p:spPr>
          <a:xfrm>
            <a:off x="5181834" y="4014216"/>
            <a:ext cx="660478" cy="224028"/>
          </a:xfrm>
          <a:prstGeom prst="rect">
            <a:avLst/>
          </a:prstGeom>
          <a:solidFill>
            <a:srgbClr val="FFFFFF"/>
          </a:solidFill>
          <a:ln w="5080">
            <a:solidFill>
              <a:srgbClr val="D3DCE5"/>
            </a:solidFill>
            <a:prstDash val="solid"/>
          </a:ln>
        </p:spPr>
      </p:sp>
      <p:sp>
        <p:nvSpPr>
          <p:cNvPr id="323" name="Text 321"/>
          <p:cNvSpPr txBox="1"/>
          <p:nvPr/>
        </p:nvSpPr>
        <p:spPr>
          <a:xfrm>
            <a:off x="5181834"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4" name="Shape 322"/>
          <p:cNvSpPr/>
          <p:nvPr/>
        </p:nvSpPr>
        <p:spPr>
          <a:xfrm>
            <a:off x="5842313" y="4014216"/>
            <a:ext cx="660478" cy="224028"/>
          </a:xfrm>
          <a:prstGeom prst="rect">
            <a:avLst/>
          </a:prstGeom>
          <a:solidFill>
            <a:srgbClr val="FFFFFF"/>
          </a:solidFill>
          <a:ln w="5080">
            <a:solidFill>
              <a:srgbClr val="D3DCE5"/>
            </a:solidFill>
            <a:prstDash val="solid"/>
          </a:ln>
        </p:spPr>
      </p:sp>
      <p:sp>
        <p:nvSpPr>
          <p:cNvPr id="325" name="Text 323"/>
          <p:cNvSpPr txBox="1"/>
          <p:nvPr/>
        </p:nvSpPr>
        <p:spPr>
          <a:xfrm>
            <a:off x="584231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6" name="Shape 324"/>
          <p:cNvSpPr/>
          <p:nvPr/>
        </p:nvSpPr>
        <p:spPr>
          <a:xfrm>
            <a:off x="6502791" y="4014216"/>
            <a:ext cx="660478" cy="224028"/>
          </a:xfrm>
          <a:prstGeom prst="rect">
            <a:avLst/>
          </a:prstGeom>
          <a:solidFill>
            <a:srgbClr val="FFFFFF"/>
          </a:solidFill>
          <a:ln w="5080">
            <a:solidFill>
              <a:srgbClr val="D3DCE5"/>
            </a:solidFill>
            <a:prstDash val="solid"/>
          </a:ln>
        </p:spPr>
      </p:sp>
      <p:sp>
        <p:nvSpPr>
          <p:cNvPr id="327" name="Text 325"/>
          <p:cNvSpPr txBox="1"/>
          <p:nvPr/>
        </p:nvSpPr>
        <p:spPr>
          <a:xfrm>
            <a:off x="6502791"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8" name="Shape 326"/>
          <p:cNvSpPr/>
          <p:nvPr/>
        </p:nvSpPr>
        <p:spPr>
          <a:xfrm>
            <a:off x="7163269" y="4014216"/>
            <a:ext cx="660478" cy="224028"/>
          </a:xfrm>
          <a:prstGeom prst="rect">
            <a:avLst/>
          </a:prstGeom>
          <a:solidFill>
            <a:srgbClr val="FFFFFF"/>
          </a:solidFill>
          <a:ln w="5080">
            <a:solidFill>
              <a:srgbClr val="D3DCE5"/>
            </a:solidFill>
            <a:prstDash val="solid"/>
          </a:ln>
        </p:spPr>
      </p:sp>
      <p:sp>
        <p:nvSpPr>
          <p:cNvPr id="329" name="Text 327"/>
          <p:cNvSpPr txBox="1"/>
          <p:nvPr/>
        </p:nvSpPr>
        <p:spPr>
          <a:xfrm>
            <a:off x="7163269"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0" name="Shape 328"/>
          <p:cNvSpPr/>
          <p:nvPr/>
        </p:nvSpPr>
        <p:spPr>
          <a:xfrm>
            <a:off x="7823747" y="4014216"/>
            <a:ext cx="660478" cy="224028"/>
          </a:xfrm>
          <a:prstGeom prst="rect">
            <a:avLst/>
          </a:prstGeom>
          <a:solidFill>
            <a:srgbClr val="FFFFFF"/>
          </a:solidFill>
          <a:ln w="5080">
            <a:solidFill>
              <a:srgbClr val="D3DCE5"/>
            </a:solidFill>
            <a:prstDash val="solid"/>
          </a:ln>
        </p:spPr>
      </p:sp>
      <p:sp>
        <p:nvSpPr>
          <p:cNvPr id="331" name="Text 329"/>
          <p:cNvSpPr txBox="1"/>
          <p:nvPr/>
        </p:nvSpPr>
        <p:spPr>
          <a:xfrm>
            <a:off x="7823747"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2" name="Shape 330"/>
          <p:cNvSpPr/>
          <p:nvPr/>
        </p:nvSpPr>
        <p:spPr>
          <a:xfrm>
            <a:off x="8484225" y="4014216"/>
            <a:ext cx="660478" cy="224028"/>
          </a:xfrm>
          <a:prstGeom prst="rect">
            <a:avLst/>
          </a:prstGeom>
          <a:solidFill>
            <a:srgbClr val="FFFFFF"/>
          </a:solidFill>
          <a:ln w="5080">
            <a:solidFill>
              <a:srgbClr val="D3DCE5"/>
            </a:solidFill>
            <a:prstDash val="solid"/>
          </a:ln>
        </p:spPr>
      </p:sp>
      <p:sp>
        <p:nvSpPr>
          <p:cNvPr id="333" name="Text 331"/>
          <p:cNvSpPr txBox="1"/>
          <p:nvPr/>
        </p:nvSpPr>
        <p:spPr>
          <a:xfrm>
            <a:off x="8484225"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4" name="Shape 332"/>
          <p:cNvSpPr/>
          <p:nvPr/>
        </p:nvSpPr>
        <p:spPr>
          <a:xfrm>
            <a:off x="9144703" y="4014216"/>
            <a:ext cx="660478" cy="224028"/>
          </a:xfrm>
          <a:prstGeom prst="rect">
            <a:avLst/>
          </a:prstGeom>
          <a:solidFill>
            <a:srgbClr val="FFFFFF"/>
          </a:solidFill>
          <a:ln w="5080">
            <a:solidFill>
              <a:srgbClr val="D3DCE5"/>
            </a:solidFill>
            <a:prstDash val="solid"/>
          </a:ln>
        </p:spPr>
      </p:sp>
      <p:sp>
        <p:nvSpPr>
          <p:cNvPr id="335" name="Text 333"/>
          <p:cNvSpPr txBox="1"/>
          <p:nvPr/>
        </p:nvSpPr>
        <p:spPr>
          <a:xfrm>
            <a:off x="914470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6" name="Shape 334"/>
          <p:cNvSpPr/>
          <p:nvPr/>
        </p:nvSpPr>
        <p:spPr>
          <a:xfrm>
            <a:off x="9805182" y="4014216"/>
            <a:ext cx="660478" cy="224028"/>
          </a:xfrm>
          <a:prstGeom prst="rect">
            <a:avLst/>
          </a:prstGeom>
          <a:solidFill>
            <a:srgbClr val="FFFFFF"/>
          </a:solidFill>
          <a:ln w="5080">
            <a:solidFill>
              <a:srgbClr val="D3DCE5"/>
            </a:solidFill>
            <a:prstDash val="solid"/>
          </a:ln>
        </p:spPr>
      </p:sp>
      <p:sp>
        <p:nvSpPr>
          <p:cNvPr id="337" name="Text 335"/>
          <p:cNvSpPr txBox="1"/>
          <p:nvPr/>
        </p:nvSpPr>
        <p:spPr>
          <a:xfrm>
            <a:off x="9805182"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8" name="Shape 336"/>
          <p:cNvSpPr/>
          <p:nvPr/>
        </p:nvSpPr>
        <p:spPr>
          <a:xfrm>
            <a:off x="10465660" y="4014216"/>
            <a:ext cx="660478" cy="224028"/>
          </a:xfrm>
          <a:prstGeom prst="rect">
            <a:avLst/>
          </a:prstGeom>
          <a:solidFill>
            <a:srgbClr val="FFFFFF"/>
          </a:solidFill>
          <a:ln w="5080">
            <a:solidFill>
              <a:srgbClr val="D3DCE5"/>
            </a:solidFill>
            <a:prstDash val="solid"/>
          </a:ln>
        </p:spPr>
      </p:sp>
      <p:sp>
        <p:nvSpPr>
          <p:cNvPr id="339" name="Text 337"/>
          <p:cNvSpPr txBox="1"/>
          <p:nvPr/>
        </p:nvSpPr>
        <p:spPr>
          <a:xfrm>
            <a:off x="1046566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0" name="Shape 338"/>
          <p:cNvSpPr/>
          <p:nvPr/>
        </p:nvSpPr>
        <p:spPr>
          <a:xfrm>
            <a:off x="11126138" y="4014216"/>
            <a:ext cx="660478" cy="224028"/>
          </a:xfrm>
          <a:prstGeom prst="rect">
            <a:avLst/>
          </a:prstGeom>
          <a:solidFill>
            <a:srgbClr val="FFFFFF"/>
          </a:solidFill>
          <a:ln w="5080">
            <a:solidFill>
              <a:srgbClr val="D3DCE5"/>
            </a:solidFill>
            <a:prstDash val="solid"/>
          </a:ln>
        </p:spPr>
      </p:sp>
      <p:sp>
        <p:nvSpPr>
          <p:cNvPr id="341" name="Text 339"/>
          <p:cNvSpPr txBox="1"/>
          <p:nvPr/>
        </p:nvSpPr>
        <p:spPr>
          <a:xfrm>
            <a:off x="11126138"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2" name="Shape 340"/>
          <p:cNvSpPr/>
          <p:nvPr/>
        </p:nvSpPr>
        <p:spPr>
          <a:xfrm>
            <a:off x="411480" y="4238244"/>
            <a:ext cx="2788920" cy="224028"/>
          </a:xfrm>
          <a:prstGeom prst="rect">
            <a:avLst/>
          </a:prstGeom>
          <a:solidFill>
            <a:srgbClr val="D6EBE7"/>
          </a:solidFill>
          <a:ln w="5080">
            <a:solidFill>
              <a:srgbClr val="D3DCE5"/>
            </a:solidFill>
            <a:prstDash val="solid"/>
          </a:ln>
        </p:spPr>
      </p:sp>
      <p:sp>
        <p:nvSpPr>
          <p:cNvPr id="343" name="Text 341"/>
          <p:cNvSpPr txBox="1"/>
          <p:nvPr/>
        </p:nvSpPr>
        <p:spPr>
          <a:xfrm>
            <a:off x="475488" y="4238244"/>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4" name="Shape 342"/>
          <p:cNvSpPr/>
          <p:nvPr/>
        </p:nvSpPr>
        <p:spPr>
          <a:xfrm>
            <a:off x="3200400" y="4238244"/>
            <a:ext cx="660478" cy="224028"/>
          </a:xfrm>
          <a:prstGeom prst="rect">
            <a:avLst/>
          </a:prstGeom>
          <a:solidFill>
            <a:srgbClr val="D6EBE7"/>
          </a:solidFill>
          <a:ln w="5080">
            <a:solidFill>
              <a:srgbClr val="D3DCE5"/>
            </a:solidFill>
            <a:prstDash val="solid"/>
          </a:ln>
        </p:spPr>
      </p:sp>
      <p:sp>
        <p:nvSpPr>
          <p:cNvPr id="345" name="Text 343"/>
          <p:cNvSpPr txBox="1"/>
          <p:nvPr/>
        </p:nvSpPr>
        <p:spPr>
          <a:xfrm>
            <a:off x="320040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6" name="Shape 344"/>
          <p:cNvSpPr/>
          <p:nvPr/>
        </p:nvSpPr>
        <p:spPr>
          <a:xfrm>
            <a:off x="3860878" y="4238244"/>
            <a:ext cx="660478" cy="224028"/>
          </a:xfrm>
          <a:prstGeom prst="rect">
            <a:avLst/>
          </a:prstGeom>
          <a:solidFill>
            <a:srgbClr val="D6EBE7"/>
          </a:solidFill>
          <a:ln w="5080">
            <a:solidFill>
              <a:srgbClr val="D3DCE5"/>
            </a:solidFill>
            <a:prstDash val="solid"/>
          </a:ln>
        </p:spPr>
      </p:sp>
      <p:sp>
        <p:nvSpPr>
          <p:cNvPr id="347" name="Text 345"/>
          <p:cNvSpPr txBox="1"/>
          <p:nvPr/>
        </p:nvSpPr>
        <p:spPr>
          <a:xfrm>
            <a:off x="3860878" y="4238244"/>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8" name="Shape 346"/>
          <p:cNvSpPr/>
          <p:nvPr/>
        </p:nvSpPr>
        <p:spPr>
          <a:xfrm>
            <a:off x="4521356" y="4238244"/>
            <a:ext cx="660478" cy="224028"/>
          </a:xfrm>
          <a:prstGeom prst="rect">
            <a:avLst/>
          </a:prstGeom>
          <a:solidFill>
            <a:srgbClr val="D6EBE7"/>
          </a:solidFill>
          <a:ln w="5080">
            <a:solidFill>
              <a:srgbClr val="D3DCE5"/>
            </a:solidFill>
            <a:prstDash val="solid"/>
          </a:ln>
        </p:spPr>
      </p:sp>
      <p:sp>
        <p:nvSpPr>
          <p:cNvPr id="349" name="Text 347"/>
          <p:cNvSpPr txBox="1"/>
          <p:nvPr/>
        </p:nvSpPr>
        <p:spPr>
          <a:xfrm>
            <a:off x="4521356"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0" name="Shape 348"/>
          <p:cNvSpPr/>
          <p:nvPr/>
        </p:nvSpPr>
        <p:spPr>
          <a:xfrm>
            <a:off x="5181834" y="4238244"/>
            <a:ext cx="660478" cy="224028"/>
          </a:xfrm>
          <a:prstGeom prst="rect">
            <a:avLst/>
          </a:prstGeom>
          <a:solidFill>
            <a:srgbClr val="D6EBE7"/>
          </a:solidFill>
          <a:ln w="5080">
            <a:solidFill>
              <a:srgbClr val="D3DCE5"/>
            </a:solidFill>
            <a:prstDash val="solid"/>
          </a:ln>
        </p:spPr>
      </p:sp>
      <p:sp>
        <p:nvSpPr>
          <p:cNvPr id="351" name="Text 349"/>
          <p:cNvSpPr txBox="1"/>
          <p:nvPr/>
        </p:nvSpPr>
        <p:spPr>
          <a:xfrm>
            <a:off x="5181834"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2" name="Shape 350"/>
          <p:cNvSpPr/>
          <p:nvPr/>
        </p:nvSpPr>
        <p:spPr>
          <a:xfrm>
            <a:off x="5842313" y="4238244"/>
            <a:ext cx="660478" cy="224028"/>
          </a:xfrm>
          <a:prstGeom prst="rect">
            <a:avLst/>
          </a:prstGeom>
          <a:solidFill>
            <a:srgbClr val="D6EBE7"/>
          </a:solidFill>
          <a:ln w="5080">
            <a:solidFill>
              <a:srgbClr val="D3DCE5"/>
            </a:solidFill>
            <a:prstDash val="solid"/>
          </a:ln>
        </p:spPr>
      </p:sp>
      <p:sp>
        <p:nvSpPr>
          <p:cNvPr id="353" name="Text 351"/>
          <p:cNvSpPr txBox="1"/>
          <p:nvPr/>
        </p:nvSpPr>
        <p:spPr>
          <a:xfrm>
            <a:off x="584231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4" name="Shape 352"/>
          <p:cNvSpPr/>
          <p:nvPr/>
        </p:nvSpPr>
        <p:spPr>
          <a:xfrm>
            <a:off x="6502791" y="4238244"/>
            <a:ext cx="660478" cy="224028"/>
          </a:xfrm>
          <a:prstGeom prst="rect">
            <a:avLst/>
          </a:prstGeom>
          <a:solidFill>
            <a:srgbClr val="D6EBE7"/>
          </a:solidFill>
          <a:ln w="5080">
            <a:solidFill>
              <a:srgbClr val="D3DCE5"/>
            </a:solidFill>
            <a:prstDash val="solid"/>
          </a:ln>
        </p:spPr>
      </p:sp>
      <p:sp>
        <p:nvSpPr>
          <p:cNvPr id="355" name="Text 353"/>
          <p:cNvSpPr txBox="1"/>
          <p:nvPr/>
        </p:nvSpPr>
        <p:spPr>
          <a:xfrm>
            <a:off x="6502791"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6" name="Shape 354"/>
          <p:cNvSpPr/>
          <p:nvPr/>
        </p:nvSpPr>
        <p:spPr>
          <a:xfrm>
            <a:off x="7163269" y="4238244"/>
            <a:ext cx="660478" cy="224028"/>
          </a:xfrm>
          <a:prstGeom prst="rect">
            <a:avLst/>
          </a:prstGeom>
          <a:solidFill>
            <a:srgbClr val="D6EBE7"/>
          </a:solidFill>
          <a:ln w="5080">
            <a:solidFill>
              <a:srgbClr val="D3DCE5"/>
            </a:solidFill>
            <a:prstDash val="solid"/>
          </a:ln>
        </p:spPr>
      </p:sp>
      <p:sp>
        <p:nvSpPr>
          <p:cNvPr id="357" name="Text 355"/>
          <p:cNvSpPr txBox="1"/>
          <p:nvPr/>
        </p:nvSpPr>
        <p:spPr>
          <a:xfrm>
            <a:off x="7163269"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8" name="Shape 356"/>
          <p:cNvSpPr/>
          <p:nvPr/>
        </p:nvSpPr>
        <p:spPr>
          <a:xfrm>
            <a:off x="7823747" y="4238244"/>
            <a:ext cx="660478" cy="224028"/>
          </a:xfrm>
          <a:prstGeom prst="rect">
            <a:avLst/>
          </a:prstGeom>
          <a:solidFill>
            <a:srgbClr val="D6EBE7"/>
          </a:solidFill>
          <a:ln w="5080">
            <a:solidFill>
              <a:srgbClr val="D3DCE5"/>
            </a:solidFill>
            <a:prstDash val="solid"/>
          </a:ln>
        </p:spPr>
      </p:sp>
      <p:sp>
        <p:nvSpPr>
          <p:cNvPr id="359" name="Text 357"/>
          <p:cNvSpPr txBox="1"/>
          <p:nvPr/>
        </p:nvSpPr>
        <p:spPr>
          <a:xfrm>
            <a:off x="7823747"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0" name="Shape 358"/>
          <p:cNvSpPr/>
          <p:nvPr/>
        </p:nvSpPr>
        <p:spPr>
          <a:xfrm>
            <a:off x="8484225" y="4238244"/>
            <a:ext cx="660478" cy="224028"/>
          </a:xfrm>
          <a:prstGeom prst="rect">
            <a:avLst/>
          </a:prstGeom>
          <a:solidFill>
            <a:srgbClr val="D6EBE7"/>
          </a:solidFill>
          <a:ln w="5080">
            <a:solidFill>
              <a:srgbClr val="D3DCE5"/>
            </a:solidFill>
            <a:prstDash val="solid"/>
          </a:ln>
        </p:spPr>
      </p:sp>
      <p:sp>
        <p:nvSpPr>
          <p:cNvPr id="361" name="Text 359"/>
          <p:cNvSpPr txBox="1"/>
          <p:nvPr/>
        </p:nvSpPr>
        <p:spPr>
          <a:xfrm>
            <a:off x="8484225"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2" name="Shape 360"/>
          <p:cNvSpPr/>
          <p:nvPr/>
        </p:nvSpPr>
        <p:spPr>
          <a:xfrm>
            <a:off x="9144703" y="4238244"/>
            <a:ext cx="660478" cy="224028"/>
          </a:xfrm>
          <a:prstGeom prst="rect">
            <a:avLst/>
          </a:prstGeom>
          <a:solidFill>
            <a:srgbClr val="D6EBE7"/>
          </a:solidFill>
          <a:ln w="5080">
            <a:solidFill>
              <a:srgbClr val="D3DCE5"/>
            </a:solidFill>
            <a:prstDash val="solid"/>
          </a:ln>
        </p:spPr>
      </p:sp>
      <p:sp>
        <p:nvSpPr>
          <p:cNvPr id="363" name="Text 361"/>
          <p:cNvSpPr txBox="1"/>
          <p:nvPr/>
        </p:nvSpPr>
        <p:spPr>
          <a:xfrm>
            <a:off x="914470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4" name="Shape 362"/>
          <p:cNvSpPr/>
          <p:nvPr/>
        </p:nvSpPr>
        <p:spPr>
          <a:xfrm>
            <a:off x="9805182" y="4238244"/>
            <a:ext cx="660478" cy="224028"/>
          </a:xfrm>
          <a:prstGeom prst="rect">
            <a:avLst/>
          </a:prstGeom>
          <a:solidFill>
            <a:srgbClr val="D6EBE7"/>
          </a:solidFill>
          <a:ln w="5080">
            <a:solidFill>
              <a:srgbClr val="D3DCE5"/>
            </a:solidFill>
            <a:prstDash val="solid"/>
          </a:ln>
        </p:spPr>
      </p:sp>
      <p:sp>
        <p:nvSpPr>
          <p:cNvPr id="365" name="Text 363"/>
          <p:cNvSpPr txBox="1"/>
          <p:nvPr/>
        </p:nvSpPr>
        <p:spPr>
          <a:xfrm>
            <a:off x="9805182"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6" name="Shape 364"/>
          <p:cNvSpPr/>
          <p:nvPr/>
        </p:nvSpPr>
        <p:spPr>
          <a:xfrm>
            <a:off x="10465660" y="4238244"/>
            <a:ext cx="660478" cy="224028"/>
          </a:xfrm>
          <a:prstGeom prst="rect">
            <a:avLst/>
          </a:prstGeom>
          <a:solidFill>
            <a:srgbClr val="D6EBE7"/>
          </a:solidFill>
          <a:ln w="5080">
            <a:solidFill>
              <a:srgbClr val="D3DCE5"/>
            </a:solidFill>
            <a:prstDash val="solid"/>
          </a:ln>
        </p:spPr>
      </p:sp>
      <p:sp>
        <p:nvSpPr>
          <p:cNvPr id="367" name="Text 365"/>
          <p:cNvSpPr txBox="1"/>
          <p:nvPr/>
        </p:nvSpPr>
        <p:spPr>
          <a:xfrm>
            <a:off x="1046566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8" name="Shape 366"/>
          <p:cNvSpPr/>
          <p:nvPr/>
        </p:nvSpPr>
        <p:spPr>
          <a:xfrm>
            <a:off x="11126138" y="4238244"/>
            <a:ext cx="660478" cy="224028"/>
          </a:xfrm>
          <a:prstGeom prst="rect">
            <a:avLst/>
          </a:prstGeom>
          <a:solidFill>
            <a:srgbClr val="D6EBE7"/>
          </a:solidFill>
          <a:ln w="5080">
            <a:solidFill>
              <a:srgbClr val="D3DCE5"/>
            </a:solidFill>
            <a:prstDash val="solid"/>
          </a:ln>
        </p:spPr>
      </p:sp>
      <p:sp>
        <p:nvSpPr>
          <p:cNvPr id="369" name="Text 367"/>
          <p:cNvSpPr txBox="1"/>
          <p:nvPr/>
        </p:nvSpPr>
        <p:spPr>
          <a:xfrm>
            <a:off x="11126138"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0" name="Shape 368"/>
          <p:cNvSpPr/>
          <p:nvPr/>
        </p:nvSpPr>
        <p:spPr>
          <a:xfrm>
            <a:off x="411480" y="4462272"/>
            <a:ext cx="2788920" cy="224028"/>
          </a:xfrm>
          <a:prstGeom prst="rect">
            <a:avLst/>
          </a:prstGeom>
          <a:solidFill>
            <a:srgbClr val="FFFFFF"/>
          </a:solidFill>
          <a:ln w="5080">
            <a:solidFill>
              <a:srgbClr val="D3DCE5"/>
            </a:solidFill>
            <a:prstDash val="solid"/>
          </a:ln>
        </p:spPr>
      </p:sp>
      <p:sp>
        <p:nvSpPr>
          <p:cNvPr id="371" name="Text 369"/>
          <p:cNvSpPr txBox="1"/>
          <p:nvPr/>
        </p:nvSpPr>
        <p:spPr>
          <a:xfrm>
            <a:off x="475488" y="446227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2" name="Shape 370"/>
          <p:cNvSpPr/>
          <p:nvPr/>
        </p:nvSpPr>
        <p:spPr>
          <a:xfrm>
            <a:off x="3200400" y="4462272"/>
            <a:ext cx="660478" cy="224028"/>
          </a:xfrm>
          <a:prstGeom prst="rect">
            <a:avLst/>
          </a:prstGeom>
          <a:solidFill>
            <a:srgbClr val="FFFFFF"/>
          </a:solidFill>
          <a:ln w="5080">
            <a:solidFill>
              <a:srgbClr val="D3DCE5"/>
            </a:solidFill>
            <a:prstDash val="solid"/>
          </a:ln>
        </p:spPr>
      </p:sp>
      <p:sp>
        <p:nvSpPr>
          <p:cNvPr id="373" name="Text 371"/>
          <p:cNvSpPr txBox="1"/>
          <p:nvPr/>
        </p:nvSpPr>
        <p:spPr>
          <a:xfrm>
            <a:off x="320040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4" name="Shape 372"/>
          <p:cNvSpPr/>
          <p:nvPr/>
        </p:nvSpPr>
        <p:spPr>
          <a:xfrm>
            <a:off x="3860878" y="4462272"/>
            <a:ext cx="660478" cy="224028"/>
          </a:xfrm>
          <a:prstGeom prst="rect">
            <a:avLst/>
          </a:prstGeom>
          <a:solidFill>
            <a:srgbClr val="FFFFFF"/>
          </a:solidFill>
          <a:ln w="5080">
            <a:solidFill>
              <a:srgbClr val="D3DCE5"/>
            </a:solidFill>
            <a:prstDash val="solid"/>
          </a:ln>
        </p:spPr>
      </p:sp>
      <p:sp>
        <p:nvSpPr>
          <p:cNvPr id="375" name="Text 373"/>
          <p:cNvSpPr txBox="1"/>
          <p:nvPr/>
        </p:nvSpPr>
        <p:spPr>
          <a:xfrm>
            <a:off x="3860878" y="446227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6" name="Shape 374"/>
          <p:cNvSpPr/>
          <p:nvPr/>
        </p:nvSpPr>
        <p:spPr>
          <a:xfrm>
            <a:off x="4521356" y="4462272"/>
            <a:ext cx="660478" cy="224028"/>
          </a:xfrm>
          <a:prstGeom prst="rect">
            <a:avLst/>
          </a:prstGeom>
          <a:solidFill>
            <a:srgbClr val="FFFFFF"/>
          </a:solidFill>
          <a:ln w="5080">
            <a:solidFill>
              <a:srgbClr val="D3DCE5"/>
            </a:solidFill>
            <a:prstDash val="solid"/>
          </a:ln>
        </p:spPr>
      </p:sp>
      <p:sp>
        <p:nvSpPr>
          <p:cNvPr id="377" name="Text 375"/>
          <p:cNvSpPr txBox="1"/>
          <p:nvPr/>
        </p:nvSpPr>
        <p:spPr>
          <a:xfrm>
            <a:off x="4521356"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8" name="Shape 376"/>
          <p:cNvSpPr/>
          <p:nvPr/>
        </p:nvSpPr>
        <p:spPr>
          <a:xfrm>
            <a:off x="5181834" y="4462272"/>
            <a:ext cx="660478" cy="224028"/>
          </a:xfrm>
          <a:prstGeom prst="rect">
            <a:avLst/>
          </a:prstGeom>
          <a:solidFill>
            <a:srgbClr val="FFFFFF"/>
          </a:solidFill>
          <a:ln w="5080">
            <a:solidFill>
              <a:srgbClr val="D3DCE5"/>
            </a:solidFill>
            <a:prstDash val="solid"/>
          </a:ln>
        </p:spPr>
      </p:sp>
      <p:sp>
        <p:nvSpPr>
          <p:cNvPr id="379" name="Text 377"/>
          <p:cNvSpPr txBox="1"/>
          <p:nvPr/>
        </p:nvSpPr>
        <p:spPr>
          <a:xfrm>
            <a:off x="5181834"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0" name="Shape 378"/>
          <p:cNvSpPr/>
          <p:nvPr/>
        </p:nvSpPr>
        <p:spPr>
          <a:xfrm>
            <a:off x="5842313" y="4462272"/>
            <a:ext cx="660478" cy="224028"/>
          </a:xfrm>
          <a:prstGeom prst="rect">
            <a:avLst/>
          </a:prstGeom>
          <a:solidFill>
            <a:srgbClr val="FFFFFF"/>
          </a:solidFill>
          <a:ln w="5080">
            <a:solidFill>
              <a:srgbClr val="D3DCE5"/>
            </a:solidFill>
            <a:prstDash val="solid"/>
          </a:ln>
        </p:spPr>
      </p:sp>
      <p:sp>
        <p:nvSpPr>
          <p:cNvPr id="381" name="Text 379"/>
          <p:cNvSpPr txBox="1"/>
          <p:nvPr/>
        </p:nvSpPr>
        <p:spPr>
          <a:xfrm>
            <a:off x="584231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2" name="Shape 380"/>
          <p:cNvSpPr/>
          <p:nvPr/>
        </p:nvSpPr>
        <p:spPr>
          <a:xfrm>
            <a:off x="6502791" y="4462272"/>
            <a:ext cx="660478" cy="224028"/>
          </a:xfrm>
          <a:prstGeom prst="rect">
            <a:avLst/>
          </a:prstGeom>
          <a:solidFill>
            <a:srgbClr val="FFFFFF"/>
          </a:solidFill>
          <a:ln w="5080">
            <a:solidFill>
              <a:srgbClr val="D3DCE5"/>
            </a:solidFill>
            <a:prstDash val="solid"/>
          </a:ln>
        </p:spPr>
      </p:sp>
      <p:sp>
        <p:nvSpPr>
          <p:cNvPr id="383" name="Text 381"/>
          <p:cNvSpPr txBox="1"/>
          <p:nvPr/>
        </p:nvSpPr>
        <p:spPr>
          <a:xfrm>
            <a:off x="6502791"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4" name="Shape 382"/>
          <p:cNvSpPr/>
          <p:nvPr/>
        </p:nvSpPr>
        <p:spPr>
          <a:xfrm>
            <a:off x="7163269" y="4462272"/>
            <a:ext cx="660478" cy="224028"/>
          </a:xfrm>
          <a:prstGeom prst="rect">
            <a:avLst/>
          </a:prstGeom>
          <a:solidFill>
            <a:srgbClr val="FFFFFF"/>
          </a:solidFill>
          <a:ln w="5080">
            <a:solidFill>
              <a:srgbClr val="D3DCE5"/>
            </a:solidFill>
            <a:prstDash val="solid"/>
          </a:ln>
        </p:spPr>
      </p:sp>
      <p:sp>
        <p:nvSpPr>
          <p:cNvPr id="385" name="Text 383"/>
          <p:cNvSpPr txBox="1"/>
          <p:nvPr/>
        </p:nvSpPr>
        <p:spPr>
          <a:xfrm>
            <a:off x="7163269"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6" name="Shape 384"/>
          <p:cNvSpPr/>
          <p:nvPr/>
        </p:nvSpPr>
        <p:spPr>
          <a:xfrm>
            <a:off x="7823747" y="4462272"/>
            <a:ext cx="660478" cy="224028"/>
          </a:xfrm>
          <a:prstGeom prst="rect">
            <a:avLst/>
          </a:prstGeom>
          <a:solidFill>
            <a:srgbClr val="FFFFFF"/>
          </a:solidFill>
          <a:ln w="5080">
            <a:solidFill>
              <a:srgbClr val="D3DCE5"/>
            </a:solidFill>
            <a:prstDash val="solid"/>
          </a:ln>
        </p:spPr>
      </p:sp>
      <p:sp>
        <p:nvSpPr>
          <p:cNvPr id="387" name="Text 385"/>
          <p:cNvSpPr txBox="1"/>
          <p:nvPr/>
        </p:nvSpPr>
        <p:spPr>
          <a:xfrm>
            <a:off x="7823747"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8" name="Shape 386"/>
          <p:cNvSpPr/>
          <p:nvPr/>
        </p:nvSpPr>
        <p:spPr>
          <a:xfrm>
            <a:off x="8484225" y="4462272"/>
            <a:ext cx="660478" cy="224028"/>
          </a:xfrm>
          <a:prstGeom prst="rect">
            <a:avLst/>
          </a:prstGeom>
          <a:solidFill>
            <a:srgbClr val="FFFFFF"/>
          </a:solidFill>
          <a:ln w="5080">
            <a:solidFill>
              <a:srgbClr val="D3DCE5"/>
            </a:solidFill>
            <a:prstDash val="solid"/>
          </a:ln>
        </p:spPr>
      </p:sp>
      <p:sp>
        <p:nvSpPr>
          <p:cNvPr id="389" name="Text 387"/>
          <p:cNvSpPr txBox="1"/>
          <p:nvPr/>
        </p:nvSpPr>
        <p:spPr>
          <a:xfrm>
            <a:off x="8484225"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0" name="Shape 388"/>
          <p:cNvSpPr/>
          <p:nvPr/>
        </p:nvSpPr>
        <p:spPr>
          <a:xfrm>
            <a:off x="9144703" y="4462272"/>
            <a:ext cx="660478" cy="224028"/>
          </a:xfrm>
          <a:prstGeom prst="rect">
            <a:avLst/>
          </a:prstGeom>
          <a:solidFill>
            <a:srgbClr val="FFFFFF"/>
          </a:solidFill>
          <a:ln w="5080">
            <a:solidFill>
              <a:srgbClr val="D3DCE5"/>
            </a:solidFill>
            <a:prstDash val="solid"/>
          </a:ln>
        </p:spPr>
      </p:sp>
      <p:sp>
        <p:nvSpPr>
          <p:cNvPr id="391" name="Text 389"/>
          <p:cNvSpPr txBox="1"/>
          <p:nvPr/>
        </p:nvSpPr>
        <p:spPr>
          <a:xfrm>
            <a:off x="914470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2" name="Shape 390"/>
          <p:cNvSpPr/>
          <p:nvPr/>
        </p:nvSpPr>
        <p:spPr>
          <a:xfrm>
            <a:off x="9805182" y="4462272"/>
            <a:ext cx="660478" cy="224028"/>
          </a:xfrm>
          <a:prstGeom prst="rect">
            <a:avLst/>
          </a:prstGeom>
          <a:solidFill>
            <a:srgbClr val="FFFFFF"/>
          </a:solidFill>
          <a:ln w="5080">
            <a:solidFill>
              <a:srgbClr val="D3DCE5"/>
            </a:solidFill>
            <a:prstDash val="solid"/>
          </a:ln>
        </p:spPr>
      </p:sp>
      <p:sp>
        <p:nvSpPr>
          <p:cNvPr id="393" name="Text 391"/>
          <p:cNvSpPr txBox="1"/>
          <p:nvPr/>
        </p:nvSpPr>
        <p:spPr>
          <a:xfrm>
            <a:off x="9805182"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4" name="Shape 392"/>
          <p:cNvSpPr/>
          <p:nvPr/>
        </p:nvSpPr>
        <p:spPr>
          <a:xfrm>
            <a:off x="10465660" y="4462272"/>
            <a:ext cx="660478" cy="224028"/>
          </a:xfrm>
          <a:prstGeom prst="rect">
            <a:avLst/>
          </a:prstGeom>
          <a:solidFill>
            <a:srgbClr val="FFFFFF"/>
          </a:solidFill>
          <a:ln w="5080">
            <a:solidFill>
              <a:srgbClr val="D3DCE5"/>
            </a:solidFill>
            <a:prstDash val="solid"/>
          </a:ln>
        </p:spPr>
      </p:sp>
      <p:sp>
        <p:nvSpPr>
          <p:cNvPr id="395" name="Text 393"/>
          <p:cNvSpPr txBox="1"/>
          <p:nvPr/>
        </p:nvSpPr>
        <p:spPr>
          <a:xfrm>
            <a:off x="1046566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6" name="Shape 394"/>
          <p:cNvSpPr/>
          <p:nvPr/>
        </p:nvSpPr>
        <p:spPr>
          <a:xfrm>
            <a:off x="11126138" y="4462272"/>
            <a:ext cx="660478" cy="224028"/>
          </a:xfrm>
          <a:prstGeom prst="rect">
            <a:avLst/>
          </a:prstGeom>
          <a:solidFill>
            <a:srgbClr val="FFFFFF"/>
          </a:solidFill>
          <a:ln w="5080">
            <a:solidFill>
              <a:srgbClr val="D3DCE5"/>
            </a:solidFill>
            <a:prstDash val="solid"/>
          </a:ln>
        </p:spPr>
      </p:sp>
      <p:sp>
        <p:nvSpPr>
          <p:cNvPr id="397" name="Text 395"/>
          <p:cNvSpPr txBox="1"/>
          <p:nvPr/>
        </p:nvSpPr>
        <p:spPr>
          <a:xfrm>
            <a:off x="11126138"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8" name="Shape 396"/>
          <p:cNvSpPr/>
          <p:nvPr/>
        </p:nvSpPr>
        <p:spPr>
          <a:xfrm>
            <a:off x="411480" y="4686300"/>
            <a:ext cx="2788920" cy="224028"/>
          </a:xfrm>
          <a:prstGeom prst="rect">
            <a:avLst/>
          </a:prstGeom>
          <a:solidFill>
            <a:srgbClr val="F7F9FB"/>
          </a:solidFill>
          <a:ln w="5080">
            <a:solidFill>
              <a:srgbClr val="D3DCE5"/>
            </a:solidFill>
            <a:prstDash val="solid"/>
          </a:ln>
        </p:spPr>
      </p:sp>
      <p:sp>
        <p:nvSpPr>
          <p:cNvPr id="399" name="Text 397"/>
          <p:cNvSpPr txBox="1"/>
          <p:nvPr/>
        </p:nvSpPr>
        <p:spPr>
          <a:xfrm>
            <a:off x="475488" y="468630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0" name="Shape 398"/>
          <p:cNvSpPr/>
          <p:nvPr/>
        </p:nvSpPr>
        <p:spPr>
          <a:xfrm>
            <a:off x="3200400" y="4686300"/>
            <a:ext cx="660478" cy="224028"/>
          </a:xfrm>
          <a:prstGeom prst="rect">
            <a:avLst/>
          </a:prstGeom>
          <a:solidFill>
            <a:srgbClr val="F7F9FB"/>
          </a:solidFill>
          <a:ln w="5080">
            <a:solidFill>
              <a:srgbClr val="D3DCE5"/>
            </a:solidFill>
            <a:prstDash val="solid"/>
          </a:ln>
        </p:spPr>
      </p:sp>
      <p:sp>
        <p:nvSpPr>
          <p:cNvPr id="401" name="Text 399"/>
          <p:cNvSpPr txBox="1"/>
          <p:nvPr/>
        </p:nvSpPr>
        <p:spPr>
          <a:xfrm>
            <a:off x="3200400"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2" name="Shape 400"/>
          <p:cNvSpPr/>
          <p:nvPr/>
        </p:nvSpPr>
        <p:spPr>
          <a:xfrm>
            <a:off x="3860878" y="4686300"/>
            <a:ext cx="660478" cy="224028"/>
          </a:xfrm>
          <a:prstGeom prst="rect">
            <a:avLst/>
          </a:prstGeom>
          <a:solidFill>
            <a:srgbClr val="F7F9FB"/>
          </a:solidFill>
          <a:ln w="5080">
            <a:solidFill>
              <a:srgbClr val="D3DCE5"/>
            </a:solidFill>
            <a:prstDash val="solid"/>
          </a:ln>
        </p:spPr>
      </p:sp>
      <p:sp>
        <p:nvSpPr>
          <p:cNvPr id="403" name="Text 401"/>
          <p:cNvSpPr txBox="1"/>
          <p:nvPr/>
        </p:nvSpPr>
        <p:spPr>
          <a:xfrm>
            <a:off x="3860878"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4" name="Shape 402"/>
          <p:cNvSpPr/>
          <p:nvPr/>
        </p:nvSpPr>
        <p:spPr>
          <a:xfrm>
            <a:off x="4521356" y="4686300"/>
            <a:ext cx="660478" cy="224028"/>
          </a:xfrm>
          <a:prstGeom prst="rect">
            <a:avLst/>
          </a:prstGeom>
          <a:solidFill>
            <a:srgbClr val="F7F9FB"/>
          </a:solidFill>
          <a:ln w="5080">
            <a:solidFill>
              <a:srgbClr val="D3DCE5"/>
            </a:solidFill>
            <a:prstDash val="solid"/>
          </a:ln>
        </p:spPr>
      </p:sp>
      <p:sp>
        <p:nvSpPr>
          <p:cNvPr id="405" name="Text 403"/>
          <p:cNvSpPr txBox="1"/>
          <p:nvPr/>
        </p:nvSpPr>
        <p:spPr>
          <a:xfrm>
            <a:off x="4521356"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6" name="Shape 404"/>
          <p:cNvSpPr/>
          <p:nvPr/>
        </p:nvSpPr>
        <p:spPr>
          <a:xfrm>
            <a:off x="5181834" y="4686300"/>
            <a:ext cx="660478" cy="224028"/>
          </a:xfrm>
          <a:prstGeom prst="rect">
            <a:avLst/>
          </a:prstGeom>
          <a:solidFill>
            <a:srgbClr val="F7F9FB"/>
          </a:solidFill>
          <a:ln w="5080">
            <a:solidFill>
              <a:srgbClr val="D3DCE5"/>
            </a:solidFill>
            <a:prstDash val="solid"/>
          </a:ln>
        </p:spPr>
      </p:sp>
      <p:sp>
        <p:nvSpPr>
          <p:cNvPr id="407" name="Text 405"/>
          <p:cNvSpPr txBox="1"/>
          <p:nvPr/>
        </p:nvSpPr>
        <p:spPr>
          <a:xfrm>
            <a:off x="5181834"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8" name="Shape 406"/>
          <p:cNvSpPr/>
          <p:nvPr/>
        </p:nvSpPr>
        <p:spPr>
          <a:xfrm>
            <a:off x="5842313" y="4686300"/>
            <a:ext cx="660478" cy="224028"/>
          </a:xfrm>
          <a:prstGeom prst="rect">
            <a:avLst/>
          </a:prstGeom>
          <a:solidFill>
            <a:srgbClr val="F7F9FB"/>
          </a:solidFill>
          <a:ln w="5080">
            <a:solidFill>
              <a:srgbClr val="D3DCE5"/>
            </a:solidFill>
            <a:prstDash val="solid"/>
          </a:ln>
        </p:spPr>
      </p:sp>
      <p:sp>
        <p:nvSpPr>
          <p:cNvPr id="409" name="Text 407"/>
          <p:cNvSpPr txBox="1"/>
          <p:nvPr/>
        </p:nvSpPr>
        <p:spPr>
          <a:xfrm>
            <a:off x="584231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0" name="Shape 408"/>
          <p:cNvSpPr/>
          <p:nvPr/>
        </p:nvSpPr>
        <p:spPr>
          <a:xfrm>
            <a:off x="6502791" y="4686300"/>
            <a:ext cx="660478" cy="224028"/>
          </a:xfrm>
          <a:prstGeom prst="rect">
            <a:avLst/>
          </a:prstGeom>
          <a:solidFill>
            <a:srgbClr val="F7F9FB"/>
          </a:solidFill>
          <a:ln w="5080">
            <a:solidFill>
              <a:srgbClr val="D3DCE5"/>
            </a:solidFill>
            <a:prstDash val="solid"/>
          </a:ln>
        </p:spPr>
      </p:sp>
      <p:sp>
        <p:nvSpPr>
          <p:cNvPr id="411" name="Text 409"/>
          <p:cNvSpPr txBox="1"/>
          <p:nvPr/>
        </p:nvSpPr>
        <p:spPr>
          <a:xfrm>
            <a:off x="6502791"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2" name="Shape 410"/>
          <p:cNvSpPr/>
          <p:nvPr/>
        </p:nvSpPr>
        <p:spPr>
          <a:xfrm>
            <a:off x="7163269" y="4686300"/>
            <a:ext cx="660478" cy="224028"/>
          </a:xfrm>
          <a:prstGeom prst="rect">
            <a:avLst/>
          </a:prstGeom>
          <a:solidFill>
            <a:srgbClr val="F7F9FB"/>
          </a:solidFill>
          <a:ln w="5080">
            <a:solidFill>
              <a:srgbClr val="D3DCE5"/>
            </a:solidFill>
            <a:prstDash val="solid"/>
          </a:ln>
        </p:spPr>
      </p:sp>
      <p:sp>
        <p:nvSpPr>
          <p:cNvPr id="413" name="Text 411"/>
          <p:cNvSpPr txBox="1"/>
          <p:nvPr/>
        </p:nvSpPr>
        <p:spPr>
          <a:xfrm>
            <a:off x="7163269"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4" name="Shape 412"/>
          <p:cNvSpPr/>
          <p:nvPr/>
        </p:nvSpPr>
        <p:spPr>
          <a:xfrm>
            <a:off x="7823747" y="4686300"/>
            <a:ext cx="660478" cy="224028"/>
          </a:xfrm>
          <a:prstGeom prst="rect">
            <a:avLst/>
          </a:prstGeom>
          <a:solidFill>
            <a:srgbClr val="F7F9FB"/>
          </a:solidFill>
          <a:ln w="5080">
            <a:solidFill>
              <a:srgbClr val="D3DCE5"/>
            </a:solidFill>
            <a:prstDash val="solid"/>
          </a:ln>
        </p:spPr>
      </p:sp>
      <p:sp>
        <p:nvSpPr>
          <p:cNvPr id="415" name="Text 413"/>
          <p:cNvSpPr txBox="1"/>
          <p:nvPr/>
        </p:nvSpPr>
        <p:spPr>
          <a:xfrm>
            <a:off x="7823747"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6" name="Shape 414"/>
          <p:cNvSpPr/>
          <p:nvPr/>
        </p:nvSpPr>
        <p:spPr>
          <a:xfrm>
            <a:off x="8484225" y="4686300"/>
            <a:ext cx="660478" cy="224028"/>
          </a:xfrm>
          <a:prstGeom prst="rect">
            <a:avLst/>
          </a:prstGeom>
          <a:solidFill>
            <a:srgbClr val="F7F9FB"/>
          </a:solidFill>
          <a:ln w="5080">
            <a:solidFill>
              <a:srgbClr val="D3DCE5"/>
            </a:solidFill>
            <a:prstDash val="solid"/>
          </a:ln>
        </p:spPr>
      </p:sp>
      <p:sp>
        <p:nvSpPr>
          <p:cNvPr id="417" name="Text 415"/>
          <p:cNvSpPr txBox="1"/>
          <p:nvPr/>
        </p:nvSpPr>
        <p:spPr>
          <a:xfrm>
            <a:off x="8484225"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8" name="Shape 416"/>
          <p:cNvSpPr/>
          <p:nvPr/>
        </p:nvSpPr>
        <p:spPr>
          <a:xfrm>
            <a:off x="9144703" y="4686300"/>
            <a:ext cx="660478" cy="224028"/>
          </a:xfrm>
          <a:prstGeom prst="rect">
            <a:avLst/>
          </a:prstGeom>
          <a:solidFill>
            <a:srgbClr val="F7F9FB"/>
          </a:solidFill>
          <a:ln w="5080">
            <a:solidFill>
              <a:srgbClr val="D3DCE5"/>
            </a:solidFill>
            <a:prstDash val="solid"/>
          </a:ln>
        </p:spPr>
      </p:sp>
      <p:sp>
        <p:nvSpPr>
          <p:cNvPr id="419" name="Text 417"/>
          <p:cNvSpPr txBox="1"/>
          <p:nvPr/>
        </p:nvSpPr>
        <p:spPr>
          <a:xfrm>
            <a:off x="914470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0" name="Shape 418"/>
          <p:cNvSpPr/>
          <p:nvPr/>
        </p:nvSpPr>
        <p:spPr>
          <a:xfrm>
            <a:off x="9805182" y="4686300"/>
            <a:ext cx="660478" cy="224028"/>
          </a:xfrm>
          <a:prstGeom prst="rect">
            <a:avLst/>
          </a:prstGeom>
          <a:solidFill>
            <a:srgbClr val="F7F9FB"/>
          </a:solidFill>
          <a:ln w="5080">
            <a:solidFill>
              <a:srgbClr val="D3DCE5"/>
            </a:solidFill>
            <a:prstDash val="solid"/>
          </a:ln>
        </p:spPr>
      </p:sp>
      <p:sp>
        <p:nvSpPr>
          <p:cNvPr id="421" name="Text 419"/>
          <p:cNvSpPr txBox="1"/>
          <p:nvPr/>
        </p:nvSpPr>
        <p:spPr>
          <a:xfrm>
            <a:off x="9805182"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2" name="Shape 420"/>
          <p:cNvSpPr/>
          <p:nvPr/>
        </p:nvSpPr>
        <p:spPr>
          <a:xfrm>
            <a:off x="10465660" y="4686300"/>
            <a:ext cx="660478" cy="224028"/>
          </a:xfrm>
          <a:prstGeom prst="rect">
            <a:avLst/>
          </a:prstGeom>
          <a:solidFill>
            <a:srgbClr val="F7F9FB"/>
          </a:solidFill>
          <a:ln w="5080">
            <a:solidFill>
              <a:srgbClr val="D3DCE5"/>
            </a:solidFill>
            <a:prstDash val="solid"/>
          </a:ln>
        </p:spPr>
      </p:sp>
      <p:sp>
        <p:nvSpPr>
          <p:cNvPr id="423" name="Text 421"/>
          <p:cNvSpPr txBox="1"/>
          <p:nvPr/>
        </p:nvSpPr>
        <p:spPr>
          <a:xfrm>
            <a:off x="10465660"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4" name="Shape 422"/>
          <p:cNvSpPr/>
          <p:nvPr/>
        </p:nvSpPr>
        <p:spPr>
          <a:xfrm>
            <a:off x="11126138" y="4686300"/>
            <a:ext cx="660478" cy="224028"/>
          </a:xfrm>
          <a:prstGeom prst="rect">
            <a:avLst/>
          </a:prstGeom>
          <a:solidFill>
            <a:srgbClr val="F7F9FB"/>
          </a:solidFill>
          <a:ln w="5080">
            <a:solidFill>
              <a:srgbClr val="D3DCE5"/>
            </a:solidFill>
            <a:prstDash val="solid"/>
          </a:ln>
        </p:spPr>
      </p:sp>
      <p:sp>
        <p:nvSpPr>
          <p:cNvPr id="425" name="Text 423"/>
          <p:cNvSpPr txBox="1"/>
          <p:nvPr/>
        </p:nvSpPr>
        <p:spPr>
          <a:xfrm>
            <a:off x="11126138"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6" name="Shape 424"/>
          <p:cNvSpPr/>
          <p:nvPr/>
        </p:nvSpPr>
        <p:spPr>
          <a:xfrm>
            <a:off x="411480" y="5084064"/>
            <a:ext cx="11375136" cy="1024128"/>
          </a:xfrm>
          <a:prstGeom prst="rect">
            <a:avLst/>
          </a:prstGeom>
          <a:solidFill>
            <a:srgbClr val="EEF2F6"/>
          </a:solidFill>
          <a:ln w="9525">
            <a:solidFill>
              <a:srgbClr val="D3DCE5"/>
            </a:solidFill>
            <a:prstDash val="solid"/>
          </a:ln>
        </p:spPr>
      </p:sp>
      <p:sp>
        <p:nvSpPr>
          <p:cNvPr id="427" name="Text 425"/>
          <p:cNvSpPr txBox="1"/>
          <p:nvPr/>
        </p:nvSpPr>
        <p:spPr>
          <a:xfrm>
            <a:off x="576072" y="52120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8" name="Text 426"/>
          <p:cNvSpPr txBox="1"/>
          <p:nvPr/>
        </p:nvSpPr>
        <p:spPr>
          <a:xfrm>
            <a:off x="576072" y="5541264"/>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29" name="Text 4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50" dirty="0"/>
          </a:p>
        </p:txBody>
      </p:sp>
      <p:sp>
        <p:nvSpPr>
          <p:cNvPr id="430" name="Text 4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E6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Balance sheet,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Opens on the reported FY26 cash position and rolls forward. The balance check is nil in every year.</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37744"/>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6" name="Shape 34"/>
          <p:cNvSpPr/>
          <p:nvPr/>
        </p:nvSpPr>
        <p:spPr>
          <a:xfrm>
            <a:off x="3200400" y="1773936"/>
            <a:ext cx="660478" cy="237744"/>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773936"/>
            <a:ext cx="660478" cy="237744"/>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773936"/>
            <a:ext cx="660478" cy="237744"/>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2" name="Shape 40"/>
          <p:cNvSpPr/>
          <p:nvPr/>
        </p:nvSpPr>
        <p:spPr>
          <a:xfrm>
            <a:off x="5181834" y="1773936"/>
            <a:ext cx="660478" cy="237744"/>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4" name="Shape 42"/>
          <p:cNvSpPr/>
          <p:nvPr/>
        </p:nvSpPr>
        <p:spPr>
          <a:xfrm>
            <a:off x="5842313" y="1773936"/>
            <a:ext cx="660478" cy="237744"/>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6" name="Shape 44"/>
          <p:cNvSpPr/>
          <p:nvPr/>
        </p:nvSpPr>
        <p:spPr>
          <a:xfrm>
            <a:off x="6502791" y="1773936"/>
            <a:ext cx="660478" cy="237744"/>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8" name="Shape 46"/>
          <p:cNvSpPr/>
          <p:nvPr/>
        </p:nvSpPr>
        <p:spPr>
          <a:xfrm>
            <a:off x="7163269" y="1773936"/>
            <a:ext cx="660478" cy="237744"/>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0" name="Shape 48"/>
          <p:cNvSpPr/>
          <p:nvPr/>
        </p:nvSpPr>
        <p:spPr>
          <a:xfrm>
            <a:off x="7823747" y="1773936"/>
            <a:ext cx="660478" cy="237744"/>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2" name="Shape 50"/>
          <p:cNvSpPr/>
          <p:nvPr/>
        </p:nvSpPr>
        <p:spPr>
          <a:xfrm>
            <a:off x="8484225" y="1773936"/>
            <a:ext cx="660478" cy="237744"/>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4" name="Shape 52"/>
          <p:cNvSpPr/>
          <p:nvPr/>
        </p:nvSpPr>
        <p:spPr>
          <a:xfrm>
            <a:off x="9144703" y="1773936"/>
            <a:ext cx="660478" cy="237744"/>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6" name="Shape 54"/>
          <p:cNvSpPr/>
          <p:nvPr/>
        </p:nvSpPr>
        <p:spPr>
          <a:xfrm>
            <a:off x="9805182" y="1773936"/>
            <a:ext cx="660478" cy="237744"/>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8" name="Shape 56"/>
          <p:cNvSpPr/>
          <p:nvPr/>
        </p:nvSpPr>
        <p:spPr>
          <a:xfrm>
            <a:off x="10465660" y="1773936"/>
            <a:ext cx="660478" cy="237744"/>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0" name="Shape 58"/>
          <p:cNvSpPr/>
          <p:nvPr/>
        </p:nvSpPr>
        <p:spPr>
          <a:xfrm>
            <a:off x="11126138" y="1773936"/>
            <a:ext cx="660478" cy="237744"/>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2" name="Shape 60"/>
          <p:cNvSpPr/>
          <p:nvPr/>
        </p:nvSpPr>
        <p:spPr>
          <a:xfrm>
            <a:off x="411480" y="2011680"/>
            <a:ext cx="2788920" cy="237744"/>
          </a:xfrm>
          <a:prstGeom prst="rect">
            <a:avLst/>
          </a:prstGeom>
          <a:solidFill>
            <a:srgbClr val="F7F9FB"/>
          </a:solidFill>
          <a:ln w="5080">
            <a:solidFill>
              <a:srgbClr val="D3DCE5"/>
            </a:solidFill>
            <a:prstDash val="solid"/>
          </a:ln>
        </p:spPr>
      </p:sp>
      <p:sp>
        <p:nvSpPr>
          <p:cNvPr id="63" name="Text 61"/>
          <p:cNvSpPr txBox="1"/>
          <p:nvPr/>
        </p:nvSpPr>
        <p:spPr>
          <a:xfrm>
            <a:off x="475488" y="20116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4" name="Shape 62"/>
          <p:cNvSpPr/>
          <p:nvPr/>
        </p:nvSpPr>
        <p:spPr>
          <a:xfrm>
            <a:off x="3200400" y="2011680"/>
            <a:ext cx="660478" cy="237744"/>
          </a:xfrm>
          <a:prstGeom prst="rect">
            <a:avLst/>
          </a:prstGeom>
          <a:solidFill>
            <a:srgbClr val="F7F9FB"/>
          </a:solidFill>
          <a:ln w="5080">
            <a:solidFill>
              <a:srgbClr val="D3DCE5"/>
            </a:solidFill>
            <a:prstDash val="solid"/>
          </a:ln>
        </p:spPr>
      </p:sp>
      <p:sp>
        <p:nvSpPr>
          <p:cNvPr id="65" name="Text 63"/>
          <p:cNvSpPr txBox="1"/>
          <p:nvPr/>
        </p:nvSpPr>
        <p:spPr>
          <a:xfrm>
            <a:off x="3200400"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011680"/>
            <a:ext cx="660478" cy="237744"/>
          </a:xfrm>
          <a:prstGeom prst="rect">
            <a:avLst/>
          </a:prstGeom>
          <a:solidFill>
            <a:srgbClr val="F7F9FB"/>
          </a:solidFill>
          <a:ln w="5080">
            <a:solidFill>
              <a:srgbClr val="D3DCE5"/>
            </a:solidFill>
            <a:prstDash val="solid"/>
          </a:ln>
        </p:spPr>
      </p:sp>
      <p:sp>
        <p:nvSpPr>
          <p:cNvPr id="67" name="Text 65"/>
          <p:cNvSpPr txBox="1"/>
          <p:nvPr/>
        </p:nvSpPr>
        <p:spPr>
          <a:xfrm>
            <a:off x="3860878"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011680"/>
            <a:ext cx="660478" cy="237744"/>
          </a:xfrm>
          <a:prstGeom prst="rect">
            <a:avLst/>
          </a:prstGeom>
          <a:solidFill>
            <a:srgbClr val="F7F9FB"/>
          </a:solidFill>
          <a:ln w="5080">
            <a:solidFill>
              <a:srgbClr val="D3DCE5"/>
            </a:solidFill>
            <a:prstDash val="solid"/>
          </a:ln>
        </p:spPr>
      </p:sp>
      <p:sp>
        <p:nvSpPr>
          <p:cNvPr id="69" name="Text 67"/>
          <p:cNvSpPr txBox="1"/>
          <p:nvPr/>
        </p:nvSpPr>
        <p:spPr>
          <a:xfrm>
            <a:off x="4521356"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0" name="Shape 68"/>
          <p:cNvSpPr/>
          <p:nvPr/>
        </p:nvSpPr>
        <p:spPr>
          <a:xfrm>
            <a:off x="5181834" y="2011680"/>
            <a:ext cx="660478" cy="237744"/>
          </a:xfrm>
          <a:prstGeom prst="rect">
            <a:avLst/>
          </a:prstGeom>
          <a:solidFill>
            <a:srgbClr val="F7F9FB"/>
          </a:solidFill>
          <a:ln w="5080">
            <a:solidFill>
              <a:srgbClr val="D3DCE5"/>
            </a:solidFill>
            <a:prstDash val="solid"/>
          </a:ln>
        </p:spPr>
      </p:sp>
      <p:sp>
        <p:nvSpPr>
          <p:cNvPr id="71" name="Text 69"/>
          <p:cNvSpPr txBox="1"/>
          <p:nvPr/>
        </p:nvSpPr>
        <p:spPr>
          <a:xfrm>
            <a:off x="5181834"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2" name="Shape 70"/>
          <p:cNvSpPr/>
          <p:nvPr/>
        </p:nvSpPr>
        <p:spPr>
          <a:xfrm>
            <a:off x="5842313" y="2011680"/>
            <a:ext cx="660478" cy="237744"/>
          </a:xfrm>
          <a:prstGeom prst="rect">
            <a:avLst/>
          </a:prstGeom>
          <a:solidFill>
            <a:srgbClr val="F7F9FB"/>
          </a:solidFill>
          <a:ln w="5080">
            <a:solidFill>
              <a:srgbClr val="D3DCE5"/>
            </a:solidFill>
            <a:prstDash val="solid"/>
          </a:ln>
        </p:spPr>
      </p:sp>
      <p:sp>
        <p:nvSpPr>
          <p:cNvPr id="73" name="Text 71"/>
          <p:cNvSpPr txBox="1"/>
          <p:nvPr/>
        </p:nvSpPr>
        <p:spPr>
          <a:xfrm>
            <a:off x="584231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4" name="Shape 72"/>
          <p:cNvSpPr/>
          <p:nvPr/>
        </p:nvSpPr>
        <p:spPr>
          <a:xfrm>
            <a:off x="6502791" y="2011680"/>
            <a:ext cx="660478" cy="237744"/>
          </a:xfrm>
          <a:prstGeom prst="rect">
            <a:avLst/>
          </a:prstGeom>
          <a:solidFill>
            <a:srgbClr val="F7F9FB"/>
          </a:solidFill>
          <a:ln w="5080">
            <a:solidFill>
              <a:srgbClr val="D3DCE5"/>
            </a:solidFill>
            <a:prstDash val="solid"/>
          </a:ln>
        </p:spPr>
      </p:sp>
      <p:sp>
        <p:nvSpPr>
          <p:cNvPr id="75" name="Text 73"/>
          <p:cNvSpPr txBox="1"/>
          <p:nvPr/>
        </p:nvSpPr>
        <p:spPr>
          <a:xfrm>
            <a:off x="6502791"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6" name="Shape 74"/>
          <p:cNvSpPr/>
          <p:nvPr/>
        </p:nvSpPr>
        <p:spPr>
          <a:xfrm>
            <a:off x="7163269" y="2011680"/>
            <a:ext cx="660478" cy="237744"/>
          </a:xfrm>
          <a:prstGeom prst="rect">
            <a:avLst/>
          </a:prstGeom>
          <a:solidFill>
            <a:srgbClr val="F7F9FB"/>
          </a:solidFill>
          <a:ln w="5080">
            <a:solidFill>
              <a:srgbClr val="D3DCE5"/>
            </a:solidFill>
            <a:prstDash val="solid"/>
          </a:ln>
        </p:spPr>
      </p:sp>
      <p:sp>
        <p:nvSpPr>
          <p:cNvPr id="77" name="Text 75"/>
          <p:cNvSpPr txBox="1"/>
          <p:nvPr/>
        </p:nvSpPr>
        <p:spPr>
          <a:xfrm>
            <a:off x="7163269"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8" name="Shape 76"/>
          <p:cNvSpPr/>
          <p:nvPr/>
        </p:nvSpPr>
        <p:spPr>
          <a:xfrm>
            <a:off x="7823747" y="2011680"/>
            <a:ext cx="660478" cy="237744"/>
          </a:xfrm>
          <a:prstGeom prst="rect">
            <a:avLst/>
          </a:prstGeom>
          <a:solidFill>
            <a:srgbClr val="F7F9FB"/>
          </a:solidFill>
          <a:ln w="5080">
            <a:solidFill>
              <a:srgbClr val="D3DCE5"/>
            </a:solidFill>
            <a:prstDash val="solid"/>
          </a:ln>
        </p:spPr>
      </p:sp>
      <p:sp>
        <p:nvSpPr>
          <p:cNvPr id="79" name="Text 77"/>
          <p:cNvSpPr txBox="1"/>
          <p:nvPr/>
        </p:nvSpPr>
        <p:spPr>
          <a:xfrm>
            <a:off x="7823747"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0" name="Shape 78"/>
          <p:cNvSpPr/>
          <p:nvPr/>
        </p:nvSpPr>
        <p:spPr>
          <a:xfrm>
            <a:off x="8484225" y="2011680"/>
            <a:ext cx="660478" cy="237744"/>
          </a:xfrm>
          <a:prstGeom prst="rect">
            <a:avLst/>
          </a:prstGeom>
          <a:solidFill>
            <a:srgbClr val="F7F9FB"/>
          </a:solidFill>
          <a:ln w="5080">
            <a:solidFill>
              <a:srgbClr val="D3DCE5"/>
            </a:solidFill>
            <a:prstDash val="solid"/>
          </a:ln>
        </p:spPr>
      </p:sp>
      <p:sp>
        <p:nvSpPr>
          <p:cNvPr id="81" name="Text 79"/>
          <p:cNvSpPr txBox="1"/>
          <p:nvPr/>
        </p:nvSpPr>
        <p:spPr>
          <a:xfrm>
            <a:off x="8484225"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2" name="Shape 80"/>
          <p:cNvSpPr/>
          <p:nvPr/>
        </p:nvSpPr>
        <p:spPr>
          <a:xfrm>
            <a:off x="9144703" y="2011680"/>
            <a:ext cx="660478" cy="237744"/>
          </a:xfrm>
          <a:prstGeom prst="rect">
            <a:avLst/>
          </a:prstGeom>
          <a:solidFill>
            <a:srgbClr val="F7F9FB"/>
          </a:solidFill>
          <a:ln w="5080">
            <a:solidFill>
              <a:srgbClr val="D3DCE5"/>
            </a:solidFill>
            <a:prstDash val="solid"/>
          </a:ln>
        </p:spPr>
      </p:sp>
      <p:sp>
        <p:nvSpPr>
          <p:cNvPr id="83" name="Text 81"/>
          <p:cNvSpPr txBox="1"/>
          <p:nvPr/>
        </p:nvSpPr>
        <p:spPr>
          <a:xfrm>
            <a:off x="914470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4" name="Shape 82"/>
          <p:cNvSpPr/>
          <p:nvPr/>
        </p:nvSpPr>
        <p:spPr>
          <a:xfrm>
            <a:off x="9805182" y="2011680"/>
            <a:ext cx="660478" cy="237744"/>
          </a:xfrm>
          <a:prstGeom prst="rect">
            <a:avLst/>
          </a:prstGeom>
          <a:solidFill>
            <a:srgbClr val="F7F9FB"/>
          </a:solidFill>
          <a:ln w="5080">
            <a:solidFill>
              <a:srgbClr val="D3DCE5"/>
            </a:solidFill>
            <a:prstDash val="solid"/>
          </a:ln>
        </p:spPr>
      </p:sp>
      <p:sp>
        <p:nvSpPr>
          <p:cNvPr id="85" name="Text 83"/>
          <p:cNvSpPr txBox="1"/>
          <p:nvPr/>
        </p:nvSpPr>
        <p:spPr>
          <a:xfrm>
            <a:off x="9805182"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6" name="Shape 84"/>
          <p:cNvSpPr/>
          <p:nvPr/>
        </p:nvSpPr>
        <p:spPr>
          <a:xfrm>
            <a:off x="10465660" y="2011680"/>
            <a:ext cx="660478" cy="237744"/>
          </a:xfrm>
          <a:prstGeom prst="rect">
            <a:avLst/>
          </a:prstGeom>
          <a:solidFill>
            <a:srgbClr val="F7F9FB"/>
          </a:solidFill>
          <a:ln w="5080">
            <a:solidFill>
              <a:srgbClr val="D3DCE5"/>
            </a:solidFill>
            <a:prstDash val="solid"/>
          </a:ln>
        </p:spPr>
      </p:sp>
      <p:sp>
        <p:nvSpPr>
          <p:cNvPr id="87" name="Text 85"/>
          <p:cNvSpPr txBox="1"/>
          <p:nvPr/>
        </p:nvSpPr>
        <p:spPr>
          <a:xfrm>
            <a:off x="10465660"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8" name="Shape 86"/>
          <p:cNvSpPr/>
          <p:nvPr/>
        </p:nvSpPr>
        <p:spPr>
          <a:xfrm>
            <a:off x="11126138" y="2011680"/>
            <a:ext cx="660478" cy="237744"/>
          </a:xfrm>
          <a:prstGeom prst="rect">
            <a:avLst/>
          </a:prstGeom>
          <a:solidFill>
            <a:srgbClr val="F7F9FB"/>
          </a:solidFill>
          <a:ln w="5080">
            <a:solidFill>
              <a:srgbClr val="D3DCE5"/>
            </a:solidFill>
            <a:prstDash val="solid"/>
          </a:ln>
        </p:spPr>
      </p:sp>
      <p:sp>
        <p:nvSpPr>
          <p:cNvPr id="89" name="Text 87"/>
          <p:cNvSpPr txBox="1"/>
          <p:nvPr/>
        </p:nvSpPr>
        <p:spPr>
          <a:xfrm>
            <a:off x="11126138"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0" name="Shape 88"/>
          <p:cNvSpPr/>
          <p:nvPr/>
        </p:nvSpPr>
        <p:spPr>
          <a:xfrm>
            <a:off x="411480" y="2249424"/>
            <a:ext cx="2788920" cy="237744"/>
          </a:xfrm>
          <a:prstGeom prst="rect">
            <a:avLst/>
          </a:prstGeom>
          <a:solidFill>
            <a:srgbClr val="FFFFFF"/>
          </a:solidFill>
          <a:ln w="5080">
            <a:solidFill>
              <a:srgbClr val="D3DCE5"/>
            </a:solidFill>
            <a:prstDash val="solid"/>
          </a:ln>
        </p:spPr>
      </p:sp>
      <p:sp>
        <p:nvSpPr>
          <p:cNvPr id="91" name="Text 89"/>
          <p:cNvSpPr txBox="1"/>
          <p:nvPr/>
        </p:nvSpPr>
        <p:spPr>
          <a:xfrm>
            <a:off x="475488" y="22494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2" name="Shape 90"/>
          <p:cNvSpPr/>
          <p:nvPr/>
        </p:nvSpPr>
        <p:spPr>
          <a:xfrm>
            <a:off x="3200400" y="2249424"/>
            <a:ext cx="660478" cy="237744"/>
          </a:xfrm>
          <a:prstGeom prst="rect">
            <a:avLst/>
          </a:prstGeom>
          <a:solidFill>
            <a:srgbClr val="FFFFFF"/>
          </a:solidFill>
          <a:ln w="5080">
            <a:solidFill>
              <a:srgbClr val="D3DCE5"/>
            </a:solidFill>
            <a:prstDash val="solid"/>
          </a:ln>
        </p:spPr>
      </p:sp>
      <p:sp>
        <p:nvSpPr>
          <p:cNvPr id="93" name="Text 91"/>
          <p:cNvSpPr txBox="1"/>
          <p:nvPr/>
        </p:nvSpPr>
        <p:spPr>
          <a:xfrm>
            <a:off x="3200400"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249424"/>
            <a:ext cx="660478" cy="237744"/>
          </a:xfrm>
          <a:prstGeom prst="rect">
            <a:avLst/>
          </a:prstGeom>
          <a:solidFill>
            <a:srgbClr val="FFFFFF"/>
          </a:solidFill>
          <a:ln w="5080">
            <a:solidFill>
              <a:srgbClr val="D3DCE5"/>
            </a:solidFill>
            <a:prstDash val="solid"/>
          </a:ln>
        </p:spPr>
      </p:sp>
      <p:sp>
        <p:nvSpPr>
          <p:cNvPr id="95" name="Text 93"/>
          <p:cNvSpPr txBox="1"/>
          <p:nvPr/>
        </p:nvSpPr>
        <p:spPr>
          <a:xfrm>
            <a:off x="3860878"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249424"/>
            <a:ext cx="660478" cy="237744"/>
          </a:xfrm>
          <a:prstGeom prst="rect">
            <a:avLst/>
          </a:prstGeom>
          <a:solidFill>
            <a:srgbClr val="FFFFFF"/>
          </a:solidFill>
          <a:ln w="5080">
            <a:solidFill>
              <a:srgbClr val="D3DCE5"/>
            </a:solidFill>
            <a:prstDash val="solid"/>
          </a:ln>
        </p:spPr>
      </p:sp>
      <p:sp>
        <p:nvSpPr>
          <p:cNvPr id="97" name="Text 95"/>
          <p:cNvSpPr txBox="1"/>
          <p:nvPr/>
        </p:nvSpPr>
        <p:spPr>
          <a:xfrm>
            <a:off x="4521356"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8" name="Shape 96"/>
          <p:cNvSpPr/>
          <p:nvPr/>
        </p:nvSpPr>
        <p:spPr>
          <a:xfrm>
            <a:off x="5181834" y="2249424"/>
            <a:ext cx="660478" cy="237744"/>
          </a:xfrm>
          <a:prstGeom prst="rect">
            <a:avLst/>
          </a:prstGeom>
          <a:solidFill>
            <a:srgbClr val="FFFFFF"/>
          </a:solidFill>
          <a:ln w="5080">
            <a:solidFill>
              <a:srgbClr val="D3DCE5"/>
            </a:solidFill>
            <a:prstDash val="solid"/>
          </a:ln>
        </p:spPr>
      </p:sp>
      <p:sp>
        <p:nvSpPr>
          <p:cNvPr id="99" name="Text 97"/>
          <p:cNvSpPr txBox="1"/>
          <p:nvPr/>
        </p:nvSpPr>
        <p:spPr>
          <a:xfrm>
            <a:off x="5181834"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0" name="Shape 98"/>
          <p:cNvSpPr/>
          <p:nvPr/>
        </p:nvSpPr>
        <p:spPr>
          <a:xfrm>
            <a:off x="5842313" y="2249424"/>
            <a:ext cx="660478" cy="237744"/>
          </a:xfrm>
          <a:prstGeom prst="rect">
            <a:avLst/>
          </a:prstGeom>
          <a:solidFill>
            <a:srgbClr val="FFFFFF"/>
          </a:solidFill>
          <a:ln w="5080">
            <a:solidFill>
              <a:srgbClr val="D3DCE5"/>
            </a:solidFill>
            <a:prstDash val="solid"/>
          </a:ln>
        </p:spPr>
      </p:sp>
      <p:sp>
        <p:nvSpPr>
          <p:cNvPr id="101" name="Text 99"/>
          <p:cNvSpPr txBox="1"/>
          <p:nvPr/>
        </p:nvSpPr>
        <p:spPr>
          <a:xfrm>
            <a:off x="584231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2" name="Shape 100"/>
          <p:cNvSpPr/>
          <p:nvPr/>
        </p:nvSpPr>
        <p:spPr>
          <a:xfrm>
            <a:off x="6502791" y="2249424"/>
            <a:ext cx="660478" cy="237744"/>
          </a:xfrm>
          <a:prstGeom prst="rect">
            <a:avLst/>
          </a:prstGeom>
          <a:solidFill>
            <a:srgbClr val="FFFFFF"/>
          </a:solidFill>
          <a:ln w="5080">
            <a:solidFill>
              <a:srgbClr val="D3DCE5"/>
            </a:solidFill>
            <a:prstDash val="solid"/>
          </a:ln>
        </p:spPr>
      </p:sp>
      <p:sp>
        <p:nvSpPr>
          <p:cNvPr id="103" name="Text 101"/>
          <p:cNvSpPr txBox="1"/>
          <p:nvPr/>
        </p:nvSpPr>
        <p:spPr>
          <a:xfrm>
            <a:off x="6502791"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4" name="Shape 102"/>
          <p:cNvSpPr/>
          <p:nvPr/>
        </p:nvSpPr>
        <p:spPr>
          <a:xfrm>
            <a:off x="7163269" y="2249424"/>
            <a:ext cx="660478" cy="237744"/>
          </a:xfrm>
          <a:prstGeom prst="rect">
            <a:avLst/>
          </a:prstGeom>
          <a:solidFill>
            <a:srgbClr val="FFFFFF"/>
          </a:solidFill>
          <a:ln w="5080">
            <a:solidFill>
              <a:srgbClr val="D3DCE5"/>
            </a:solidFill>
            <a:prstDash val="solid"/>
          </a:ln>
        </p:spPr>
      </p:sp>
      <p:sp>
        <p:nvSpPr>
          <p:cNvPr id="105" name="Text 103"/>
          <p:cNvSpPr txBox="1"/>
          <p:nvPr/>
        </p:nvSpPr>
        <p:spPr>
          <a:xfrm>
            <a:off x="7163269"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6" name="Shape 104"/>
          <p:cNvSpPr/>
          <p:nvPr/>
        </p:nvSpPr>
        <p:spPr>
          <a:xfrm>
            <a:off x="7823747" y="2249424"/>
            <a:ext cx="660478" cy="237744"/>
          </a:xfrm>
          <a:prstGeom prst="rect">
            <a:avLst/>
          </a:prstGeom>
          <a:solidFill>
            <a:srgbClr val="FFFFFF"/>
          </a:solidFill>
          <a:ln w="5080">
            <a:solidFill>
              <a:srgbClr val="D3DCE5"/>
            </a:solidFill>
            <a:prstDash val="solid"/>
          </a:ln>
        </p:spPr>
      </p:sp>
      <p:sp>
        <p:nvSpPr>
          <p:cNvPr id="107" name="Text 105"/>
          <p:cNvSpPr txBox="1"/>
          <p:nvPr/>
        </p:nvSpPr>
        <p:spPr>
          <a:xfrm>
            <a:off x="7823747"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8" name="Shape 106"/>
          <p:cNvSpPr/>
          <p:nvPr/>
        </p:nvSpPr>
        <p:spPr>
          <a:xfrm>
            <a:off x="8484225" y="2249424"/>
            <a:ext cx="660478" cy="237744"/>
          </a:xfrm>
          <a:prstGeom prst="rect">
            <a:avLst/>
          </a:prstGeom>
          <a:solidFill>
            <a:srgbClr val="FFFFFF"/>
          </a:solidFill>
          <a:ln w="5080">
            <a:solidFill>
              <a:srgbClr val="D3DCE5"/>
            </a:solidFill>
            <a:prstDash val="solid"/>
          </a:ln>
        </p:spPr>
      </p:sp>
      <p:sp>
        <p:nvSpPr>
          <p:cNvPr id="109" name="Text 107"/>
          <p:cNvSpPr txBox="1"/>
          <p:nvPr/>
        </p:nvSpPr>
        <p:spPr>
          <a:xfrm>
            <a:off x="8484225"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0" name="Shape 108"/>
          <p:cNvSpPr/>
          <p:nvPr/>
        </p:nvSpPr>
        <p:spPr>
          <a:xfrm>
            <a:off x="9144703" y="2249424"/>
            <a:ext cx="660478" cy="237744"/>
          </a:xfrm>
          <a:prstGeom prst="rect">
            <a:avLst/>
          </a:prstGeom>
          <a:solidFill>
            <a:srgbClr val="FFFFFF"/>
          </a:solidFill>
          <a:ln w="5080">
            <a:solidFill>
              <a:srgbClr val="D3DCE5"/>
            </a:solidFill>
            <a:prstDash val="solid"/>
          </a:ln>
        </p:spPr>
      </p:sp>
      <p:sp>
        <p:nvSpPr>
          <p:cNvPr id="111" name="Text 109"/>
          <p:cNvSpPr txBox="1"/>
          <p:nvPr/>
        </p:nvSpPr>
        <p:spPr>
          <a:xfrm>
            <a:off x="914470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2" name="Shape 110"/>
          <p:cNvSpPr/>
          <p:nvPr/>
        </p:nvSpPr>
        <p:spPr>
          <a:xfrm>
            <a:off x="9805182" y="2249424"/>
            <a:ext cx="660478" cy="237744"/>
          </a:xfrm>
          <a:prstGeom prst="rect">
            <a:avLst/>
          </a:prstGeom>
          <a:solidFill>
            <a:srgbClr val="FFFFFF"/>
          </a:solidFill>
          <a:ln w="5080">
            <a:solidFill>
              <a:srgbClr val="D3DCE5"/>
            </a:solidFill>
            <a:prstDash val="solid"/>
          </a:ln>
        </p:spPr>
      </p:sp>
      <p:sp>
        <p:nvSpPr>
          <p:cNvPr id="113" name="Text 111"/>
          <p:cNvSpPr txBox="1"/>
          <p:nvPr/>
        </p:nvSpPr>
        <p:spPr>
          <a:xfrm>
            <a:off x="9805182"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4" name="Shape 112"/>
          <p:cNvSpPr/>
          <p:nvPr/>
        </p:nvSpPr>
        <p:spPr>
          <a:xfrm>
            <a:off x="10465660" y="2249424"/>
            <a:ext cx="660478" cy="237744"/>
          </a:xfrm>
          <a:prstGeom prst="rect">
            <a:avLst/>
          </a:prstGeom>
          <a:solidFill>
            <a:srgbClr val="FFFFFF"/>
          </a:solidFill>
          <a:ln w="5080">
            <a:solidFill>
              <a:srgbClr val="D3DCE5"/>
            </a:solidFill>
            <a:prstDash val="solid"/>
          </a:ln>
        </p:spPr>
      </p:sp>
      <p:sp>
        <p:nvSpPr>
          <p:cNvPr id="115" name="Text 113"/>
          <p:cNvSpPr txBox="1"/>
          <p:nvPr/>
        </p:nvSpPr>
        <p:spPr>
          <a:xfrm>
            <a:off x="10465660"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6" name="Shape 114"/>
          <p:cNvSpPr/>
          <p:nvPr/>
        </p:nvSpPr>
        <p:spPr>
          <a:xfrm>
            <a:off x="11126138" y="2249424"/>
            <a:ext cx="660478" cy="237744"/>
          </a:xfrm>
          <a:prstGeom prst="rect">
            <a:avLst/>
          </a:prstGeom>
          <a:solidFill>
            <a:srgbClr val="FFFFFF"/>
          </a:solidFill>
          <a:ln w="5080">
            <a:solidFill>
              <a:srgbClr val="D3DCE5"/>
            </a:solidFill>
            <a:prstDash val="solid"/>
          </a:ln>
        </p:spPr>
      </p:sp>
      <p:sp>
        <p:nvSpPr>
          <p:cNvPr id="117" name="Text 115"/>
          <p:cNvSpPr txBox="1"/>
          <p:nvPr/>
        </p:nvSpPr>
        <p:spPr>
          <a:xfrm>
            <a:off x="11126138"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8" name="Shape 116"/>
          <p:cNvSpPr/>
          <p:nvPr/>
        </p:nvSpPr>
        <p:spPr>
          <a:xfrm>
            <a:off x="411480" y="2487168"/>
            <a:ext cx="2788920" cy="237744"/>
          </a:xfrm>
          <a:prstGeom prst="rect">
            <a:avLst/>
          </a:prstGeom>
          <a:solidFill>
            <a:srgbClr val="F7F9FB"/>
          </a:solidFill>
          <a:ln w="5080">
            <a:solidFill>
              <a:srgbClr val="D3DCE5"/>
            </a:solidFill>
            <a:prstDash val="solid"/>
          </a:ln>
        </p:spPr>
      </p:sp>
      <p:sp>
        <p:nvSpPr>
          <p:cNvPr id="119" name="Text 117"/>
          <p:cNvSpPr txBox="1"/>
          <p:nvPr/>
        </p:nvSpPr>
        <p:spPr>
          <a:xfrm>
            <a:off x="475488" y="248716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0" name="Shape 118"/>
          <p:cNvSpPr/>
          <p:nvPr/>
        </p:nvSpPr>
        <p:spPr>
          <a:xfrm>
            <a:off x="3200400" y="2487168"/>
            <a:ext cx="660478" cy="237744"/>
          </a:xfrm>
          <a:prstGeom prst="rect">
            <a:avLst/>
          </a:prstGeom>
          <a:solidFill>
            <a:srgbClr val="F7F9FB"/>
          </a:solidFill>
          <a:ln w="5080">
            <a:solidFill>
              <a:srgbClr val="D3DCE5"/>
            </a:solidFill>
            <a:prstDash val="solid"/>
          </a:ln>
        </p:spPr>
      </p:sp>
      <p:sp>
        <p:nvSpPr>
          <p:cNvPr id="121" name="Text 119"/>
          <p:cNvSpPr txBox="1"/>
          <p:nvPr/>
        </p:nvSpPr>
        <p:spPr>
          <a:xfrm>
            <a:off x="3200400"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487168"/>
            <a:ext cx="660478" cy="237744"/>
          </a:xfrm>
          <a:prstGeom prst="rect">
            <a:avLst/>
          </a:prstGeom>
          <a:solidFill>
            <a:srgbClr val="F7F9FB"/>
          </a:solidFill>
          <a:ln w="5080">
            <a:solidFill>
              <a:srgbClr val="D3DCE5"/>
            </a:solidFill>
            <a:prstDash val="solid"/>
          </a:ln>
        </p:spPr>
      </p:sp>
      <p:sp>
        <p:nvSpPr>
          <p:cNvPr id="123" name="Text 121"/>
          <p:cNvSpPr txBox="1"/>
          <p:nvPr/>
        </p:nvSpPr>
        <p:spPr>
          <a:xfrm>
            <a:off x="3860878"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487168"/>
            <a:ext cx="660478" cy="237744"/>
          </a:xfrm>
          <a:prstGeom prst="rect">
            <a:avLst/>
          </a:prstGeom>
          <a:solidFill>
            <a:srgbClr val="F7F9FB"/>
          </a:solidFill>
          <a:ln w="5080">
            <a:solidFill>
              <a:srgbClr val="D3DCE5"/>
            </a:solidFill>
            <a:prstDash val="solid"/>
          </a:ln>
        </p:spPr>
      </p:sp>
      <p:sp>
        <p:nvSpPr>
          <p:cNvPr id="125" name="Text 123"/>
          <p:cNvSpPr txBox="1"/>
          <p:nvPr/>
        </p:nvSpPr>
        <p:spPr>
          <a:xfrm>
            <a:off x="4521356"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6" name="Shape 124"/>
          <p:cNvSpPr/>
          <p:nvPr/>
        </p:nvSpPr>
        <p:spPr>
          <a:xfrm>
            <a:off x="5181834" y="2487168"/>
            <a:ext cx="660478" cy="237744"/>
          </a:xfrm>
          <a:prstGeom prst="rect">
            <a:avLst/>
          </a:prstGeom>
          <a:solidFill>
            <a:srgbClr val="F7F9FB"/>
          </a:solidFill>
          <a:ln w="5080">
            <a:solidFill>
              <a:srgbClr val="D3DCE5"/>
            </a:solidFill>
            <a:prstDash val="solid"/>
          </a:ln>
        </p:spPr>
      </p:sp>
      <p:sp>
        <p:nvSpPr>
          <p:cNvPr id="127" name="Text 125"/>
          <p:cNvSpPr txBox="1"/>
          <p:nvPr/>
        </p:nvSpPr>
        <p:spPr>
          <a:xfrm>
            <a:off x="5181834"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8" name="Shape 126"/>
          <p:cNvSpPr/>
          <p:nvPr/>
        </p:nvSpPr>
        <p:spPr>
          <a:xfrm>
            <a:off x="5842313" y="2487168"/>
            <a:ext cx="660478" cy="237744"/>
          </a:xfrm>
          <a:prstGeom prst="rect">
            <a:avLst/>
          </a:prstGeom>
          <a:solidFill>
            <a:srgbClr val="F7F9FB"/>
          </a:solidFill>
          <a:ln w="5080">
            <a:solidFill>
              <a:srgbClr val="D3DCE5"/>
            </a:solidFill>
            <a:prstDash val="solid"/>
          </a:ln>
        </p:spPr>
      </p:sp>
      <p:sp>
        <p:nvSpPr>
          <p:cNvPr id="129" name="Text 127"/>
          <p:cNvSpPr txBox="1"/>
          <p:nvPr/>
        </p:nvSpPr>
        <p:spPr>
          <a:xfrm>
            <a:off x="584231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0" name="Shape 128"/>
          <p:cNvSpPr/>
          <p:nvPr/>
        </p:nvSpPr>
        <p:spPr>
          <a:xfrm>
            <a:off x="6502791" y="2487168"/>
            <a:ext cx="660478" cy="237744"/>
          </a:xfrm>
          <a:prstGeom prst="rect">
            <a:avLst/>
          </a:prstGeom>
          <a:solidFill>
            <a:srgbClr val="F7F9FB"/>
          </a:solidFill>
          <a:ln w="5080">
            <a:solidFill>
              <a:srgbClr val="D3DCE5"/>
            </a:solidFill>
            <a:prstDash val="solid"/>
          </a:ln>
        </p:spPr>
      </p:sp>
      <p:sp>
        <p:nvSpPr>
          <p:cNvPr id="131" name="Text 129"/>
          <p:cNvSpPr txBox="1"/>
          <p:nvPr/>
        </p:nvSpPr>
        <p:spPr>
          <a:xfrm>
            <a:off x="6502791"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2" name="Shape 130"/>
          <p:cNvSpPr/>
          <p:nvPr/>
        </p:nvSpPr>
        <p:spPr>
          <a:xfrm>
            <a:off x="7163269" y="2487168"/>
            <a:ext cx="660478" cy="237744"/>
          </a:xfrm>
          <a:prstGeom prst="rect">
            <a:avLst/>
          </a:prstGeom>
          <a:solidFill>
            <a:srgbClr val="F7F9FB"/>
          </a:solidFill>
          <a:ln w="5080">
            <a:solidFill>
              <a:srgbClr val="D3DCE5"/>
            </a:solidFill>
            <a:prstDash val="solid"/>
          </a:ln>
        </p:spPr>
      </p:sp>
      <p:sp>
        <p:nvSpPr>
          <p:cNvPr id="133" name="Text 131"/>
          <p:cNvSpPr txBox="1"/>
          <p:nvPr/>
        </p:nvSpPr>
        <p:spPr>
          <a:xfrm>
            <a:off x="7163269"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4" name="Shape 132"/>
          <p:cNvSpPr/>
          <p:nvPr/>
        </p:nvSpPr>
        <p:spPr>
          <a:xfrm>
            <a:off x="7823747" y="2487168"/>
            <a:ext cx="660478" cy="237744"/>
          </a:xfrm>
          <a:prstGeom prst="rect">
            <a:avLst/>
          </a:prstGeom>
          <a:solidFill>
            <a:srgbClr val="F7F9FB"/>
          </a:solidFill>
          <a:ln w="5080">
            <a:solidFill>
              <a:srgbClr val="D3DCE5"/>
            </a:solidFill>
            <a:prstDash val="solid"/>
          </a:ln>
        </p:spPr>
      </p:sp>
      <p:sp>
        <p:nvSpPr>
          <p:cNvPr id="135" name="Text 133"/>
          <p:cNvSpPr txBox="1"/>
          <p:nvPr/>
        </p:nvSpPr>
        <p:spPr>
          <a:xfrm>
            <a:off x="7823747"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6" name="Shape 134"/>
          <p:cNvSpPr/>
          <p:nvPr/>
        </p:nvSpPr>
        <p:spPr>
          <a:xfrm>
            <a:off x="8484225" y="2487168"/>
            <a:ext cx="660478" cy="237744"/>
          </a:xfrm>
          <a:prstGeom prst="rect">
            <a:avLst/>
          </a:prstGeom>
          <a:solidFill>
            <a:srgbClr val="F7F9FB"/>
          </a:solidFill>
          <a:ln w="5080">
            <a:solidFill>
              <a:srgbClr val="D3DCE5"/>
            </a:solidFill>
            <a:prstDash val="solid"/>
          </a:ln>
        </p:spPr>
      </p:sp>
      <p:sp>
        <p:nvSpPr>
          <p:cNvPr id="137" name="Text 135"/>
          <p:cNvSpPr txBox="1"/>
          <p:nvPr/>
        </p:nvSpPr>
        <p:spPr>
          <a:xfrm>
            <a:off x="8484225"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8" name="Shape 136"/>
          <p:cNvSpPr/>
          <p:nvPr/>
        </p:nvSpPr>
        <p:spPr>
          <a:xfrm>
            <a:off x="9144703" y="2487168"/>
            <a:ext cx="660478" cy="237744"/>
          </a:xfrm>
          <a:prstGeom prst="rect">
            <a:avLst/>
          </a:prstGeom>
          <a:solidFill>
            <a:srgbClr val="F7F9FB"/>
          </a:solidFill>
          <a:ln w="5080">
            <a:solidFill>
              <a:srgbClr val="D3DCE5"/>
            </a:solidFill>
            <a:prstDash val="solid"/>
          </a:ln>
        </p:spPr>
      </p:sp>
      <p:sp>
        <p:nvSpPr>
          <p:cNvPr id="139" name="Text 137"/>
          <p:cNvSpPr txBox="1"/>
          <p:nvPr/>
        </p:nvSpPr>
        <p:spPr>
          <a:xfrm>
            <a:off x="914470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0" name="Shape 138"/>
          <p:cNvSpPr/>
          <p:nvPr/>
        </p:nvSpPr>
        <p:spPr>
          <a:xfrm>
            <a:off x="9805182" y="2487168"/>
            <a:ext cx="660478" cy="237744"/>
          </a:xfrm>
          <a:prstGeom prst="rect">
            <a:avLst/>
          </a:prstGeom>
          <a:solidFill>
            <a:srgbClr val="F7F9FB"/>
          </a:solidFill>
          <a:ln w="5080">
            <a:solidFill>
              <a:srgbClr val="D3DCE5"/>
            </a:solidFill>
            <a:prstDash val="solid"/>
          </a:ln>
        </p:spPr>
      </p:sp>
      <p:sp>
        <p:nvSpPr>
          <p:cNvPr id="141" name="Text 139"/>
          <p:cNvSpPr txBox="1"/>
          <p:nvPr/>
        </p:nvSpPr>
        <p:spPr>
          <a:xfrm>
            <a:off x="9805182"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2" name="Shape 140"/>
          <p:cNvSpPr/>
          <p:nvPr/>
        </p:nvSpPr>
        <p:spPr>
          <a:xfrm>
            <a:off x="10465660" y="2487168"/>
            <a:ext cx="660478" cy="237744"/>
          </a:xfrm>
          <a:prstGeom prst="rect">
            <a:avLst/>
          </a:prstGeom>
          <a:solidFill>
            <a:srgbClr val="F7F9FB"/>
          </a:solidFill>
          <a:ln w="5080">
            <a:solidFill>
              <a:srgbClr val="D3DCE5"/>
            </a:solidFill>
            <a:prstDash val="solid"/>
          </a:ln>
        </p:spPr>
      </p:sp>
      <p:sp>
        <p:nvSpPr>
          <p:cNvPr id="143" name="Text 141"/>
          <p:cNvSpPr txBox="1"/>
          <p:nvPr/>
        </p:nvSpPr>
        <p:spPr>
          <a:xfrm>
            <a:off x="10465660"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4" name="Shape 142"/>
          <p:cNvSpPr/>
          <p:nvPr/>
        </p:nvSpPr>
        <p:spPr>
          <a:xfrm>
            <a:off x="11126138" y="2487168"/>
            <a:ext cx="660478" cy="237744"/>
          </a:xfrm>
          <a:prstGeom prst="rect">
            <a:avLst/>
          </a:prstGeom>
          <a:solidFill>
            <a:srgbClr val="F7F9FB"/>
          </a:solidFill>
          <a:ln w="5080">
            <a:solidFill>
              <a:srgbClr val="D3DCE5"/>
            </a:solidFill>
            <a:prstDash val="solid"/>
          </a:ln>
        </p:spPr>
      </p:sp>
      <p:sp>
        <p:nvSpPr>
          <p:cNvPr id="145" name="Text 143"/>
          <p:cNvSpPr txBox="1"/>
          <p:nvPr/>
        </p:nvSpPr>
        <p:spPr>
          <a:xfrm>
            <a:off x="11126138"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6" name="Shape 144"/>
          <p:cNvSpPr/>
          <p:nvPr/>
        </p:nvSpPr>
        <p:spPr>
          <a:xfrm>
            <a:off x="411480" y="2724912"/>
            <a:ext cx="2788920" cy="237744"/>
          </a:xfrm>
          <a:prstGeom prst="rect">
            <a:avLst/>
          </a:prstGeom>
          <a:solidFill>
            <a:srgbClr val="FFFFFF"/>
          </a:solidFill>
          <a:ln w="5080">
            <a:solidFill>
              <a:srgbClr val="D3DCE5"/>
            </a:solidFill>
            <a:prstDash val="solid"/>
          </a:ln>
        </p:spPr>
      </p:sp>
      <p:sp>
        <p:nvSpPr>
          <p:cNvPr id="147" name="Text 145"/>
          <p:cNvSpPr txBox="1"/>
          <p:nvPr/>
        </p:nvSpPr>
        <p:spPr>
          <a:xfrm>
            <a:off x="475488" y="272491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8" name="Shape 146"/>
          <p:cNvSpPr/>
          <p:nvPr/>
        </p:nvSpPr>
        <p:spPr>
          <a:xfrm>
            <a:off x="3200400" y="2724912"/>
            <a:ext cx="660478" cy="237744"/>
          </a:xfrm>
          <a:prstGeom prst="rect">
            <a:avLst/>
          </a:prstGeom>
          <a:solidFill>
            <a:srgbClr val="FFFFFF"/>
          </a:solidFill>
          <a:ln w="5080">
            <a:solidFill>
              <a:srgbClr val="D3DCE5"/>
            </a:solidFill>
            <a:prstDash val="solid"/>
          </a:ln>
        </p:spPr>
      </p:sp>
      <p:sp>
        <p:nvSpPr>
          <p:cNvPr id="149" name="Text 147"/>
          <p:cNvSpPr txBox="1"/>
          <p:nvPr/>
        </p:nvSpPr>
        <p:spPr>
          <a:xfrm>
            <a:off x="3200400"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724912"/>
            <a:ext cx="660478" cy="237744"/>
          </a:xfrm>
          <a:prstGeom prst="rect">
            <a:avLst/>
          </a:prstGeom>
          <a:solidFill>
            <a:srgbClr val="FFFFFF"/>
          </a:solidFill>
          <a:ln w="5080">
            <a:solidFill>
              <a:srgbClr val="D3DCE5"/>
            </a:solidFill>
            <a:prstDash val="solid"/>
          </a:ln>
        </p:spPr>
      </p:sp>
      <p:sp>
        <p:nvSpPr>
          <p:cNvPr id="151" name="Text 149"/>
          <p:cNvSpPr txBox="1"/>
          <p:nvPr/>
        </p:nvSpPr>
        <p:spPr>
          <a:xfrm>
            <a:off x="3860878"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724912"/>
            <a:ext cx="660478" cy="237744"/>
          </a:xfrm>
          <a:prstGeom prst="rect">
            <a:avLst/>
          </a:prstGeom>
          <a:solidFill>
            <a:srgbClr val="FFFFFF"/>
          </a:solidFill>
          <a:ln w="5080">
            <a:solidFill>
              <a:srgbClr val="D3DCE5"/>
            </a:solidFill>
            <a:prstDash val="solid"/>
          </a:ln>
        </p:spPr>
      </p:sp>
      <p:sp>
        <p:nvSpPr>
          <p:cNvPr id="153" name="Text 151"/>
          <p:cNvSpPr txBox="1"/>
          <p:nvPr/>
        </p:nvSpPr>
        <p:spPr>
          <a:xfrm>
            <a:off x="4521356"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4" name="Shape 152"/>
          <p:cNvSpPr/>
          <p:nvPr/>
        </p:nvSpPr>
        <p:spPr>
          <a:xfrm>
            <a:off x="5181834" y="2724912"/>
            <a:ext cx="660478" cy="237744"/>
          </a:xfrm>
          <a:prstGeom prst="rect">
            <a:avLst/>
          </a:prstGeom>
          <a:solidFill>
            <a:srgbClr val="FFFFFF"/>
          </a:solidFill>
          <a:ln w="5080">
            <a:solidFill>
              <a:srgbClr val="D3DCE5"/>
            </a:solidFill>
            <a:prstDash val="solid"/>
          </a:ln>
        </p:spPr>
      </p:sp>
      <p:sp>
        <p:nvSpPr>
          <p:cNvPr id="155" name="Text 153"/>
          <p:cNvSpPr txBox="1"/>
          <p:nvPr/>
        </p:nvSpPr>
        <p:spPr>
          <a:xfrm>
            <a:off x="5181834"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6" name="Shape 154"/>
          <p:cNvSpPr/>
          <p:nvPr/>
        </p:nvSpPr>
        <p:spPr>
          <a:xfrm>
            <a:off x="5842313" y="2724912"/>
            <a:ext cx="660478" cy="237744"/>
          </a:xfrm>
          <a:prstGeom prst="rect">
            <a:avLst/>
          </a:prstGeom>
          <a:solidFill>
            <a:srgbClr val="FFFFFF"/>
          </a:solidFill>
          <a:ln w="5080">
            <a:solidFill>
              <a:srgbClr val="D3DCE5"/>
            </a:solidFill>
            <a:prstDash val="solid"/>
          </a:ln>
        </p:spPr>
      </p:sp>
      <p:sp>
        <p:nvSpPr>
          <p:cNvPr id="157" name="Text 155"/>
          <p:cNvSpPr txBox="1"/>
          <p:nvPr/>
        </p:nvSpPr>
        <p:spPr>
          <a:xfrm>
            <a:off x="584231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8" name="Shape 156"/>
          <p:cNvSpPr/>
          <p:nvPr/>
        </p:nvSpPr>
        <p:spPr>
          <a:xfrm>
            <a:off x="6502791" y="2724912"/>
            <a:ext cx="660478" cy="237744"/>
          </a:xfrm>
          <a:prstGeom prst="rect">
            <a:avLst/>
          </a:prstGeom>
          <a:solidFill>
            <a:srgbClr val="FFFFFF"/>
          </a:solidFill>
          <a:ln w="5080">
            <a:solidFill>
              <a:srgbClr val="D3DCE5"/>
            </a:solidFill>
            <a:prstDash val="solid"/>
          </a:ln>
        </p:spPr>
      </p:sp>
      <p:sp>
        <p:nvSpPr>
          <p:cNvPr id="159" name="Text 157"/>
          <p:cNvSpPr txBox="1"/>
          <p:nvPr/>
        </p:nvSpPr>
        <p:spPr>
          <a:xfrm>
            <a:off x="6502791"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0" name="Shape 158"/>
          <p:cNvSpPr/>
          <p:nvPr/>
        </p:nvSpPr>
        <p:spPr>
          <a:xfrm>
            <a:off x="7163269" y="2724912"/>
            <a:ext cx="660478" cy="237744"/>
          </a:xfrm>
          <a:prstGeom prst="rect">
            <a:avLst/>
          </a:prstGeom>
          <a:solidFill>
            <a:srgbClr val="FFFFFF"/>
          </a:solidFill>
          <a:ln w="5080">
            <a:solidFill>
              <a:srgbClr val="D3DCE5"/>
            </a:solidFill>
            <a:prstDash val="solid"/>
          </a:ln>
        </p:spPr>
      </p:sp>
      <p:sp>
        <p:nvSpPr>
          <p:cNvPr id="161" name="Text 159"/>
          <p:cNvSpPr txBox="1"/>
          <p:nvPr/>
        </p:nvSpPr>
        <p:spPr>
          <a:xfrm>
            <a:off x="7163269"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2" name="Shape 160"/>
          <p:cNvSpPr/>
          <p:nvPr/>
        </p:nvSpPr>
        <p:spPr>
          <a:xfrm>
            <a:off x="7823747" y="2724912"/>
            <a:ext cx="660478" cy="237744"/>
          </a:xfrm>
          <a:prstGeom prst="rect">
            <a:avLst/>
          </a:prstGeom>
          <a:solidFill>
            <a:srgbClr val="FFFFFF"/>
          </a:solidFill>
          <a:ln w="5080">
            <a:solidFill>
              <a:srgbClr val="D3DCE5"/>
            </a:solidFill>
            <a:prstDash val="solid"/>
          </a:ln>
        </p:spPr>
      </p:sp>
      <p:sp>
        <p:nvSpPr>
          <p:cNvPr id="163" name="Text 161"/>
          <p:cNvSpPr txBox="1"/>
          <p:nvPr/>
        </p:nvSpPr>
        <p:spPr>
          <a:xfrm>
            <a:off x="7823747"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4" name="Shape 162"/>
          <p:cNvSpPr/>
          <p:nvPr/>
        </p:nvSpPr>
        <p:spPr>
          <a:xfrm>
            <a:off x="8484225" y="2724912"/>
            <a:ext cx="660478" cy="237744"/>
          </a:xfrm>
          <a:prstGeom prst="rect">
            <a:avLst/>
          </a:prstGeom>
          <a:solidFill>
            <a:srgbClr val="FFFFFF"/>
          </a:solidFill>
          <a:ln w="5080">
            <a:solidFill>
              <a:srgbClr val="D3DCE5"/>
            </a:solidFill>
            <a:prstDash val="solid"/>
          </a:ln>
        </p:spPr>
      </p:sp>
      <p:sp>
        <p:nvSpPr>
          <p:cNvPr id="165" name="Text 163"/>
          <p:cNvSpPr txBox="1"/>
          <p:nvPr/>
        </p:nvSpPr>
        <p:spPr>
          <a:xfrm>
            <a:off x="8484225"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6" name="Shape 164"/>
          <p:cNvSpPr/>
          <p:nvPr/>
        </p:nvSpPr>
        <p:spPr>
          <a:xfrm>
            <a:off x="9144703" y="2724912"/>
            <a:ext cx="660478" cy="237744"/>
          </a:xfrm>
          <a:prstGeom prst="rect">
            <a:avLst/>
          </a:prstGeom>
          <a:solidFill>
            <a:srgbClr val="FFFFFF"/>
          </a:solidFill>
          <a:ln w="5080">
            <a:solidFill>
              <a:srgbClr val="D3DCE5"/>
            </a:solidFill>
            <a:prstDash val="solid"/>
          </a:ln>
        </p:spPr>
      </p:sp>
      <p:sp>
        <p:nvSpPr>
          <p:cNvPr id="167" name="Text 165"/>
          <p:cNvSpPr txBox="1"/>
          <p:nvPr/>
        </p:nvSpPr>
        <p:spPr>
          <a:xfrm>
            <a:off x="914470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8" name="Shape 166"/>
          <p:cNvSpPr/>
          <p:nvPr/>
        </p:nvSpPr>
        <p:spPr>
          <a:xfrm>
            <a:off x="9805182" y="2724912"/>
            <a:ext cx="660478" cy="237744"/>
          </a:xfrm>
          <a:prstGeom prst="rect">
            <a:avLst/>
          </a:prstGeom>
          <a:solidFill>
            <a:srgbClr val="FFFFFF"/>
          </a:solidFill>
          <a:ln w="5080">
            <a:solidFill>
              <a:srgbClr val="D3DCE5"/>
            </a:solidFill>
            <a:prstDash val="solid"/>
          </a:ln>
        </p:spPr>
      </p:sp>
      <p:sp>
        <p:nvSpPr>
          <p:cNvPr id="169" name="Text 167"/>
          <p:cNvSpPr txBox="1"/>
          <p:nvPr/>
        </p:nvSpPr>
        <p:spPr>
          <a:xfrm>
            <a:off x="9805182"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0" name="Shape 168"/>
          <p:cNvSpPr/>
          <p:nvPr/>
        </p:nvSpPr>
        <p:spPr>
          <a:xfrm>
            <a:off x="10465660" y="2724912"/>
            <a:ext cx="660478" cy="237744"/>
          </a:xfrm>
          <a:prstGeom prst="rect">
            <a:avLst/>
          </a:prstGeom>
          <a:solidFill>
            <a:srgbClr val="FFFFFF"/>
          </a:solidFill>
          <a:ln w="5080">
            <a:solidFill>
              <a:srgbClr val="D3DCE5"/>
            </a:solidFill>
            <a:prstDash val="solid"/>
          </a:ln>
        </p:spPr>
      </p:sp>
      <p:sp>
        <p:nvSpPr>
          <p:cNvPr id="171" name="Text 169"/>
          <p:cNvSpPr txBox="1"/>
          <p:nvPr/>
        </p:nvSpPr>
        <p:spPr>
          <a:xfrm>
            <a:off x="10465660"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2" name="Shape 170"/>
          <p:cNvSpPr/>
          <p:nvPr/>
        </p:nvSpPr>
        <p:spPr>
          <a:xfrm>
            <a:off x="11126138" y="2724912"/>
            <a:ext cx="660478" cy="237744"/>
          </a:xfrm>
          <a:prstGeom prst="rect">
            <a:avLst/>
          </a:prstGeom>
          <a:solidFill>
            <a:srgbClr val="FFFFFF"/>
          </a:solidFill>
          <a:ln w="5080">
            <a:solidFill>
              <a:srgbClr val="D3DCE5"/>
            </a:solidFill>
            <a:prstDash val="solid"/>
          </a:ln>
        </p:spPr>
      </p:sp>
      <p:sp>
        <p:nvSpPr>
          <p:cNvPr id="173" name="Text 171"/>
          <p:cNvSpPr txBox="1"/>
          <p:nvPr/>
        </p:nvSpPr>
        <p:spPr>
          <a:xfrm>
            <a:off x="11126138"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4" name="Shape 172"/>
          <p:cNvSpPr/>
          <p:nvPr/>
        </p:nvSpPr>
        <p:spPr>
          <a:xfrm>
            <a:off x="411480" y="2962656"/>
            <a:ext cx="2788920" cy="237744"/>
          </a:xfrm>
          <a:prstGeom prst="rect">
            <a:avLst/>
          </a:prstGeom>
          <a:solidFill>
            <a:srgbClr val="F7F9FB"/>
          </a:solidFill>
          <a:ln w="5080">
            <a:solidFill>
              <a:srgbClr val="D3DCE5"/>
            </a:solidFill>
            <a:prstDash val="solid"/>
          </a:ln>
        </p:spPr>
      </p:sp>
      <p:sp>
        <p:nvSpPr>
          <p:cNvPr id="175" name="Text 173"/>
          <p:cNvSpPr txBox="1"/>
          <p:nvPr/>
        </p:nvSpPr>
        <p:spPr>
          <a:xfrm>
            <a:off x="475488" y="29626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6" name="Shape 174"/>
          <p:cNvSpPr/>
          <p:nvPr/>
        </p:nvSpPr>
        <p:spPr>
          <a:xfrm>
            <a:off x="3200400" y="2962656"/>
            <a:ext cx="660478" cy="237744"/>
          </a:xfrm>
          <a:prstGeom prst="rect">
            <a:avLst/>
          </a:prstGeom>
          <a:solidFill>
            <a:srgbClr val="F7F9FB"/>
          </a:solidFill>
          <a:ln w="5080">
            <a:solidFill>
              <a:srgbClr val="D3DCE5"/>
            </a:solidFill>
            <a:prstDash val="solid"/>
          </a:ln>
        </p:spPr>
      </p:sp>
      <p:sp>
        <p:nvSpPr>
          <p:cNvPr id="177" name="Text 175"/>
          <p:cNvSpPr txBox="1"/>
          <p:nvPr/>
        </p:nvSpPr>
        <p:spPr>
          <a:xfrm>
            <a:off x="3200400"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2962656"/>
            <a:ext cx="660478" cy="237744"/>
          </a:xfrm>
          <a:prstGeom prst="rect">
            <a:avLst/>
          </a:prstGeom>
          <a:solidFill>
            <a:srgbClr val="F7F9FB"/>
          </a:solidFill>
          <a:ln w="5080">
            <a:solidFill>
              <a:srgbClr val="D3DCE5"/>
            </a:solidFill>
            <a:prstDash val="solid"/>
          </a:ln>
        </p:spPr>
      </p:sp>
      <p:sp>
        <p:nvSpPr>
          <p:cNvPr id="179" name="Text 177"/>
          <p:cNvSpPr txBox="1"/>
          <p:nvPr/>
        </p:nvSpPr>
        <p:spPr>
          <a:xfrm>
            <a:off x="3860878"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2962656"/>
            <a:ext cx="660478" cy="237744"/>
          </a:xfrm>
          <a:prstGeom prst="rect">
            <a:avLst/>
          </a:prstGeom>
          <a:solidFill>
            <a:srgbClr val="F7F9FB"/>
          </a:solidFill>
          <a:ln w="5080">
            <a:solidFill>
              <a:srgbClr val="D3DCE5"/>
            </a:solidFill>
            <a:prstDash val="solid"/>
          </a:ln>
        </p:spPr>
      </p:sp>
      <p:sp>
        <p:nvSpPr>
          <p:cNvPr id="181" name="Text 179"/>
          <p:cNvSpPr txBox="1"/>
          <p:nvPr/>
        </p:nvSpPr>
        <p:spPr>
          <a:xfrm>
            <a:off x="4521356"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2" name="Shape 180"/>
          <p:cNvSpPr/>
          <p:nvPr/>
        </p:nvSpPr>
        <p:spPr>
          <a:xfrm>
            <a:off x="5181834" y="2962656"/>
            <a:ext cx="660478" cy="237744"/>
          </a:xfrm>
          <a:prstGeom prst="rect">
            <a:avLst/>
          </a:prstGeom>
          <a:solidFill>
            <a:srgbClr val="F7F9FB"/>
          </a:solidFill>
          <a:ln w="5080">
            <a:solidFill>
              <a:srgbClr val="D3DCE5"/>
            </a:solidFill>
            <a:prstDash val="solid"/>
          </a:ln>
        </p:spPr>
      </p:sp>
      <p:sp>
        <p:nvSpPr>
          <p:cNvPr id="183" name="Text 181"/>
          <p:cNvSpPr txBox="1"/>
          <p:nvPr/>
        </p:nvSpPr>
        <p:spPr>
          <a:xfrm>
            <a:off x="5181834"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4" name="Shape 182"/>
          <p:cNvSpPr/>
          <p:nvPr/>
        </p:nvSpPr>
        <p:spPr>
          <a:xfrm>
            <a:off x="5842313" y="2962656"/>
            <a:ext cx="660478" cy="237744"/>
          </a:xfrm>
          <a:prstGeom prst="rect">
            <a:avLst/>
          </a:prstGeom>
          <a:solidFill>
            <a:srgbClr val="F7F9FB"/>
          </a:solidFill>
          <a:ln w="5080">
            <a:solidFill>
              <a:srgbClr val="D3DCE5"/>
            </a:solidFill>
            <a:prstDash val="solid"/>
          </a:ln>
        </p:spPr>
      </p:sp>
      <p:sp>
        <p:nvSpPr>
          <p:cNvPr id="185" name="Text 183"/>
          <p:cNvSpPr txBox="1"/>
          <p:nvPr/>
        </p:nvSpPr>
        <p:spPr>
          <a:xfrm>
            <a:off x="584231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6" name="Shape 184"/>
          <p:cNvSpPr/>
          <p:nvPr/>
        </p:nvSpPr>
        <p:spPr>
          <a:xfrm>
            <a:off x="6502791" y="2962656"/>
            <a:ext cx="660478" cy="237744"/>
          </a:xfrm>
          <a:prstGeom prst="rect">
            <a:avLst/>
          </a:prstGeom>
          <a:solidFill>
            <a:srgbClr val="F7F9FB"/>
          </a:solidFill>
          <a:ln w="5080">
            <a:solidFill>
              <a:srgbClr val="D3DCE5"/>
            </a:solidFill>
            <a:prstDash val="solid"/>
          </a:ln>
        </p:spPr>
      </p:sp>
      <p:sp>
        <p:nvSpPr>
          <p:cNvPr id="187" name="Text 185"/>
          <p:cNvSpPr txBox="1"/>
          <p:nvPr/>
        </p:nvSpPr>
        <p:spPr>
          <a:xfrm>
            <a:off x="6502791"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8" name="Shape 186"/>
          <p:cNvSpPr/>
          <p:nvPr/>
        </p:nvSpPr>
        <p:spPr>
          <a:xfrm>
            <a:off x="7163269" y="2962656"/>
            <a:ext cx="660478" cy="237744"/>
          </a:xfrm>
          <a:prstGeom prst="rect">
            <a:avLst/>
          </a:prstGeom>
          <a:solidFill>
            <a:srgbClr val="F7F9FB"/>
          </a:solidFill>
          <a:ln w="5080">
            <a:solidFill>
              <a:srgbClr val="D3DCE5"/>
            </a:solidFill>
            <a:prstDash val="solid"/>
          </a:ln>
        </p:spPr>
      </p:sp>
      <p:sp>
        <p:nvSpPr>
          <p:cNvPr id="189" name="Text 187"/>
          <p:cNvSpPr txBox="1"/>
          <p:nvPr/>
        </p:nvSpPr>
        <p:spPr>
          <a:xfrm>
            <a:off x="7163269"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0" name="Shape 188"/>
          <p:cNvSpPr/>
          <p:nvPr/>
        </p:nvSpPr>
        <p:spPr>
          <a:xfrm>
            <a:off x="7823747" y="2962656"/>
            <a:ext cx="660478" cy="237744"/>
          </a:xfrm>
          <a:prstGeom prst="rect">
            <a:avLst/>
          </a:prstGeom>
          <a:solidFill>
            <a:srgbClr val="F7F9FB"/>
          </a:solidFill>
          <a:ln w="5080">
            <a:solidFill>
              <a:srgbClr val="D3DCE5"/>
            </a:solidFill>
            <a:prstDash val="solid"/>
          </a:ln>
        </p:spPr>
      </p:sp>
      <p:sp>
        <p:nvSpPr>
          <p:cNvPr id="191" name="Text 189"/>
          <p:cNvSpPr txBox="1"/>
          <p:nvPr/>
        </p:nvSpPr>
        <p:spPr>
          <a:xfrm>
            <a:off x="7823747"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2" name="Shape 190"/>
          <p:cNvSpPr/>
          <p:nvPr/>
        </p:nvSpPr>
        <p:spPr>
          <a:xfrm>
            <a:off x="8484225" y="2962656"/>
            <a:ext cx="660478" cy="237744"/>
          </a:xfrm>
          <a:prstGeom prst="rect">
            <a:avLst/>
          </a:prstGeom>
          <a:solidFill>
            <a:srgbClr val="F7F9FB"/>
          </a:solidFill>
          <a:ln w="5080">
            <a:solidFill>
              <a:srgbClr val="D3DCE5"/>
            </a:solidFill>
            <a:prstDash val="solid"/>
          </a:ln>
        </p:spPr>
      </p:sp>
      <p:sp>
        <p:nvSpPr>
          <p:cNvPr id="193" name="Text 191"/>
          <p:cNvSpPr txBox="1"/>
          <p:nvPr/>
        </p:nvSpPr>
        <p:spPr>
          <a:xfrm>
            <a:off x="8484225"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4" name="Shape 192"/>
          <p:cNvSpPr/>
          <p:nvPr/>
        </p:nvSpPr>
        <p:spPr>
          <a:xfrm>
            <a:off x="9144703" y="2962656"/>
            <a:ext cx="660478" cy="237744"/>
          </a:xfrm>
          <a:prstGeom prst="rect">
            <a:avLst/>
          </a:prstGeom>
          <a:solidFill>
            <a:srgbClr val="F7F9FB"/>
          </a:solidFill>
          <a:ln w="5080">
            <a:solidFill>
              <a:srgbClr val="D3DCE5"/>
            </a:solidFill>
            <a:prstDash val="solid"/>
          </a:ln>
        </p:spPr>
      </p:sp>
      <p:sp>
        <p:nvSpPr>
          <p:cNvPr id="195" name="Text 193"/>
          <p:cNvSpPr txBox="1"/>
          <p:nvPr/>
        </p:nvSpPr>
        <p:spPr>
          <a:xfrm>
            <a:off x="914470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6" name="Shape 194"/>
          <p:cNvSpPr/>
          <p:nvPr/>
        </p:nvSpPr>
        <p:spPr>
          <a:xfrm>
            <a:off x="9805182" y="2962656"/>
            <a:ext cx="660478" cy="237744"/>
          </a:xfrm>
          <a:prstGeom prst="rect">
            <a:avLst/>
          </a:prstGeom>
          <a:solidFill>
            <a:srgbClr val="F7F9FB"/>
          </a:solidFill>
          <a:ln w="5080">
            <a:solidFill>
              <a:srgbClr val="D3DCE5"/>
            </a:solidFill>
            <a:prstDash val="solid"/>
          </a:ln>
        </p:spPr>
      </p:sp>
      <p:sp>
        <p:nvSpPr>
          <p:cNvPr id="197" name="Text 195"/>
          <p:cNvSpPr txBox="1"/>
          <p:nvPr/>
        </p:nvSpPr>
        <p:spPr>
          <a:xfrm>
            <a:off x="9805182"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8" name="Shape 196"/>
          <p:cNvSpPr/>
          <p:nvPr/>
        </p:nvSpPr>
        <p:spPr>
          <a:xfrm>
            <a:off x="10465660" y="2962656"/>
            <a:ext cx="660478" cy="237744"/>
          </a:xfrm>
          <a:prstGeom prst="rect">
            <a:avLst/>
          </a:prstGeom>
          <a:solidFill>
            <a:srgbClr val="F7F9FB"/>
          </a:solidFill>
          <a:ln w="5080">
            <a:solidFill>
              <a:srgbClr val="D3DCE5"/>
            </a:solidFill>
            <a:prstDash val="solid"/>
          </a:ln>
        </p:spPr>
      </p:sp>
      <p:sp>
        <p:nvSpPr>
          <p:cNvPr id="199" name="Text 197"/>
          <p:cNvSpPr txBox="1"/>
          <p:nvPr/>
        </p:nvSpPr>
        <p:spPr>
          <a:xfrm>
            <a:off x="10465660"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0" name="Shape 198"/>
          <p:cNvSpPr/>
          <p:nvPr/>
        </p:nvSpPr>
        <p:spPr>
          <a:xfrm>
            <a:off x="11126138" y="2962656"/>
            <a:ext cx="660478" cy="237744"/>
          </a:xfrm>
          <a:prstGeom prst="rect">
            <a:avLst/>
          </a:prstGeom>
          <a:solidFill>
            <a:srgbClr val="F7F9FB"/>
          </a:solidFill>
          <a:ln w="5080">
            <a:solidFill>
              <a:srgbClr val="D3DCE5"/>
            </a:solidFill>
            <a:prstDash val="solid"/>
          </a:ln>
        </p:spPr>
      </p:sp>
      <p:sp>
        <p:nvSpPr>
          <p:cNvPr id="201" name="Text 199"/>
          <p:cNvSpPr txBox="1"/>
          <p:nvPr/>
        </p:nvSpPr>
        <p:spPr>
          <a:xfrm>
            <a:off x="11126138"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2" name="Shape 200"/>
          <p:cNvSpPr/>
          <p:nvPr/>
        </p:nvSpPr>
        <p:spPr>
          <a:xfrm>
            <a:off x="411480" y="3200400"/>
            <a:ext cx="2788920" cy="237744"/>
          </a:xfrm>
          <a:prstGeom prst="rect">
            <a:avLst/>
          </a:prstGeom>
          <a:solidFill>
            <a:srgbClr val="FFFFFF"/>
          </a:solidFill>
          <a:ln w="5080">
            <a:solidFill>
              <a:srgbClr val="D3DCE5"/>
            </a:solidFill>
            <a:prstDash val="solid"/>
          </a:ln>
        </p:spPr>
      </p:sp>
      <p:sp>
        <p:nvSpPr>
          <p:cNvPr id="203" name="Text 201"/>
          <p:cNvSpPr txBox="1"/>
          <p:nvPr/>
        </p:nvSpPr>
        <p:spPr>
          <a:xfrm>
            <a:off x="475488" y="3200400"/>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4" name="Shape 202"/>
          <p:cNvSpPr/>
          <p:nvPr/>
        </p:nvSpPr>
        <p:spPr>
          <a:xfrm>
            <a:off x="3200400" y="3200400"/>
            <a:ext cx="660478" cy="237744"/>
          </a:xfrm>
          <a:prstGeom prst="rect">
            <a:avLst/>
          </a:prstGeom>
          <a:solidFill>
            <a:srgbClr val="FFFFFF"/>
          </a:solidFill>
          <a:ln w="5080">
            <a:solidFill>
              <a:srgbClr val="D3DCE5"/>
            </a:solidFill>
            <a:prstDash val="solid"/>
          </a:ln>
        </p:spPr>
      </p:sp>
      <p:sp>
        <p:nvSpPr>
          <p:cNvPr id="205" name="Text 203"/>
          <p:cNvSpPr txBox="1"/>
          <p:nvPr/>
        </p:nvSpPr>
        <p:spPr>
          <a:xfrm>
            <a:off x="3200400"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200400"/>
            <a:ext cx="660478" cy="237744"/>
          </a:xfrm>
          <a:prstGeom prst="rect">
            <a:avLst/>
          </a:prstGeom>
          <a:solidFill>
            <a:srgbClr val="FFFFFF"/>
          </a:solidFill>
          <a:ln w="5080">
            <a:solidFill>
              <a:srgbClr val="D3DCE5"/>
            </a:solidFill>
            <a:prstDash val="solid"/>
          </a:ln>
        </p:spPr>
      </p:sp>
      <p:sp>
        <p:nvSpPr>
          <p:cNvPr id="207" name="Text 205"/>
          <p:cNvSpPr txBox="1"/>
          <p:nvPr/>
        </p:nvSpPr>
        <p:spPr>
          <a:xfrm>
            <a:off x="3860878"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200400"/>
            <a:ext cx="660478" cy="237744"/>
          </a:xfrm>
          <a:prstGeom prst="rect">
            <a:avLst/>
          </a:prstGeom>
          <a:solidFill>
            <a:srgbClr val="FFFFFF"/>
          </a:solidFill>
          <a:ln w="5080">
            <a:solidFill>
              <a:srgbClr val="D3DCE5"/>
            </a:solidFill>
            <a:prstDash val="solid"/>
          </a:ln>
        </p:spPr>
      </p:sp>
      <p:sp>
        <p:nvSpPr>
          <p:cNvPr id="209" name="Text 207"/>
          <p:cNvSpPr txBox="1"/>
          <p:nvPr/>
        </p:nvSpPr>
        <p:spPr>
          <a:xfrm>
            <a:off x="4521356"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0" name="Shape 208"/>
          <p:cNvSpPr/>
          <p:nvPr/>
        </p:nvSpPr>
        <p:spPr>
          <a:xfrm>
            <a:off x="5181834" y="3200400"/>
            <a:ext cx="660478" cy="237744"/>
          </a:xfrm>
          <a:prstGeom prst="rect">
            <a:avLst/>
          </a:prstGeom>
          <a:solidFill>
            <a:srgbClr val="FFFFFF"/>
          </a:solidFill>
          <a:ln w="5080">
            <a:solidFill>
              <a:srgbClr val="D3DCE5"/>
            </a:solidFill>
            <a:prstDash val="solid"/>
          </a:ln>
        </p:spPr>
      </p:sp>
      <p:sp>
        <p:nvSpPr>
          <p:cNvPr id="211" name="Text 209"/>
          <p:cNvSpPr txBox="1"/>
          <p:nvPr/>
        </p:nvSpPr>
        <p:spPr>
          <a:xfrm>
            <a:off x="5181834"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2" name="Shape 210"/>
          <p:cNvSpPr/>
          <p:nvPr/>
        </p:nvSpPr>
        <p:spPr>
          <a:xfrm>
            <a:off x="5842313" y="3200400"/>
            <a:ext cx="660478" cy="237744"/>
          </a:xfrm>
          <a:prstGeom prst="rect">
            <a:avLst/>
          </a:prstGeom>
          <a:solidFill>
            <a:srgbClr val="FFFFFF"/>
          </a:solidFill>
          <a:ln w="5080">
            <a:solidFill>
              <a:srgbClr val="D3DCE5"/>
            </a:solidFill>
            <a:prstDash val="solid"/>
          </a:ln>
        </p:spPr>
      </p:sp>
      <p:sp>
        <p:nvSpPr>
          <p:cNvPr id="213" name="Text 211"/>
          <p:cNvSpPr txBox="1"/>
          <p:nvPr/>
        </p:nvSpPr>
        <p:spPr>
          <a:xfrm>
            <a:off x="584231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4" name="Shape 212"/>
          <p:cNvSpPr/>
          <p:nvPr/>
        </p:nvSpPr>
        <p:spPr>
          <a:xfrm>
            <a:off x="6502791" y="3200400"/>
            <a:ext cx="660478" cy="237744"/>
          </a:xfrm>
          <a:prstGeom prst="rect">
            <a:avLst/>
          </a:prstGeom>
          <a:solidFill>
            <a:srgbClr val="FFFFFF"/>
          </a:solidFill>
          <a:ln w="5080">
            <a:solidFill>
              <a:srgbClr val="D3DCE5"/>
            </a:solidFill>
            <a:prstDash val="solid"/>
          </a:ln>
        </p:spPr>
      </p:sp>
      <p:sp>
        <p:nvSpPr>
          <p:cNvPr id="215" name="Text 213"/>
          <p:cNvSpPr txBox="1"/>
          <p:nvPr/>
        </p:nvSpPr>
        <p:spPr>
          <a:xfrm>
            <a:off x="6502791"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6" name="Shape 214"/>
          <p:cNvSpPr/>
          <p:nvPr/>
        </p:nvSpPr>
        <p:spPr>
          <a:xfrm>
            <a:off x="7163269" y="3200400"/>
            <a:ext cx="660478" cy="237744"/>
          </a:xfrm>
          <a:prstGeom prst="rect">
            <a:avLst/>
          </a:prstGeom>
          <a:solidFill>
            <a:srgbClr val="FFFFFF"/>
          </a:solidFill>
          <a:ln w="5080">
            <a:solidFill>
              <a:srgbClr val="D3DCE5"/>
            </a:solidFill>
            <a:prstDash val="solid"/>
          </a:ln>
        </p:spPr>
      </p:sp>
      <p:sp>
        <p:nvSpPr>
          <p:cNvPr id="217" name="Text 215"/>
          <p:cNvSpPr txBox="1"/>
          <p:nvPr/>
        </p:nvSpPr>
        <p:spPr>
          <a:xfrm>
            <a:off x="7163269"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8" name="Shape 216"/>
          <p:cNvSpPr/>
          <p:nvPr/>
        </p:nvSpPr>
        <p:spPr>
          <a:xfrm>
            <a:off x="7823747" y="3200400"/>
            <a:ext cx="660478" cy="237744"/>
          </a:xfrm>
          <a:prstGeom prst="rect">
            <a:avLst/>
          </a:prstGeom>
          <a:solidFill>
            <a:srgbClr val="FFFFFF"/>
          </a:solidFill>
          <a:ln w="5080">
            <a:solidFill>
              <a:srgbClr val="D3DCE5"/>
            </a:solidFill>
            <a:prstDash val="solid"/>
          </a:ln>
        </p:spPr>
      </p:sp>
      <p:sp>
        <p:nvSpPr>
          <p:cNvPr id="219" name="Text 217"/>
          <p:cNvSpPr txBox="1"/>
          <p:nvPr/>
        </p:nvSpPr>
        <p:spPr>
          <a:xfrm>
            <a:off x="7823747"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0" name="Shape 218"/>
          <p:cNvSpPr/>
          <p:nvPr/>
        </p:nvSpPr>
        <p:spPr>
          <a:xfrm>
            <a:off x="8484225" y="3200400"/>
            <a:ext cx="660478" cy="237744"/>
          </a:xfrm>
          <a:prstGeom prst="rect">
            <a:avLst/>
          </a:prstGeom>
          <a:solidFill>
            <a:srgbClr val="FFFFFF"/>
          </a:solidFill>
          <a:ln w="5080">
            <a:solidFill>
              <a:srgbClr val="D3DCE5"/>
            </a:solidFill>
            <a:prstDash val="solid"/>
          </a:ln>
        </p:spPr>
      </p:sp>
      <p:sp>
        <p:nvSpPr>
          <p:cNvPr id="221" name="Text 219"/>
          <p:cNvSpPr txBox="1"/>
          <p:nvPr/>
        </p:nvSpPr>
        <p:spPr>
          <a:xfrm>
            <a:off x="8484225"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2" name="Shape 220"/>
          <p:cNvSpPr/>
          <p:nvPr/>
        </p:nvSpPr>
        <p:spPr>
          <a:xfrm>
            <a:off x="9144703" y="3200400"/>
            <a:ext cx="660478" cy="237744"/>
          </a:xfrm>
          <a:prstGeom prst="rect">
            <a:avLst/>
          </a:prstGeom>
          <a:solidFill>
            <a:srgbClr val="FFFFFF"/>
          </a:solidFill>
          <a:ln w="5080">
            <a:solidFill>
              <a:srgbClr val="D3DCE5"/>
            </a:solidFill>
            <a:prstDash val="solid"/>
          </a:ln>
        </p:spPr>
      </p:sp>
      <p:sp>
        <p:nvSpPr>
          <p:cNvPr id="223" name="Text 221"/>
          <p:cNvSpPr txBox="1"/>
          <p:nvPr/>
        </p:nvSpPr>
        <p:spPr>
          <a:xfrm>
            <a:off x="914470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4" name="Shape 222"/>
          <p:cNvSpPr/>
          <p:nvPr/>
        </p:nvSpPr>
        <p:spPr>
          <a:xfrm>
            <a:off x="9805182" y="3200400"/>
            <a:ext cx="660478" cy="237744"/>
          </a:xfrm>
          <a:prstGeom prst="rect">
            <a:avLst/>
          </a:prstGeom>
          <a:solidFill>
            <a:srgbClr val="FFFFFF"/>
          </a:solidFill>
          <a:ln w="5080">
            <a:solidFill>
              <a:srgbClr val="D3DCE5"/>
            </a:solidFill>
            <a:prstDash val="solid"/>
          </a:ln>
        </p:spPr>
      </p:sp>
      <p:sp>
        <p:nvSpPr>
          <p:cNvPr id="225" name="Text 223"/>
          <p:cNvSpPr txBox="1"/>
          <p:nvPr/>
        </p:nvSpPr>
        <p:spPr>
          <a:xfrm>
            <a:off x="9805182"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6" name="Shape 224"/>
          <p:cNvSpPr/>
          <p:nvPr/>
        </p:nvSpPr>
        <p:spPr>
          <a:xfrm>
            <a:off x="10465660" y="3200400"/>
            <a:ext cx="660478" cy="237744"/>
          </a:xfrm>
          <a:prstGeom prst="rect">
            <a:avLst/>
          </a:prstGeom>
          <a:solidFill>
            <a:srgbClr val="FFFFFF"/>
          </a:solidFill>
          <a:ln w="5080">
            <a:solidFill>
              <a:srgbClr val="D3DCE5"/>
            </a:solidFill>
            <a:prstDash val="solid"/>
          </a:ln>
        </p:spPr>
      </p:sp>
      <p:sp>
        <p:nvSpPr>
          <p:cNvPr id="227" name="Text 225"/>
          <p:cNvSpPr txBox="1"/>
          <p:nvPr/>
        </p:nvSpPr>
        <p:spPr>
          <a:xfrm>
            <a:off x="10465660"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8" name="Shape 226"/>
          <p:cNvSpPr/>
          <p:nvPr/>
        </p:nvSpPr>
        <p:spPr>
          <a:xfrm>
            <a:off x="11126138" y="3200400"/>
            <a:ext cx="660478" cy="237744"/>
          </a:xfrm>
          <a:prstGeom prst="rect">
            <a:avLst/>
          </a:prstGeom>
          <a:solidFill>
            <a:srgbClr val="FFFFFF"/>
          </a:solidFill>
          <a:ln w="5080">
            <a:solidFill>
              <a:srgbClr val="D3DCE5"/>
            </a:solidFill>
            <a:prstDash val="solid"/>
          </a:ln>
        </p:spPr>
      </p:sp>
      <p:sp>
        <p:nvSpPr>
          <p:cNvPr id="229" name="Text 227"/>
          <p:cNvSpPr txBox="1"/>
          <p:nvPr/>
        </p:nvSpPr>
        <p:spPr>
          <a:xfrm>
            <a:off x="11126138"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0" name="Shape 228"/>
          <p:cNvSpPr/>
          <p:nvPr/>
        </p:nvSpPr>
        <p:spPr>
          <a:xfrm>
            <a:off x="411480" y="3438144"/>
            <a:ext cx="2788920" cy="237744"/>
          </a:xfrm>
          <a:prstGeom prst="rect">
            <a:avLst/>
          </a:prstGeom>
          <a:solidFill>
            <a:srgbClr val="D6EBE7"/>
          </a:solidFill>
          <a:ln w="5080">
            <a:solidFill>
              <a:srgbClr val="D3DCE5"/>
            </a:solidFill>
            <a:prstDash val="solid"/>
          </a:ln>
        </p:spPr>
      </p:sp>
      <p:sp>
        <p:nvSpPr>
          <p:cNvPr id="231" name="Text 229"/>
          <p:cNvSpPr txBox="1"/>
          <p:nvPr/>
        </p:nvSpPr>
        <p:spPr>
          <a:xfrm>
            <a:off x="475488" y="34381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2" name="Shape 230"/>
          <p:cNvSpPr/>
          <p:nvPr/>
        </p:nvSpPr>
        <p:spPr>
          <a:xfrm>
            <a:off x="3200400" y="3438144"/>
            <a:ext cx="660478" cy="237744"/>
          </a:xfrm>
          <a:prstGeom prst="rect">
            <a:avLst/>
          </a:prstGeom>
          <a:solidFill>
            <a:srgbClr val="D6EBE7"/>
          </a:solidFill>
          <a:ln w="5080">
            <a:solidFill>
              <a:srgbClr val="D3DCE5"/>
            </a:solidFill>
            <a:prstDash val="solid"/>
          </a:ln>
        </p:spPr>
      </p:sp>
      <p:sp>
        <p:nvSpPr>
          <p:cNvPr id="233" name="Text 231"/>
          <p:cNvSpPr txBox="1"/>
          <p:nvPr/>
        </p:nvSpPr>
        <p:spPr>
          <a:xfrm>
            <a:off x="3200400"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438144"/>
            <a:ext cx="660478" cy="237744"/>
          </a:xfrm>
          <a:prstGeom prst="rect">
            <a:avLst/>
          </a:prstGeom>
          <a:solidFill>
            <a:srgbClr val="D6EBE7"/>
          </a:solidFill>
          <a:ln w="5080">
            <a:solidFill>
              <a:srgbClr val="D3DCE5"/>
            </a:solidFill>
            <a:prstDash val="solid"/>
          </a:ln>
        </p:spPr>
      </p:sp>
      <p:sp>
        <p:nvSpPr>
          <p:cNvPr id="235" name="Text 233"/>
          <p:cNvSpPr txBox="1"/>
          <p:nvPr/>
        </p:nvSpPr>
        <p:spPr>
          <a:xfrm>
            <a:off x="3860878"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438144"/>
            <a:ext cx="660478" cy="237744"/>
          </a:xfrm>
          <a:prstGeom prst="rect">
            <a:avLst/>
          </a:prstGeom>
          <a:solidFill>
            <a:srgbClr val="D6EBE7"/>
          </a:solidFill>
          <a:ln w="5080">
            <a:solidFill>
              <a:srgbClr val="D3DCE5"/>
            </a:solidFill>
            <a:prstDash val="solid"/>
          </a:ln>
        </p:spPr>
      </p:sp>
      <p:sp>
        <p:nvSpPr>
          <p:cNvPr id="237" name="Text 235"/>
          <p:cNvSpPr txBox="1"/>
          <p:nvPr/>
        </p:nvSpPr>
        <p:spPr>
          <a:xfrm>
            <a:off x="4521356"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8" name="Shape 236"/>
          <p:cNvSpPr/>
          <p:nvPr/>
        </p:nvSpPr>
        <p:spPr>
          <a:xfrm>
            <a:off x="5181834" y="3438144"/>
            <a:ext cx="660478" cy="237744"/>
          </a:xfrm>
          <a:prstGeom prst="rect">
            <a:avLst/>
          </a:prstGeom>
          <a:solidFill>
            <a:srgbClr val="D6EBE7"/>
          </a:solidFill>
          <a:ln w="5080">
            <a:solidFill>
              <a:srgbClr val="D3DCE5"/>
            </a:solidFill>
            <a:prstDash val="solid"/>
          </a:ln>
        </p:spPr>
      </p:sp>
      <p:sp>
        <p:nvSpPr>
          <p:cNvPr id="239" name="Text 237"/>
          <p:cNvSpPr txBox="1"/>
          <p:nvPr/>
        </p:nvSpPr>
        <p:spPr>
          <a:xfrm>
            <a:off x="5181834"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0" name="Shape 238"/>
          <p:cNvSpPr/>
          <p:nvPr/>
        </p:nvSpPr>
        <p:spPr>
          <a:xfrm>
            <a:off x="5842313" y="3438144"/>
            <a:ext cx="660478" cy="237744"/>
          </a:xfrm>
          <a:prstGeom prst="rect">
            <a:avLst/>
          </a:prstGeom>
          <a:solidFill>
            <a:srgbClr val="D6EBE7"/>
          </a:solidFill>
          <a:ln w="5080">
            <a:solidFill>
              <a:srgbClr val="D3DCE5"/>
            </a:solidFill>
            <a:prstDash val="solid"/>
          </a:ln>
        </p:spPr>
      </p:sp>
      <p:sp>
        <p:nvSpPr>
          <p:cNvPr id="241" name="Text 239"/>
          <p:cNvSpPr txBox="1"/>
          <p:nvPr/>
        </p:nvSpPr>
        <p:spPr>
          <a:xfrm>
            <a:off x="584231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2" name="Shape 240"/>
          <p:cNvSpPr/>
          <p:nvPr/>
        </p:nvSpPr>
        <p:spPr>
          <a:xfrm>
            <a:off x="6502791" y="3438144"/>
            <a:ext cx="660478" cy="237744"/>
          </a:xfrm>
          <a:prstGeom prst="rect">
            <a:avLst/>
          </a:prstGeom>
          <a:solidFill>
            <a:srgbClr val="D6EBE7"/>
          </a:solidFill>
          <a:ln w="5080">
            <a:solidFill>
              <a:srgbClr val="D3DCE5"/>
            </a:solidFill>
            <a:prstDash val="solid"/>
          </a:ln>
        </p:spPr>
      </p:sp>
      <p:sp>
        <p:nvSpPr>
          <p:cNvPr id="243" name="Text 241"/>
          <p:cNvSpPr txBox="1"/>
          <p:nvPr/>
        </p:nvSpPr>
        <p:spPr>
          <a:xfrm>
            <a:off x="6502791"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4" name="Shape 242"/>
          <p:cNvSpPr/>
          <p:nvPr/>
        </p:nvSpPr>
        <p:spPr>
          <a:xfrm>
            <a:off x="7163269" y="3438144"/>
            <a:ext cx="660478" cy="237744"/>
          </a:xfrm>
          <a:prstGeom prst="rect">
            <a:avLst/>
          </a:prstGeom>
          <a:solidFill>
            <a:srgbClr val="D6EBE7"/>
          </a:solidFill>
          <a:ln w="5080">
            <a:solidFill>
              <a:srgbClr val="D3DCE5"/>
            </a:solidFill>
            <a:prstDash val="solid"/>
          </a:ln>
        </p:spPr>
      </p:sp>
      <p:sp>
        <p:nvSpPr>
          <p:cNvPr id="245" name="Text 243"/>
          <p:cNvSpPr txBox="1"/>
          <p:nvPr/>
        </p:nvSpPr>
        <p:spPr>
          <a:xfrm>
            <a:off x="7163269"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6" name="Shape 244"/>
          <p:cNvSpPr/>
          <p:nvPr/>
        </p:nvSpPr>
        <p:spPr>
          <a:xfrm>
            <a:off x="7823747" y="3438144"/>
            <a:ext cx="660478" cy="237744"/>
          </a:xfrm>
          <a:prstGeom prst="rect">
            <a:avLst/>
          </a:prstGeom>
          <a:solidFill>
            <a:srgbClr val="D6EBE7"/>
          </a:solidFill>
          <a:ln w="5080">
            <a:solidFill>
              <a:srgbClr val="D3DCE5"/>
            </a:solidFill>
            <a:prstDash val="solid"/>
          </a:ln>
        </p:spPr>
      </p:sp>
      <p:sp>
        <p:nvSpPr>
          <p:cNvPr id="247" name="Text 245"/>
          <p:cNvSpPr txBox="1"/>
          <p:nvPr/>
        </p:nvSpPr>
        <p:spPr>
          <a:xfrm>
            <a:off x="7823747"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8" name="Shape 246"/>
          <p:cNvSpPr/>
          <p:nvPr/>
        </p:nvSpPr>
        <p:spPr>
          <a:xfrm>
            <a:off x="8484225" y="3438144"/>
            <a:ext cx="660478" cy="237744"/>
          </a:xfrm>
          <a:prstGeom prst="rect">
            <a:avLst/>
          </a:prstGeom>
          <a:solidFill>
            <a:srgbClr val="D6EBE7"/>
          </a:solidFill>
          <a:ln w="5080">
            <a:solidFill>
              <a:srgbClr val="D3DCE5"/>
            </a:solidFill>
            <a:prstDash val="solid"/>
          </a:ln>
        </p:spPr>
      </p:sp>
      <p:sp>
        <p:nvSpPr>
          <p:cNvPr id="249" name="Text 247"/>
          <p:cNvSpPr txBox="1"/>
          <p:nvPr/>
        </p:nvSpPr>
        <p:spPr>
          <a:xfrm>
            <a:off x="8484225"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0" name="Shape 248"/>
          <p:cNvSpPr/>
          <p:nvPr/>
        </p:nvSpPr>
        <p:spPr>
          <a:xfrm>
            <a:off x="9144703" y="3438144"/>
            <a:ext cx="660478" cy="237744"/>
          </a:xfrm>
          <a:prstGeom prst="rect">
            <a:avLst/>
          </a:prstGeom>
          <a:solidFill>
            <a:srgbClr val="D6EBE7"/>
          </a:solidFill>
          <a:ln w="5080">
            <a:solidFill>
              <a:srgbClr val="D3DCE5"/>
            </a:solidFill>
            <a:prstDash val="solid"/>
          </a:ln>
        </p:spPr>
      </p:sp>
      <p:sp>
        <p:nvSpPr>
          <p:cNvPr id="251" name="Text 249"/>
          <p:cNvSpPr txBox="1"/>
          <p:nvPr/>
        </p:nvSpPr>
        <p:spPr>
          <a:xfrm>
            <a:off x="914470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2" name="Shape 250"/>
          <p:cNvSpPr/>
          <p:nvPr/>
        </p:nvSpPr>
        <p:spPr>
          <a:xfrm>
            <a:off x="9805182" y="3438144"/>
            <a:ext cx="660478" cy="237744"/>
          </a:xfrm>
          <a:prstGeom prst="rect">
            <a:avLst/>
          </a:prstGeom>
          <a:solidFill>
            <a:srgbClr val="D6EBE7"/>
          </a:solidFill>
          <a:ln w="5080">
            <a:solidFill>
              <a:srgbClr val="D3DCE5"/>
            </a:solidFill>
            <a:prstDash val="solid"/>
          </a:ln>
        </p:spPr>
      </p:sp>
      <p:sp>
        <p:nvSpPr>
          <p:cNvPr id="253" name="Text 251"/>
          <p:cNvSpPr txBox="1"/>
          <p:nvPr/>
        </p:nvSpPr>
        <p:spPr>
          <a:xfrm>
            <a:off x="9805182"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4" name="Shape 252"/>
          <p:cNvSpPr/>
          <p:nvPr/>
        </p:nvSpPr>
        <p:spPr>
          <a:xfrm>
            <a:off x="10465660" y="3438144"/>
            <a:ext cx="660478" cy="237744"/>
          </a:xfrm>
          <a:prstGeom prst="rect">
            <a:avLst/>
          </a:prstGeom>
          <a:solidFill>
            <a:srgbClr val="D6EBE7"/>
          </a:solidFill>
          <a:ln w="5080">
            <a:solidFill>
              <a:srgbClr val="D3DCE5"/>
            </a:solidFill>
            <a:prstDash val="solid"/>
          </a:ln>
        </p:spPr>
      </p:sp>
      <p:sp>
        <p:nvSpPr>
          <p:cNvPr id="255" name="Text 253"/>
          <p:cNvSpPr txBox="1"/>
          <p:nvPr/>
        </p:nvSpPr>
        <p:spPr>
          <a:xfrm>
            <a:off x="10465660"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6" name="Shape 254"/>
          <p:cNvSpPr/>
          <p:nvPr/>
        </p:nvSpPr>
        <p:spPr>
          <a:xfrm>
            <a:off x="11126138" y="3438144"/>
            <a:ext cx="660478" cy="237744"/>
          </a:xfrm>
          <a:prstGeom prst="rect">
            <a:avLst/>
          </a:prstGeom>
          <a:solidFill>
            <a:srgbClr val="D6EBE7"/>
          </a:solidFill>
          <a:ln w="5080">
            <a:solidFill>
              <a:srgbClr val="D3DCE5"/>
            </a:solidFill>
            <a:prstDash val="solid"/>
          </a:ln>
        </p:spPr>
      </p:sp>
      <p:sp>
        <p:nvSpPr>
          <p:cNvPr id="257" name="Text 255"/>
          <p:cNvSpPr txBox="1"/>
          <p:nvPr/>
        </p:nvSpPr>
        <p:spPr>
          <a:xfrm>
            <a:off x="11126138"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8" name="Shape 256"/>
          <p:cNvSpPr/>
          <p:nvPr/>
        </p:nvSpPr>
        <p:spPr>
          <a:xfrm>
            <a:off x="411480" y="3675888"/>
            <a:ext cx="2788920" cy="237744"/>
          </a:xfrm>
          <a:prstGeom prst="rect">
            <a:avLst/>
          </a:prstGeom>
          <a:solidFill>
            <a:srgbClr val="FFFFFF"/>
          </a:solidFill>
          <a:ln w="5080">
            <a:solidFill>
              <a:srgbClr val="D3DCE5"/>
            </a:solidFill>
            <a:prstDash val="solid"/>
          </a:ln>
        </p:spPr>
      </p:sp>
      <p:sp>
        <p:nvSpPr>
          <p:cNvPr id="259" name="Text 257"/>
          <p:cNvSpPr txBox="1"/>
          <p:nvPr/>
        </p:nvSpPr>
        <p:spPr>
          <a:xfrm>
            <a:off x="475488" y="367588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0" name="Shape 258"/>
          <p:cNvSpPr/>
          <p:nvPr/>
        </p:nvSpPr>
        <p:spPr>
          <a:xfrm>
            <a:off x="3200400" y="3675888"/>
            <a:ext cx="660478" cy="237744"/>
          </a:xfrm>
          <a:prstGeom prst="rect">
            <a:avLst/>
          </a:prstGeom>
          <a:solidFill>
            <a:srgbClr val="FFFFFF"/>
          </a:solidFill>
          <a:ln w="5080">
            <a:solidFill>
              <a:srgbClr val="D3DCE5"/>
            </a:solidFill>
            <a:prstDash val="solid"/>
          </a:ln>
        </p:spPr>
      </p:sp>
      <p:sp>
        <p:nvSpPr>
          <p:cNvPr id="261" name="Text 259"/>
          <p:cNvSpPr txBox="1"/>
          <p:nvPr/>
        </p:nvSpPr>
        <p:spPr>
          <a:xfrm>
            <a:off x="3200400"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675888"/>
            <a:ext cx="660478" cy="237744"/>
          </a:xfrm>
          <a:prstGeom prst="rect">
            <a:avLst/>
          </a:prstGeom>
          <a:solidFill>
            <a:srgbClr val="FFFFFF"/>
          </a:solidFill>
          <a:ln w="5080">
            <a:solidFill>
              <a:srgbClr val="D3DCE5"/>
            </a:solidFill>
            <a:prstDash val="solid"/>
          </a:ln>
        </p:spPr>
      </p:sp>
      <p:sp>
        <p:nvSpPr>
          <p:cNvPr id="263" name="Text 261"/>
          <p:cNvSpPr txBox="1"/>
          <p:nvPr/>
        </p:nvSpPr>
        <p:spPr>
          <a:xfrm>
            <a:off x="3860878"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675888"/>
            <a:ext cx="660478" cy="237744"/>
          </a:xfrm>
          <a:prstGeom prst="rect">
            <a:avLst/>
          </a:prstGeom>
          <a:solidFill>
            <a:srgbClr val="FFFFFF"/>
          </a:solidFill>
          <a:ln w="5080">
            <a:solidFill>
              <a:srgbClr val="D3DCE5"/>
            </a:solidFill>
            <a:prstDash val="solid"/>
          </a:ln>
        </p:spPr>
      </p:sp>
      <p:sp>
        <p:nvSpPr>
          <p:cNvPr id="265" name="Text 263"/>
          <p:cNvSpPr txBox="1"/>
          <p:nvPr/>
        </p:nvSpPr>
        <p:spPr>
          <a:xfrm>
            <a:off x="4521356"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6" name="Shape 264"/>
          <p:cNvSpPr/>
          <p:nvPr/>
        </p:nvSpPr>
        <p:spPr>
          <a:xfrm>
            <a:off x="5181834" y="3675888"/>
            <a:ext cx="660478" cy="237744"/>
          </a:xfrm>
          <a:prstGeom prst="rect">
            <a:avLst/>
          </a:prstGeom>
          <a:solidFill>
            <a:srgbClr val="FFFFFF"/>
          </a:solidFill>
          <a:ln w="5080">
            <a:solidFill>
              <a:srgbClr val="D3DCE5"/>
            </a:solidFill>
            <a:prstDash val="solid"/>
          </a:ln>
        </p:spPr>
      </p:sp>
      <p:sp>
        <p:nvSpPr>
          <p:cNvPr id="267" name="Text 265"/>
          <p:cNvSpPr txBox="1"/>
          <p:nvPr/>
        </p:nvSpPr>
        <p:spPr>
          <a:xfrm>
            <a:off x="5181834"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8" name="Shape 266"/>
          <p:cNvSpPr/>
          <p:nvPr/>
        </p:nvSpPr>
        <p:spPr>
          <a:xfrm>
            <a:off x="5842313" y="3675888"/>
            <a:ext cx="660478" cy="237744"/>
          </a:xfrm>
          <a:prstGeom prst="rect">
            <a:avLst/>
          </a:prstGeom>
          <a:solidFill>
            <a:srgbClr val="FFFFFF"/>
          </a:solidFill>
          <a:ln w="5080">
            <a:solidFill>
              <a:srgbClr val="D3DCE5"/>
            </a:solidFill>
            <a:prstDash val="solid"/>
          </a:ln>
        </p:spPr>
      </p:sp>
      <p:sp>
        <p:nvSpPr>
          <p:cNvPr id="269" name="Text 267"/>
          <p:cNvSpPr txBox="1"/>
          <p:nvPr/>
        </p:nvSpPr>
        <p:spPr>
          <a:xfrm>
            <a:off x="584231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0" name="Shape 268"/>
          <p:cNvSpPr/>
          <p:nvPr/>
        </p:nvSpPr>
        <p:spPr>
          <a:xfrm>
            <a:off x="6502791" y="3675888"/>
            <a:ext cx="660478" cy="237744"/>
          </a:xfrm>
          <a:prstGeom prst="rect">
            <a:avLst/>
          </a:prstGeom>
          <a:solidFill>
            <a:srgbClr val="FFFFFF"/>
          </a:solidFill>
          <a:ln w="5080">
            <a:solidFill>
              <a:srgbClr val="D3DCE5"/>
            </a:solidFill>
            <a:prstDash val="solid"/>
          </a:ln>
        </p:spPr>
      </p:sp>
      <p:sp>
        <p:nvSpPr>
          <p:cNvPr id="271" name="Text 269"/>
          <p:cNvSpPr txBox="1"/>
          <p:nvPr/>
        </p:nvSpPr>
        <p:spPr>
          <a:xfrm>
            <a:off x="6502791"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2" name="Shape 270"/>
          <p:cNvSpPr/>
          <p:nvPr/>
        </p:nvSpPr>
        <p:spPr>
          <a:xfrm>
            <a:off x="7163269" y="3675888"/>
            <a:ext cx="660478" cy="237744"/>
          </a:xfrm>
          <a:prstGeom prst="rect">
            <a:avLst/>
          </a:prstGeom>
          <a:solidFill>
            <a:srgbClr val="FFFFFF"/>
          </a:solidFill>
          <a:ln w="5080">
            <a:solidFill>
              <a:srgbClr val="D3DCE5"/>
            </a:solidFill>
            <a:prstDash val="solid"/>
          </a:ln>
        </p:spPr>
      </p:sp>
      <p:sp>
        <p:nvSpPr>
          <p:cNvPr id="273" name="Text 271"/>
          <p:cNvSpPr txBox="1"/>
          <p:nvPr/>
        </p:nvSpPr>
        <p:spPr>
          <a:xfrm>
            <a:off x="7163269"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4" name="Shape 272"/>
          <p:cNvSpPr/>
          <p:nvPr/>
        </p:nvSpPr>
        <p:spPr>
          <a:xfrm>
            <a:off x="7823747" y="3675888"/>
            <a:ext cx="660478" cy="237744"/>
          </a:xfrm>
          <a:prstGeom prst="rect">
            <a:avLst/>
          </a:prstGeom>
          <a:solidFill>
            <a:srgbClr val="FFFFFF"/>
          </a:solidFill>
          <a:ln w="5080">
            <a:solidFill>
              <a:srgbClr val="D3DCE5"/>
            </a:solidFill>
            <a:prstDash val="solid"/>
          </a:ln>
        </p:spPr>
      </p:sp>
      <p:sp>
        <p:nvSpPr>
          <p:cNvPr id="275" name="Text 273"/>
          <p:cNvSpPr txBox="1"/>
          <p:nvPr/>
        </p:nvSpPr>
        <p:spPr>
          <a:xfrm>
            <a:off x="7823747"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6" name="Shape 274"/>
          <p:cNvSpPr/>
          <p:nvPr/>
        </p:nvSpPr>
        <p:spPr>
          <a:xfrm>
            <a:off x="8484225" y="3675888"/>
            <a:ext cx="660478" cy="237744"/>
          </a:xfrm>
          <a:prstGeom prst="rect">
            <a:avLst/>
          </a:prstGeom>
          <a:solidFill>
            <a:srgbClr val="FFFFFF"/>
          </a:solidFill>
          <a:ln w="5080">
            <a:solidFill>
              <a:srgbClr val="D3DCE5"/>
            </a:solidFill>
            <a:prstDash val="solid"/>
          </a:ln>
        </p:spPr>
      </p:sp>
      <p:sp>
        <p:nvSpPr>
          <p:cNvPr id="277" name="Text 275"/>
          <p:cNvSpPr txBox="1"/>
          <p:nvPr/>
        </p:nvSpPr>
        <p:spPr>
          <a:xfrm>
            <a:off x="8484225"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8" name="Shape 276"/>
          <p:cNvSpPr/>
          <p:nvPr/>
        </p:nvSpPr>
        <p:spPr>
          <a:xfrm>
            <a:off x="9144703" y="3675888"/>
            <a:ext cx="660478" cy="237744"/>
          </a:xfrm>
          <a:prstGeom prst="rect">
            <a:avLst/>
          </a:prstGeom>
          <a:solidFill>
            <a:srgbClr val="FFFFFF"/>
          </a:solidFill>
          <a:ln w="5080">
            <a:solidFill>
              <a:srgbClr val="D3DCE5"/>
            </a:solidFill>
            <a:prstDash val="solid"/>
          </a:ln>
        </p:spPr>
      </p:sp>
      <p:sp>
        <p:nvSpPr>
          <p:cNvPr id="279" name="Text 277"/>
          <p:cNvSpPr txBox="1"/>
          <p:nvPr/>
        </p:nvSpPr>
        <p:spPr>
          <a:xfrm>
            <a:off x="914470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0" name="Shape 278"/>
          <p:cNvSpPr/>
          <p:nvPr/>
        </p:nvSpPr>
        <p:spPr>
          <a:xfrm>
            <a:off x="9805182" y="3675888"/>
            <a:ext cx="660478" cy="237744"/>
          </a:xfrm>
          <a:prstGeom prst="rect">
            <a:avLst/>
          </a:prstGeom>
          <a:solidFill>
            <a:srgbClr val="FFFFFF"/>
          </a:solidFill>
          <a:ln w="5080">
            <a:solidFill>
              <a:srgbClr val="D3DCE5"/>
            </a:solidFill>
            <a:prstDash val="solid"/>
          </a:ln>
        </p:spPr>
      </p:sp>
      <p:sp>
        <p:nvSpPr>
          <p:cNvPr id="281" name="Text 279"/>
          <p:cNvSpPr txBox="1"/>
          <p:nvPr/>
        </p:nvSpPr>
        <p:spPr>
          <a:xfrm>
            <a:off x="9805182"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2" name="Shape 280"/>
          <p:cNvSpPr/>
          <p:nvPr/>
        </p:nvSpPr>
        <p:spPr>
          <a:xfrm>
            <a:off x="10465660" y="3675888"/>
            <a:ext cx="660478" cy="237744"/>
          </a:xfrm>
          <a:prstGeom prst="rect">
            <a:avLst/>
          </a:prstGeom>
          <a:solidFill>
            <a:srgbClr val="FFFFFF"/>
          </a:solidFill>
          <a:ln w="5080">
            <a:solidFill>
              <a:srgbClr val="D3DCE5"/>
            </a:solidFill>
            <a:prstDash val="solid"/>
          </a:ln>
        </p:spPr>
      </p:sp>
      <p:sp>
        <p:nvSpPr>
          <p:cNvPr id="283" name="Text 281"/>
          <p:cNvSpPr txBox="1"/>
          <p:nvPr/>
        </p:nvSpPr>
        <p:spPr>
          <a:xfrm>
            <a:off x="10465660"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4" name="Shape 282"/>
          <p:cNvSpPr/>
          <p:nvPr/>
        </p:nvSpPr>
        <p:spPr>
          <a:xfrm>
            <a:off x="11126138" y="3675888"/>
            <a:ext cx="660478" cy="237744"/>
          </a:xfrm>
          <a:prstGeom prst="rect">
            <a:avLst/>
          </a:prstGeom>
          <a:solidFill>
            <a:srgbClr val="FFFFFF"/>
          </a:solidFill>
          <a:ln w="5080">
            <a:solidFill>
              <a:srgbClr val="D3DCE5"/>
            </a:solidFill>
            <a:prstDash val="solid"/>
          </a:ln>
        </p:spPr>
      </p:sp>
      <p:sp>
        <p:nvSpPr>
          <p:cNvPr id="285" name="Text 283"/>
          <p:cNvSpPr txBox="1"/>
          <p:nvPr/>
        </p:nvSpPr>
        <p:spPr>
          <a:xfrm>
            <a:off x="11126138"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6" name="Shape 284"/>
          <p:cNvSpPr/>
          <p:nvPr/>
        </p:nvSpPr>
        <p:spPr>
          <a:xfrm>
            <a:off x="411480" y="3913632"/>
            <a:ext cx="2788920" cy="237744"/>
          </a:xfrm>
          <a:prstGeom prst="rect">
            <a:avLst/>
          </a:prstGeom>
          <a:solidFill>
            <a:srgbClr val="F7F9FB"/>
          </a:solidFill>
          <a:ln w="5080">
            <a:solidFill>
              <a:srgbClr val="D3DCE5"/>
            </a:solidFill>
            <a:prstDash val="solid"/>
          </a:ln>
        </p:spPr>
      </p:sp>
      <p:sp>
        <p:nvSpPr>
          <p:cNvPr id="287" name="Text 285"/>
          <p:cNvSpPr txBox="1"/>
          <p:nvPr/>
        </p:nvSpPr>
        <p:spPr>
          <a:xfrm>
            <a:off x="475488" y="39136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8" name="Shape 286"/>
          <p:cNvSpPr/>
          <p:nvPr/>
        </p:nvSpPr>
        <p:spPr>
          <a:xfrm>
            <a:off x="3200400" y="3913632"/>
            <a:ext cx="660478" cy="237744"/>
          </a:xfrm>
          <a:prstGeom prst="rect">
            <a:avLst/>
          </a:prstGeom>
          <a:solidFill>
            <a:srgbClr val="F7F9FB"/>
          </a:solidFill>
          <a:ln w="5080">
            <a:solidFill>
              <a:srgbClr val="D3DCE5"/>
            </a:solidFill>
            <a:prstDash val="solid"/>
          </a:ln>
        </p:spPr>
      </p:sp>
      <p:sp>
        <p:nvSpPr>
          <p:cNvPr id="289" name="Text 287"/>
          <p:cNvSpPr txBox="1"/>
          <p:nvPr/>
        </p:nvSpPr>
        <p:spPr>
          <a:xfrm>
            <a:off x="3200400"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3913632"/>
            <a:ext cx="660478" cy="237744"/>
          </a:xfrm>
          <a:prstGeom prst="rect">
            <a:avLst/>
          </a:prstGeom>
          <a:solidFill>
            <a:srgbClr val="F7F9FB"/>
          </a:solidFill>
          <a:ln w="5080">
            <a:solidFill>
              <a:srgbClr val="D3DCE5"/>
            </a:solidFill>
            <a:prstDash val="solid"/>
          </a:ln>
        </p:spPr>
      </p:sp>
      <p:sp>
        <p:nvSpPr>
          <p:cNvPr id="291" name="Text 289"/>
          <p:cNvSpPr txBox="1"/>
          <p:nvPr/>
        </p:nvSpPr>
        <p:spPr>
          <a:xfrm>
            <a:off x="3860878"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3913632"/>
            <a:ext cx="660478" cy="237744"/>
          </a:xfrm>
          <a:prstGeom prst="rect">
            <a:avLst/>
          </a:prstGeom>
          <a:solidFill>
            <a:srgbClr val="F7F9FB"/>
          </a:solidFill>
          <a:ln w="5080">
            <a:solidFill>
              <a:srgbClr val="D3DCE5"/>
            </a:solidFill>
            <a:prstDash val="solid"/>
          </a:ln>
        </p:spPr>
      </p:sp>
      <p:sp>
        <p:nvSpPr>
          <p:cNvPr id="293" name="Text 291"/>
          <p:cNvSpPr txBox="1"/>
          <p:nvPr/>
        </p:nvSpPr>
        <p:spPr>
          <a:xfrm>
            <a:off x="4521356"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3913632"/>
            <a:ext cx="660478" cy="237744"/>
          </a:xfrm>
          <a:prstGeom prst="rect">
            <a:avLst/>
          </a:prstGeom>
          <a:solidFill>
            <a:srgbClr val="F7F9FB"/>
          </a:solidFill>
          <a:ln w="5080">
            <a:solidFill>
              <a:srgbClr val="D3DCE5"/>
            </a:solidFill>
            <a:prstDash val="solid"/>
          </a:ln>
        </p:spPr>
      </p:sp>
      <p:sp>
        <p:nvSpPr>
          <p:cNvPr id="295" name="Text 293"/>
          <p:cNvSpPr txBox="1"/>
          <p:nvPr/>
        </p:nvSpPr>
        <p:spPr>
          <a:xfrm>
            <a:off x="5181834"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6" name="Shape 294"/>
          <p:cNvSpPr/>
          <p:nvPr/>
        </p:nvSpPr>
        <p:spPr>
          <a:xfrm>
            <a:off x="5842313" y="3913632"/>
            <a:ext cx="660478" cy="237744"/>
          </a:xfrm>
          <a:prstGeom prst="rect">
            <a:avLst/>
          </a:prstGeom>
          <a:solidFill>
            <a:srgbClr val="F7F9FB"/>
          </a:solidFill>
          <a:ln w="5080">
            <a:solidFill>
              <a:srgbClr val="D3DCE5"/>
            </a:solidFill>
            <a:prstDash val="solid"/>
          </a:ln>
        </p:spPr>
      </p:sp>
      <p:sp>
        <p:nvSpPr>
          <p:cNvPr id="297" name="Text 295"/>
          <p:cNvSpPr txBox="1"/>
          <p:nvPr/>
        </p:nvSpPr>
        <p:spPr>
          <a:xfrm>
            <a:off x="584231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8" name="Shape 296"/>
          <p:cNvSpPr/>
          <p:nvPr/>
        </p:nvSpPr>
        <p:spPr>
          <a:xfrm>
            <a:off x="6502791" y="3913632"/>
            <a:ext cx="660478" cy="237744"/>
          </a:xfrm>
          <a:prstGeom prst="rect">
            <a:avLst/>
          </a:prstGeom>
          <a:solidFill>
            <a:srgbClr val="F7F9FB"/>
          </a:solidFill>
          <a:ln w="5080">
            <a:solidFill>
              <a:srgbClr val="D3DCE5"/>
            </a:solidFill>
            <a:prstDash val="solid"/>
          </a:ln>
        </p:spPr>
      </p:sp>
      <p:sp>
        <p:nvSpPr>
          <p:cNvPr id="299" name="Text 297"/>
          <p:cNvSpPr txBox="1"/>
          <p:nvPr/>
        </p:nvSpPr>
        <p:spPr>
          <a:xfrm>
            <a:off x="6502791"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0" name="Shape 298"/>
          <p:cNvSpPr/>
          <p:nvPr/>
        </p:nvSpPr>
        <p:spPr>
          <a:xfrm>
            <a:off x="7163269" y="3913632"/>
            <a:ext cx="660478" cy="237744"/>
          </a:xfrm>
          <a:prstGeom prst="rect">
            <a:avLst/>
          </a:prstGeom>
          <a:solidFill>
            <a:srgbClr val="F7F9FB"/>
          </a:solidFill>
          <a:ln w="5080">
            <a:solidFill>
              <a:srgbClr val="D3DCE5"/>
            </a:solidFill>
            <a:prstDash val="solid"/>
          </a:ln>
        </p:spPr>
      </p:sp>
      <p:sp>
        <p:nvSpPr>
          <p:cNvPr id="301" name="Text 299"/>
          <p:cNvSpPr txBox="1"/>
          <p:nvPr/>
        </p:nvSpPr>
        <p:spPr>
          <a:xfrm>
            <a:off x="7163269"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2" name="Shape 300"/>
          <p:cNvSpPr/>
          <p:nvPr/>
        </p:nvSpPr>
        <p:spPr>
          <a:xfrm>
            <a:off x="7823747" y="3913632"/>
            <a:ext cx="660478" cy="237744"/>
          </a:xfrm>
          <a:prstGeom prst="rect">
            <a:avLst/>
          </a:prstGeom>
          <a:solidFill>
            <a:srgbClr val="F7F9FB"/>
          </a:solidFill>
          <a:ln w="5080">
            <a:solidFill>
              <a:srgbClr val="D3DCE5"/>
            </a:solidFill>
            <a:prstDash val="solid"/>
          </a:ln>
        </p:spPr>
      </p:sp>
      <p:sp>
        <p:nvSpPr>
          <p:cNvPr id="303" name="Text 301"/>
          <p:cNvSpPr txBox="1"/>
          <p:nvPr/>
        </p:nvSpPr>
        <p:spPr>
          <a:xfrm>
            <a:off x="7823747"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4" name="Shape 302"/>
          <p:cNvSpPr/>
          <p:nvPr/>
        </p:nvSpPr>
        <p:spPr>
          <a:xfrm>
            <a:off x="8484225" y="3913632"/>
            <a:ext cx="660478" cy="237744"/>
          </a:xfrm>
          <a:prstGeom prst="rect">
            <a:avLst/>
          </a:prstGeom>
          <a:solidFill>
            <a:srgbClr val="F7F9FB"/>
          </a:solidFill>
          <a:ln w="5080">
            <a:solidFill>
              <a:srgbClr val="D3DCE5"/>
            </a:solidFill>
            <a:prstDash val="solid"/>
          </a:ln>
        </p:spPr>
      </p:sp>
      <p:sp>
        <p:nvSpPr>
          <p:cNvPr id="305" name="Text 303"/>
          <p:cNvSpPr txBox="1"/>
          <p:nvPr/>
        </p:nvSpPr>
        <p:spPr>
          <a:xfrm>
            <a:off x="8484225"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6" name="Shape 304"/>
          <p:cNvSpPr/>
          <p:nvPr/>
        </p:nvSpPr>
        <p:spPr>
          <a:xfrm>
            <a:off x="9144703" y="3913632"/>
            <a:ext cx="660478" cy="237744"/>
          </a:xfrm>
          <a:prstGeom prst="rect">
            <a:avLst/>
          </a:prstGeom>
          <a:solidFill>
            <a:srgbClr val="F7F9FB"/>
          </a:solidFill>
          <a:ln w="5080">
            <a:solidFill>
              <a:srgbClr val="D3DCE5"/>
            </a:solidFill>
            <a:prstDash val="solid"/>
          </a:ln>
        </p:spPr>
      </p:sp>
      <p:sp>
        <p:nvSpPr>
          <p:cNvPr id="307" name="Text 305"/>
          <p:cNvSpPr txBox="1"/>
          <p:nvPr/>
        </p:nvSpPr>
        <p:spPr>
          <a:xfrm>
            <a:off x="914470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8" name="Shape 306"/>
          <p:cNvSpPr/>
          <p:nvPr/>
        </p:nvSpPr>
        <p:spPr>
          <a:xfrm>
            <a:off x="9805182" y="3913632"/>
            <a:ext cx="660478" cy="237744"/>
          </a:xfrm>
          <a:prstGeom prst="rect">
            <a:avLst/>
          </a:prstGeom>
          <a:solidFill>
            <a:srgbClr val="F7F9FB"/>
          </a:solidFill>
          <a:ln w="5080">
            <a:solidFill>
              <a:srgbClr val="D3DCE5"/>
            </a:solidFill>
            <a:prstDash val="solid"/>
          </a:ln>
        </p:spPr>
      </p:sp>
      <p:sp>
        <p:nvSpPr>
          <p:cNvPr id="309" name="Text 307"/>
          <p:cNvSpPr txBox="1"/>
          <p:nvPr/>
        </p:nvSpPr>
        <p:spPr>
          <a:xfrm>
            <a:off x="9805182"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0" name="Shape 308"/>
          <p:cNvSpPr/>
          <p:nvPr/>
        </p:nvSpPr>
        <p:spPr>
          <a:xfrm>
            <a:off x="10465660" y="3913632"/>
            <a:ext cx="660478" cy="237744"/>
          </a:xfrm>
          <a:prstGeom prst="rect">
            <a:avLst/>
          </a:prstGeom>
          <a:solidFill>
            <a:srgbClr val="F7F9FB"/>
          </a:solidFill>
          <a:ln w="5080">
            <a:solidFill>
              <a:srgbClr val="D3DCE5"/>
            </a:solidFill>
            <a:prstDash val="solid"/>
          </a:ln>
        </p:spPr>
      </p:sp>
      <p:sp>
        <p:nvSpPr>
          <p:cNvPr id="311" name="Text 309"/>
          <p:cNvSpPr txBox="1"/>
          <p:nvPr/>
        </p:nvSpPr>
        <p:spPr>
          <a:xfrm>
            <a:off x="10465660"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2" name="Shape 310"/>
          <p:cNvSpPr/>
          <p:nvPr/>
        </p:nvSpPr>
        <p:spPr>
          <a:xfrm>
            <a:off x="11126138" y="3913632"/>
            <a:ext cx="660478" cy="237744"/>
          </a:xfrm>
          <a:prstGeom prst="rect">
            <a:avLst/>
          </a:prstGeom>
          <a:solidFill>
            <a:srgbClr val="F7F9FB"/>
          </a:solidFill>
          <a:ln w="5080">
            <a:solidFill>
              <a:srgbClr val="D3DCE5"/>
            </a:solidFill>
            <a:prstDash val="solid"/>
          </a:ln>
        </p:spPr>
      </p:sp>
      <p:sp>
        <p:nvSpPr>
          <p:cNvPr id="313" name="Text 311"/>
          <p:cNvSpPr txBox="1"/>
          <p:nvPr/>
        </p:nvSpPr>
        <p:spPr>
          <a:xfrm>
            <a:off x="11126138"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4" name="Shape 312"/>
          <p:cNvSpPr/>
          <p:nvPr/>
        </p:nvSpPr>
        <p:spPr>
          <a:xfrm>
            <a:off x="411480" y="4151376"/>
            <a:ext cx="2788920" cy="237744"/>
          </a:xfrm>
          <a:prstGeom prst="rect">
            <a:avLst/>
          </a:prstGeom>
          <a:solidFill>
            <a:srgbClr val="FFFFFF"/>
          </a:solidFill>
          <a:ln w="5080">
            <a:solidFill>
              <a:srgbClr val="D3DCE5"/>
            </a:solidFill>
            <a:prstDash val="solid"/>
          </a:ln>
        </p:spPr>
      </p:sp>
      <p:sp>
        <p:nvSpPr>
          <p:cNvPr id="315" name="Text 313"/>
          <p:cNvSpPr txBox="1"/>
          <p:nvPr/>
        </p:nvSpPr>
        <p:spPr>
          <a:xfrm>
            <a:off x="475488" y="41513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6" name="Shape 314"/>
          <p:cNvSpPr/>
          <p:nvPr/>
        </p:nvSpPr>
        <p:spPr>
          <a:xfrm>
            <a:off x="3200400" y="4151376"/>
            <a:ext cx="660478" cy="237744"/>
          </a:xfrm>
          <a:prstGeom prst="rect">
            <a:avLst/>
          </a:prstGeom>
          <a:solidFill>
            <a:srgbClr val="FFFFFF"/>
          </a:solidFill>
          <a:ln w="5080">
            <a:solidFill>
              <a:srgbClr val="D3DCE5"/>
            </a:solidFill>
            <a:prstDash val="solid"/>
          </a:ln>
        </p:spPr>
      </p:sp>
      <p:sp>
        <p:nvSpPr>
          <p:cNvPr id="317" name="Text 315"/>
          <p:cNvSpPr txBox="1"/>
          <p:nvPr/>
        </p:nvSpPr>
        <p:spPr>
          <a:xfrm>
            <a:off x="3200400"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18" name="Shape 316"/>
          <p:cNvSpPr/>
          <p:nvPr/>
        </p:nvSpPr>
        <p:spPr>
          <a:xfrm>
            <a:off x="3860878" y="4151376"/>
            <a:ext cx="660478" cy="237744"/>
          </a:xfrm>
          <a:prstGeom prst="rect">
            <a:avLst/>
          </a:prstGeom>
          <a:solidFill>
            <a:srgbClr val="FFFFFF"/>
          </a:solidFill>
          <a:ln w="5080">
            <a:solidFill>
              <a:srgbClr val="D3DCE5"/>
            </a:solidFill>
            <a:prstDash val="solid"/>
          </a:ln>
        </p:spPr>
      </p:sp>
      <p:sp>
        <p:nvSpPr>
          <p:cNvPr id="319" name="Text 317"/>
          <p:cNvSpPr txBox="1"/>
          <p:nvPr/>
        </p:nvSpPr>
        <p:spPr>
          <a:xfrm>
            <a:off x="3860878"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0" name="Shape 318"/>
          <p:cNvSpPr/>
          <p:nvPr/>
        </p:nvSpPr>
        <p:spPr>
          <a:xfrm>
            <a:off x="4521356" y="4151376"/>
            <a:ext cx="660478" cy="237744"/>
          </a:xfrm>
          <a:prstGeom prst="rect">
            <a:avLst/>
          </a:prstGeom>
          <a:solidFill>
            <a:srgbClr val="FFFFFF"/>
          </a:solidFill>
          <a:ln w="5080">
            <a:solidFill>
              <a:srgbClr val="D3DCE5"/>
            </a:solidFill>
            <a:prstDash val="solid"/>
          </a:ln>
        </p:spPr>
      </p:sp>
      <p:sp>
        <p:nvSpPr>
          <p:cNvPr id="321" name="Text 319"/>
          <p:cNvSpPr txBox="1"/>
          <p:nvPr/>
        </p:nvSpPr>
        <p:spPr>
          <a:xfrm>
            <a:off x="4521356"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2" name="Shape 320"/>
          <p:cNvSpPr/>
          <p:nvPr/>
        </p:nvSpPr>
        <p:spPr>
          <a:xfrm>
            <a:off x="5181834" y="4151376"/>
            <a:ext cx="660478" cy="237744"/>
          </a:xfrm>
          <a:prstGeom prst="rect">
            <a:avLst/>
          </a:prstGeom>
          <a:solidFill>
            <a:srgbClr val="FFFFFF"/>
          </a:solidFill>
          <a:ln w="5080">
            <a:solidFill>
              <a:srgbClr val="D3DCE5"/>
            </a:solidFill>
            <a:prstDash val="solid"/>
          </a:ln>
        </p:spPr>
      </p:sp>
      <p:sp>
        <p:nvSpPr>
          <p:cNvPr id="323" name="Text 321"/>
          <p:cNvSpPr txBox="1"/>
          <p:nvPr/>
        </p:nvSpPr>
        <p:spPr>
          <a:xfrm>
            <a:off x="5181834"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4" name="Shape 322"/>
          <p:cNvSpPr/>
          <p:nvPr/>
        </p:nvSpPr>
        <p:spPr>
          <a:xfrm>
            <a:off x="5842313" y="4151376"/>
            <a:ext cx="660478" cy="237744"/>
          </a:xfrm>
          <a:prstGeom prst="rect">
            <a:avLst/>
          </a:prstGeom>
          <a:solidFill>
            <a:srgbClr val="FFFFFF"/>
          </a:solidFill>
          <a:ln w="5080">
            <a:solidFill>
              <a:srgbClr val="D3DCE5"/>
            </a:solidFill>
            <a:prstDash val="solid"/>
          </a:ln>
        </p:spPr>
      </p:sp>
      <p:sp>
        <p:nvSpPr>
          <p:cNvPr id="325" name="Text 323"/>
          <p:cNvSpPr txBox="1"/>
          <p:nvPr/>
        </p:nvSpPr>
        <p:spPr>
          <a:xfrm>
            <a:off x="584231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6" name="Shape 324"/>
          <p:cNvSpPr/>
          <p:nvPr/>
        </p:nvSpPr>
        <p:spPr>
          <a:xfrm>
            <a:off x="6502791" y="4151376"/>
            <a:ext cx="660478" cy="237744"/>
          </a:xfrm>
          <a:prstGeom prst="rect">
            <a:avLst/>
          </a:prstGeom>
          <a:solidFill>
            <a:srgbClr val="FFFFFF"/>
          </a:solidFill>
          <a:ln w="5080">
            <a:solidFill>
              <a:srgbClr val="D3DCE5"/>
            </a:solidFill>
            <a:prstDash val="solid"/>
          </a:ln>
        </p:spPr>
      </p:sp>
      <p:sp>
        <p:nvSpPr>
          <p:cNvPr id="327" name="Text 325"/>
          <p:cNvSpPr txBox="1"/>
          <p:nvPr/>
        </p:nvSpPr>
        <p:spPr>
          <a:xfrm>
            <a:off x="6502791"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8" name="Shape 326"/>
          <p:cNvSpPr/>
          <p:nvPr/>
        </p:nvSpPr>
        <p:spPr>
          <a:xfrm>
            <a:off x="7163269" y="4151376"/>
            <a:ext cx="660478" cy="237744"/>
          </a:xfrm>
          <a:prstGeom prst="rect">
            <a:avLst/>
          </a:prstGeom>
          <a:solidFill>
            <a:srgbClr val="FFFFFF"/>
          </a:solidFill>
          <a:ln w="5080">
            <a:solidFill>
              <a:srgbClr val="D3DCE5"/>
            </a:solidFill>
            <a:prstDash val="solid"/>
          </a:ln>
        </p:spPr>
      </p:sp>
      <p:sp>
        <p:nvSpPr>
          <p:cNvPr id="329" name="Text 327"/>
          <p:cNvSpPr txBox="1"/>
          <p:nvPr/>
        </p:nvSpPr>
        <p:spPr>
          <a:xfrm>
            <a:off x="7163269"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0" name="Shape 328"/>
          <p:cNvSpPr/>
          <p:nvPr/>
        </p:nvSpPr>
        <p:spPr>
          <a:xfrm>
            <a:off x="7823747" y="4151376"/>
            <a:ext cx="660478" cy="237744"/>
          </a:xfrm>
          <a:prstGeom prst="rect">
            <a:avLst/>
          </a:prstGeom>
          <a:solidFill>
            <a:srgbClr val="FFFFFF"/>
          </a:solidFill>
          <a:ln w="5080">
            <a:solidFill>
              <a:srgbClr val="D3DCE5"/>
            </a:solidFill>
            <a:prstDash val="solid"/>
          </a:ln>
        </p:spPr>
      </p:sp>
      <p:sp>
        <p:nvSpPr>
          <p:cNvPr id="331" name="Text 329"/>
          <p:cNvSpPr txBox="1"/>
          <p:nvPr/>
        </p:nvSpPr>
        <p:spPr>
          <a:xfrm>
            <a:off x="7823747"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2" name="Shape 330"/>
          <p:cNvSpPr/>
          <p:nvPr/>
        </p:nvSpPr>
        <p:spPr>
          <a:xfrm>
            <a:off x="8484225" y="4151376"/>
            <a:ext cx="660478" cy="237744"/>
          </a:xfrm>
          <a:prstGeom prst="rect">
            <a:avLst/>
          </a:prstGeom>
          <a:solidFill>
            <a:srgbClr val="FFFFFF"/>
          </a:solidFill>
          <a:ln w="5080">
            <a:solidFill>
              <a:srgbClr val="D3DCE5"/>
            </a:solidFill>
            <a:prstDash val="solid"/>
          </a:ln>
        </p:spPr>
      </p:sp>
      <p:sp>
        <p:nvSpPr>
          <p:cNvPr id="333" name="Text 331"/>
          <p:cNvSpPr txBox="1"/>
          <p:nvPr/>
        </p:nvSpPr>
        <p:spPr>
          <a:xfrm>
            <a:off x="8484225"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4" name="Shape 332"/>
          <p:cNvSpPr/>
          <p:nvPr/>
        </p:nvSpPr>
        <p:spPr>
          <a:xfrm>
            <a:off x="9144703" y="4151376"/>
            <a:ext cx="660478" cy="237744"/>
          </a:xfrm>
          <a:prstGeom prst="rect">
            <a:avLst/>
          </a:prstGeom>
          <a:solidFill>
            <a:srgbClr val="FFFFFF"/>
          </a:solidFill>
          <a:ln w="5080">
            <a:solidFill>
              <a:srgbClr val="D3DCE5"/>
            </a:solidFill>
            <a:prstDash val="solid"/>
          </a:ln>
        </p:spPr>
      </p:sp>
      <p:sp>
        <p:nvSpPr>
          <p:cNvPr id="335" name="Text 333"/>
          <p:cNvSpPr txBox="1"/>
          <p:nvPr/>
        </p:nvSpPr>
        <p:spPr>
          <a:xfrm>
            <a:off x="914470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6" name="Shape 334"/>
          <p:cNvSpPr/>
          <p:nvPr/>
        </p:nvSpPr>
        <p:spPr>
          <a:xfrm>
            <a:off x="9805182" y="4151376"/>
            <a:ext cx="660478" cy="237744"/>
          </a:xfrm>
          <a:prstGeom prst="rect">
            <a:avLst/>
          </a:prstGeom>
          <a:solidFill>
            <a:srgbClr val="FFFFFF"/>
          </a:solidFill>
          <a:ln w="5080">
            <a:solidFill>
              <a:srgbClr val="D3DCE5"/>
            </a:solidFill>
            <a:prstDash val="solid"/>
          </a:ln>
        </p:spPr>
      </p:sp>
      <p:sp>
        <p:nvSpPr>
          <p:cNvPr id="337" name="Text 335"/>
          <p:cNvSpPr txBox="1"/>
          <p:nvPr/>
        </p:nvSpPr>
        <p:spPr>
          <a:xfrm>
            <a:off x="9805182"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8" name="Shape 336"/>
          <p:cNvSpPr/>
          <p:nvPr/>
        </p:nvSpPr>
        <p:spPr>
          <a:xfrm>
            <a:off x="10465660" y="4151376"/>
            <a:ext cx="660478" cy="237744"/>
          </a:xfrm>
          <a:prstGeom prst="rect">
            <a:avLst/>
          </a:prstGeom>
          <a:solidFill>
            <a:srgbClr val="FFFFFF"/>
          </a:solidFill>
          <a:ln w="5080">
            <a:solidFill>
              <a:srgbClr val="D3DCE5"/>
            </a:solidFill>
            <a:prstDash val="solid"/>
          </a:ln>
        </p:spPr>
      </p:sp>
      <p:sp>
        <p:nvSpPr>
          <p:cNvPr id="339" name="Text 337"/>
          <p:cNvSpPr txBox="1"/>
          <p:nvPr/>
        </p:nvSpPr>
        <p:spPr>
          <a:xfrm>
            <a:off x="10465660"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0" name="Shape 338"/>
          <p:cNvSpPr/>
          <p:nvPr/>
        </p:nvSpPr>
        <p:spPr>
          <a:xfrm>
            <a:off x="11126138" y="4151376"/>
            <a:ext cx="660478" cy="237744"/>
          </a:xfrm>
          <a:prstGeom prst="rect">
            <a:avLst/>
          </a:prstGeom>
          <a:solidFill>
            <a:srgbClr val="FFFFFF"/>
          </a:solidFill>
          <a:ln w="5080">
            <a:solidFill>
              <a:srgbClr val="D3DCE5"/>
            </a:solidFill>
            <a:prstDash val="solid"/>
          </a:ln>
        </p:spPr>
      </p:sp>
      <p:sp>
        <p:nvSpPr>
          <p:cNvPr id="341" name="Text 339"/>
          <p:cNvSpPr txBox="1"/>
          <p:nvPr/>
        </p:nvSpPr>
        <p:spPr>
          <a:xfrm>
            <a:off x="11126138"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2" name="Shape 340"/>
          <p:cNvSpPr/>
          <p:nvPr/>
        </p:nvSpPr>
        <p:spPr>
          <a:xfrm>
            <a:off x="411480" y="4535424"/>
            <a:ext cx="5577840" cy="1481328"/>
          </a:xfrm>
          <a:prstGeom prst="rect">
            <a:avLst/>
          </a:prstGeom>
          <a:solidFill>
            <a:srgbClr val="FBEBD9"/>
          </a:solidFill>
          <a:ln w="9525">
            <a:solidFill>
              <a:srgbClr val="E8C9A3"/>
            </a:solidFill>
            <a:prstDash val="solid"/>
          </a:ln>
        </p:spPr>
      </p:sp>
      <p:sp>
        <p:nvSpPr>
          <p:cNvPr id="343" name="Text 341"/>
          <p:cNvSpPr txBox="1"/>
          <p:nvPr/>
        </p:nvSpPr>
        <p:spPr>
          <a:xfrm>
            <a:off x="576072" y="4663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4" name="Text 342"/>
          <p:cNvSpPr txBox="1"/>
          <p:nvPr/>
        </p:nvSpPr>
        <p:spPr>
          <a:xfrm>
            <a:off x="576072"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900" dirty="0"/>
          </a:p>
        </p:txBody>
      </p:sp>
      <p:sp>
        <p:nvSpPr>
          <p:cNvPr id="345" name="Shape 343"/>
          <p:cNvSpPr/>
          <p:nvPr/>
        </p:nvSpPr>
        <p:spPr>
          <a:xfrm>
            <a:off x="6208776" y="4535424"/>
            <a:ext cx="5577840" cy="1481328"/>
          </a:xfrm>
          <a:prstGeom prst="rect">
            <a:avLst/>
          </a:prstGeom>
          <a:solidFill>
            <a:srgbClr val="EEF2F6"/>
          </a:solidFill>
          <a:ln w="9525">
            <a:solidFill>
              <a:srgbClr val="D3DCE5"/>
            </a:solidFill>
            <a:prstDash val="solid"/>
          </a:ln>
        </p:spPr>
      </p:sp>
      <p:sp>
        <p:nvSpPr>
          <p:cNvPr id="346" name="Text 344"/>
          <p:cNvSpPr txBox="1"/>
          <p:nvPr/>
        </p:nvSpPr>
        <p:spPr>
          <a:xfrm>
            <a:off x="6373368" y="466344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7" name="Text 345"/>
          <p:cNvSpPr txBox="1"/>
          <p:nvPr/>
        </p:nvSpPr>
        <p:spPr>
          <a:xfrm>
            <a:off x="6373368"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900" dirty="0"/>
          </a:p>
        </p:txBody>
      </p:sp>
      <p:sp>
        <p:nvSpPr>
          <p:cNvPr id="348" name="Text 3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50" dirty="0"/>
          </a:p>
        </p:txBody>
      </p:sp>
      <p:sp>
        <p:nvSpPr>
          <p:cNvPr id="349" name="Text 3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E7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Cash flow, base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Free cash flow to the firm is the line the valuation actually uses. Everything below it is a financing choice.</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46888"/>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6" name="Shape 34"/>
          <p:cNvSpPr/>
          <p:nvPr/>
        </p:nvSpPr>
        <p:spPr>
          <a:xfrm>
            <a:off x="3200400" y="1883664"/>
            <a:ext cx="660478" cy="246888"/>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46888"/>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46888"/>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2" name="Shape 40"/>
          <p:cNvSpPr/>
          <p:nvPr/>
        </p:nvSpPr>
        <p:spPr>
          <a:xfrm>
            <a:off x="5181834" y="1883664"/>
            <a:ext cx="660478" cy="246888"/>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4" name="Shape 42"/>
          <p:cNvSpPr/>
          <p:nvPr/>
        </p:nvSpPr>
        <p:spPr>
          <a:xfrm>
            <a:off x="5842313" y="1883664"/>
            <a:ext cx="660478" cy="246888"/>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6" name="Shape 44"/>
          <p:cNvSpPr/>
          <p:nvPr/>
        </p:nvSpPr>
        <p:spPr>
          <a:xfrm>
            <a:off x="6502791" y="1883664"/>
            <a:ext cx="660478" cy="246888"/>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8" name="Shape 46"/>
          <p:cNvSpPr/>
          <p:nvPr/>
        </p:nvSpPr>
        <p:spPr>
          <a:xfrm>
            <a:off x="7163269" y="1883664"/>
            <a:ext cx="660478" cy="246888"/>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0" name="Shape 48"/>
          <p:cNvSpPr/>
          <p:nvPr/>
        </p:nvSpPr>
        <p:spPr>
          <a:xfrm>
            <a:off x="7823747" y="1883664"/>
            <a:ext cx="660478" cy="246888"/>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2" name="Shape 50"/>
          <p:cNvSpPr/>
          <p:nvPr/>
        </p:nvSpPr>
        <p:spPr>
          <a:xfrm>
            <a:off x="8484225" y="1883664"/>
            <a:ext cx="660478" cy="246888"/>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4" name="Shape 52"/>
          <p:cNvSpPr/>
          <p:nvPr/>
        </p:nvSpPr>
        <p:spPr>
          <a:xfrm>
            <a:off x="9144703" y="1883664"/>
            <a:ext cx="660478" cy="246888"/>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6" name="Shape 54"/>
          <p:cNvSpPr/>
          <p:nvPr/>
        </p:nvSpPr>
        <p:spPr>
          <a:xfrm>
            <a:off x="9805182" y="1883664"/>
            <a:ext cx="660478" cy="246888"/>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8" name="Shape 56"/>
          <p:cNvSpPr/>
          <p:nvPr/>
        </p:nvSpPr>
        <p:spPr>
          <a:xfrm>
            <a:off x="10465660" y="1883664"/>
            <a:ext cx="660478" cy="246888"/>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0" name="Shape 58"/>
          <p:cNvSpPr/>
          <p:nvPr/>
        </p:nvSpPr>
        <p:spPr>
          <a:xfrm>
            <a:off x="11126138" y="1883664"/>
            <a:ext cx="660478" cy="246888"/>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2" name="Shape 60"/>
          <p:cNvSpPr/>
          <p:nvPr/>
        </p:nvSpPr>
        <p:spPr>
          <a:xfrm>
            <a:off x="411480" y="2130552"/>
            <a:ext cx="2788920" cy="246888"/>
          </a:xfrm>
          <a:prstGeom prst="rect">
            <a:avLst/>
          </a:prstGeom>
          <a:solidFill>
            <a:srgbClr val="F7F9FB"/>
          </a:solidFill>
          <a:ln w="5080">
            <a:solidFill>
              <a:srgbClr val="D3DCE5"/>
            </a:solidFill>
            <a:prstDash val="solid"/>
          </a:ln>
        </p:spPr>
      </p:sp>
      <p:sp>
        <p:nvSpPr>
          <p:cNvPr id="63" name="Text 61"/>
          <p:cNvSpPr txBox="1"/>
          <p:nvPr/>
        </p:nvSpPr>
        <p:spPr>
          <a:xfrm>
            <a:off x="475488" y="2130552"/>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4" name="Shape 62"/>
          <p:cNvSpPr/>
          <p:nvPr/>
        </p:nvSpPr>
        <p:spPr>
          <a:xfrm>
            <a:off x="3200400" y="2130552"/>
            <a:ext cx="660478" cy="246888"/>
          </a:xfrm>
          <a:prstGeom prst="rect">
            <a:avLst/>
          </a:prstGeom>
          <a:solidFill>
            <a:srgbClr val="F7F9FB"/>
          </a:solidFill>
          <a:ln w="5080">
            <a:solidFill>
              <a:srgbClr val="D3DCE5"/>
            </a:solidFill>
            <a:prstDash val="solid"/>
          </a:ln>
        </p:spPr>
      </p:sp>
      <p:sp>
        <p:nvSpPr>
          <p:cNvPr id="65" name="Text 63"/>
          <p:cNvSpPr txBox="1"/>
          <p:nvPr/>
        </p:nvSpPr>
        <p:spPr>
          <a:xfrm>
            <a:off x="3200400"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0552"/>
            <a:ext cx="660478" cy="246888"/>
          </a:xfrm>
          <a:prstGeom prst="rect">
            <a:avLst/>
          </a:prstGeom>
          <a:solidFill>
            <a:srgbClr val="F7F9FB"/>
          </a:solidFill>
          <a:ln w="5080">
            <a:solidFill>
              <a:srgbClr val="D3DCE5"/>
            </a:solidFill>
            <a:prstDash val="solid"/>
          </a:ln>
        </p:spPr>
      </p:sp>
      <p:sp>
        <p:nvSpPr>
          <p:cNvPr id="67" name="Text 65"/>
          <p:cNvSpPr txBox="1"/>
          <p:nvPr/>
        </p:nvSpPr>
        <p:spPr>
          <a:xfrm>
            <a:off x="3860878"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0552"/>
            <a:ext cx="660478" cy="246888"/>
          </a:xfrm>
          <a:prstGeom prst="rect">
            <a:avLst/>
          </a:prstGeom>
          <a:solidFill>
            <a:srgbClr val="F7F9FB"/>
          </a:solidFill>
          <a:ln w="5080">
            <a:solidFill>
              <a:srgbClr val="D3DCE5"/>
            </a:solidFill>
            <a:prstDash val="solid"/>
          </a:ln>
        </p:spPr>
      </p:sp>
      <p:sp>
        <p:nvSpPr>
          <p:cNvPr id="69" name="Text 67"/>
          <p:cNvSpPr txBox="1"/>
          <p:nvPr/>
        </p:nvSpPr>
        <p:spPr>
          <a:xfrm>
            <a:off x="4521356"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0552"/>
            <a:ext cx="660478" cy="246888"/>
          </a:xfrm>
          <a:prstGeom prst="rect">
            <a:avLst/>
          </a:prstGeom>
          <a:solidFill>
            <a:srgbClr val="F7F9FB"/>
          </a:solidFill>
          <a:ln w="5080">
            <a:solidFill>
              <a:srgbClr val="D3DCE5"/>
            </a:solidFill>
            <a:prstDash val="solid"/>
          </a:ln>
        </p:spPr>
      </p:sp>
      <p:sp>
        <p:nvSpPr>
          <p:cNvPr id="71" name="Text 69"/>
          <p:cNvSpPr txBox="1"/>
          <p:nvPr/>
        </p:nvSpPr>
        <p:spPr>
          <a:xfrm>
            <a:off x="5181834"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2" name="Shape 70"/>
          <p:cNvSpPr/>
          <p:nvPr/>
        </p:nvSpPr>
        <p:spPr>
          <a:xfrm>
            <a:off x="5842313" y="2130552"/>
            <a:ext cx="660478" cy="246888"/>
          </a:xfrm>
          <a:prstGeom prst="rect">
            <a:avLst/>
          </a:prstGeom>
          <a:solidFill>
            <a:srgbClr val="F7F9FB"/>
          </a:solidFill>
          <a:ln w="5080">
            <a:solidFill>
              <a:srgbClr val="D3DCE5"/>
            </a:solidFill>
            <a:prstDash val="solid"/>
          </a:ln>
        </p:spPr>
      </p:sp>
      <p:sp>
        <p:nvSpPr>
          <p:cNvPr id="73" name="Text 71"/>
          <p:cNvSpPr txBox="1"/>
          <p:nvPr/>
        </p:nvSpPr>
        <p:spPr>
          <a:xfrm>
            <a:off x="584231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4" name="Shape 72"/>
          <p:cNvSpPr/>
          <p:nvPr/>
        </p:nvSpPr>
        <p:spPr>
          <a:xfrm>
            <a:off x="6502791" y="2130552"/>
            <a:ext cx="660478" cy="246888"/>
          </a:xfrm>
          <a:prstGeom prst="rect">
            <a:avLst/>
          </a:prstGeom>
          <a:solidFill>
            <a:srgbClr val="F7F9FB"/>
          </a:solidFill>
          <a:ln w="5080">
            <a:solidFill>
              <a:srgbClr val="D3DCE5"/>
            </a:solidFill>
            <a:prstDash val="solid"/>
          </a:ln>
        </p:spPr>
      </p:sp>
      <p:sp>
        <p:nvSpPr>
          <p:cNvPr id="75" name="Text 73"/>
          <p:cNvSpPr txBox="1"/>
          <p:nvPr/>
        </p:nvSpPr>
        <p:spPr>
          <a:xfrm>
            <a:off x="6502791"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6" name="Shape 74"/>
          <p:cNvSpPr/>
          <p:nvPr/>
        </p:nvSpPr>
        <p:spPr>
          <a:xfrm>
            <a:off x="7163269" y="2130552"/>
            <a:ext cx="660478" cy="246888"/>
          </a:xfrm>
          <a:prstGeom prst="rect">
            <a:avLst/>
          </a:prstGeom>
          <a:solidFill>
            <a:srgbClr val="F7F9FB"/>
          </a:solidFill>
          <a:ln w="5080">
            <a:solidFill>
              <a:srgbClr val="D3DCE5"/>
            </a:solidFill>
            <a:prstDash val="solid"/>
          </a:ln>
        </p:spPr>
      </p:sp>
      <p:sp>
        <p:nvSpPr>
          <p:cNvPr id="77" name="Text 75"/>
          <p:cNvSpPr txBox="1"/>
          <p:nvPr/>
        </p:nvSpPr>
        <p:spPr>
          <a:xfrm>
            <a:off x="7163269"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8" name="Shape 76"/>
          <p:cNvSpPr/>
          <p:nvPr/>
        </p:nvSpPr>
        <p:spPr>
          <a:xfrm>
            <a:off x="7823747" y="2130552"/>
            <a:ext cx="660478" cy="246888"/>
          </a:xfrm>
          <a:prstGeom prst="rect">
            <a:avLst/>
          </a:prstGeom>
          <a:solidFill>
            <a:srgbClr val="F7F9FB"/>
          </a:solidFill>
          <a:ln w="5080">
            <a:solidFill>
              <a:srgbClr val="D3DCE5"/>
            </a:solidFill>
            <a:prstDash val="solid"/>
          </a:ln>
        </p:spPr>
      </p:sp>
      <p:sp>
        <p:nvSpPr>
          <p:cNvPr id="79" name="Text 77"/>
          <p:cNvSpPr txBox="1"/>
          <p:nvPr/>
        </p:nvSpPr>
        <p:spPr>
          <a:xfrm>
            <a:off x="7823747"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0" name="Shape 78"/>
          <p:cNvSpPr/>
          <p:nvPr/>
        </p:nvSpPr>
        <p:spPr>
          <a:xfrm>
            <a:off x="8484225" y="2130552"/>
            <a:ext cx="660478" cy="246888"/>
          </a:xfrm>
          <a:prstGeom prst="rect">
            <a:avLst/>
          </a:prstGeom>
          <a:solidFill>
            <a:srgbClr val="F7F9FB"/>
          </a:solidFill>
          <a:ln w="5080">
            <a:solidFill>
              <a:srgbClr val="D3DCE5"/>
            </a:solidFill>
            <a:prstDash val="solid"/>
          </a:ln>
        </p:spPr>
      </p:sp>
      <p:sp>
        <p:nvSpPr>
          <p:cNvPr id="81" name="Text 79"/>
          <p:cNvSpPr txBox="1"/>
          <p:nvPr/>
        </p:nvSpPr>
        <p:spPr>
          <a:xfrm>
            <a:off x="8484225"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2" name="Shape 80"/>
          <p:cNvSpPr/>
          <p:nvPr/>
        </p:nvSpPr>
        <p:spPr>
          <a:xfrm>
            <a:off x="9144703" y="2130552"/>
            <a:ext cx="660478" cy="246888"/>
          </a:xfrm>
          <a:prstGeom prst="rect">
            <a:avLst/>
          </a:prstGeom>
          <a:solidFill>
            <a:srgbClr val="F7F9FB"/>
          </a:solidFill>
          <a:ln w="5080">
            <a:solidFill>
              <a:srgbClr val="D3DCE5"/>
            </a:solidFill>
            <a:prstDash val="solid"/>
          </a:ln>
        </p:spPr>
      </p:sp>
      <p:sp>
        <p:nvSpPr>
          <p:cNvPr id="83" name="Text 81"/>
          <p:cNvSpPr txBox="1"/>
          <p:nvPr/>
        </p:nvSpPr>
        <p:spPr>
          <a:xfrm>
            <a:off x="914470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4" name="Shape 82"/>
          <p:cNvSpPr/>
          <p:nvPr/>
        </p:nvSpPr>
        <p:spPr>
          <a:xfrm>
            <a:off x="9805182" y="2130552"/>
            <a:ext cx="660478" cy="246888"/>
          </a:xfrm>
          <a:prstGeom prst="rect">
            <a:avLst/>
          </a:prstGeom>
          <a:solidFill>
            <a:srgbClr val="F7F9FB"/>
          </a:solidFill>
          <a:ln w="5080">
            <a:solidFill>
              <a:srgbClr val="D3DCE5"/>
            </a:solidFill>
            <a:prstDash val="solid"/>
          </a:ln>
        </p:spPr>
      </p:sp>
      <p:sp>
        <p:nvSpPr>
          <p:cNvPr id="85" name="Text 83"/>
          <p:cNvSpPr txBox="1"/>
          <p:nvPr/>
        </p:nvSpPr>
        <p:spPr>
          <a:xfrm>
            <a:off x="9805182"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6" name="Shape 84"/>
          <p:cNvSpPr/>
          <p:nvPr/>
        </p:nvSpPr>
        <p:spPr>
          <a:xfrm>
            <a:off x="10465660" y="2130552"/>
            <a:ext cx="660478" cy="246888"/>
          </a:xfrm>
          <a:prstGeom prst="rect">
            <a:avLst/>
          </a:prstGeom>
          <a:solidFill>
            <a:srgbClr val="F7F9FB"/>
          </a:solidFill>
          <a:ln w="5080">
            <a:solidFill>
              <a:srgbClr val="D3DCE5"/>
            </a:solidFill>
            <a:prstDash val="solid"/>
          </a:ln>
        </p:spPr>
      </p:sp>
      <p:sp>
        <p:nvSpPr>
          <p:cNvPr id="87" name="Text 85"/>
          <p:cNvSpPr txBox="1"/>
          <p:nvPr/>
        </p:nvSpPr>
        <p:spPr>
          <a:xfrm>
            <a:off x="10465660"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8" name="Shape 86"/>
          <p:cNvSpPr/>
          <p:nvPr/>
        </p:nvSpPr>
        <p:spPr>
          <a:xfrm>
            <a:off x="11126138" y="2130552"/>
            <a:ext cx="660478" cy="246888"/>
          </a:xfrm>
          <a:prstGeom prst="rect">
            <a:avLst/>
          </a:prstGeom>
          <a:solidFill>
            <a:srgbClr val="F7F9FB"/>
          </a:solidFill>
          <a:ln w="5080">
            <a:solidFill>
              <a:srgbClr val="D3DCE5"/>
            </a:solidFill>
            <a:prstDash val="solid"/>
          </a:ln>
        </p:spPr>
      </p:sp>
      <p:sp>
        <p:nvSpPr>
          <p:cNvPr id="89" name="Text 87"/>
          <p:cNvSpPr txBox="1"/>
          <p:nvPr/>
        </p:nvSpPr>
        <p:spPr>
          <a:xfrm>
            <a:off x="11126138"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0" name="Shape 88"/>
          <p:cNvSpPr/>
          <p:nvPr/>
        </p:nvSpPr>
        <p:spPr>
          <a:xfrm>
            <a:off x="411480" y="2377440"/>
            <a:ext cx="2788920" cy="246888"/>
          </a:xfrm>
          <a:prstGeom prst="rect">
            <a:avLst/>
          </a:prstGeom>
          <a:solidFill>
            <a:srgbClr val="FFFFFF"/>
          </a:solidFill>
          <a:ln w="5080">
            <a:solidFill>
              <a:srgbClr val="D3DCE5"/>
            </a:solidFill>
            <a:prstDash val="solid"/>
          </a:ln>
        </p:spPr>
      </p:sp>
      <p:sp>
        <p:nvSpPr>
          <p:cNvPr id="91" name="Text 89"/>
          <p:cNvSpPr txBox="1"/>
          <p:nvPr/>
        </p:nvSpPr>
        <p:spPr>
          <a:xfrm>
            <a:off x="475488" y="237744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2" name="Shape 90"/>
          <p:cNvSpPr/>
          <p:nvPr/>
        </p:nvSpPr>
        <p:spPr>
          <a:xfrm>
            <a:off x="3200400" y="2377440"/>
            <a:ext cx="660478" cy="246888"/>
          </a:xfrm>
          <a:prstGeom prst="rect">
            <a:avLst/>
          </a:prstGeom>
          <a:solidFill>
            <a:srgbClr val="FFFFFF"/>
          </a:solidFill>
          <a:ln w="5080">
            <a:solidFill>
              <a:srgbClr val="D3DCE5"/>
            </a:solidFill>
            <a:prstDash val="solid"/>
          </a:ln>
        </p:spPr>
      </p:sp>
      <p:sp>
        <p:nvSpPr>
          <p:cNvPr id="93" name="Text 91"/>
          <p:cNvSpPr txBox="1"/>
          <p:nvPr/>
        </p:nvSpPr>
        <p:spPr>
          <a:xfrm>
            <a:off x="3200400"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77440"/>
            <a:ext cx="660478" cy="246888"/>
          </a:xfrm>
          <a:prstGeom prst="rect">
            <a:avLst/>
          </a:prstGeom>
          <a:solidFill>
            <a:srgbClr val="FFFFFF"/>
          </a:solidFill>
          <a:ln w="5080">
            <a:solidFill>
              <a:srgbClr val="D3DCE5"/>
            </a:solidFill>
            <a:prstDash val="solid"/>
          </a:ln>
        </p:spPr>
      </p:sp>
      <p:sp>
        <p:nvSpPr>
          <p:cNvPr id="95" name="Text 93"/>
          <p:cNvSpPr txBox="1"/>
          <p:nvPr/>
        </p:nvSpPr>
        <p:spPr>
          <a:xfrm>
            <a:off x="3860878"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77440"/>
            <a:ext cx="660478" cy="246888"/>
          </a:xfrm>
          <a:prstGeom prst="rect">
            <a:avLst/>
          </a:prstGeom>
          <a:solidFill>
            <a:srgbClr val="FFFFFF"/>
          </a:solidFill>
          <a:ln w="5080">
            <a:solidFill>
              <a:srgbClr val="D3DCE5"/>
            </a:solidFill>
            <a:prstDash val="solid"/>
          </a:ln>
        </p:spPr>
      </p:sp>
      <p:sp>
        <p:nvSpPr>
          <p:cNvPr id="97" name="Text 95"/>
          <p:cNvSpPr txBox="1"/>
          <p:nvPr/>
        </p:nvSpPr>
        <p:spPr>
          <a:xfrm>
            <a:off x="4521356"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77440"/>
            <a:ext cx="660478" cy="246888"/>
          </a:xfrm>
          <a:prstGeom prst="rect">
            <a:avLst/>
          </a:prstGeom>
          <a:solidFill>
            <a:srgbClr val="FFFFFF"/>
          </a:solidFill>
          <a:ln w="5080">
            <a:solidFill>
              <a:srgbClr val="D3DCE5"/>
            </a:solidFill>
            <a:prstDash val="solid"/>
          </a:ln>
        </p:spPr>
      </p:sp>
      <p:sp>
        <p:nvSpPr>
          <p:cNvPr id="99" name="Text 97"/>
          <p:cNvSpPr txBox="1"/>
          <p:nvPr/>
        </p:nvSpPr>
        <p:spPr>
          <a:xfrm>
            <a:off x="5181834"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0" name="Shape 98"/>
          <p:cNvSpPr/>
          <p:nvPr/>
        </p:nvSpPr>
        <p:spPr>
          <a:xfrm>
            <a:off x="5842313" y="2377440"/>
            <a:ext cx="660478" cy="246888"/>
          </a:xfrm>
          <a:prstGeom prst="rect">
            <a:avLst/>
          </a:prstGeom>
          <a:solidFill>
            <a:srgbClr val="FFFFFF"/>
          </a:solidFill>
          <a:ln w="5080">
            <a:solidFill>
              <a:srgbClr val="D3DCE5"/>
            </a:solidFill>
            <a:prstDash val="solid"/>
          </a:ln>
        </p:spPr>
      </p:sp>
      <p:sp>
        <p:nvSpPr>
          <p:cNvPr id="101" name="Text 99"/>
          <p:cNvSpPr txBox="1"/>
          <p:nvPr/>
        </p:nvSpPr>
        <p:spPr>
          <a:xfrm>
            <a:off x="584231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2" name="Shape 100"/>
          <p:cNvSpPr/>
          <p:nvPr/>
        </p:nvSpPr>
        <p:spPr>
          <a:xfrm>
            <a:off x="6502791" y="2377440"/>
            <a:ext cx="660478" cy="246888"/>
          </a:xfrm>
          <a:prstGeom prst="rect">
            <a:avLst/>
          </a:prstGeom>
          <a:solidFill>
            <a:srgbClr val="FFFFFF"/>
          </a:solidFill>
          <a:ln w="5080">
            <a:solidFill>
              <a:srgbClr val="D3DCE5"/>
            </a:solidFill>
            <a:prstDash val="solid"/>
          </a:ln>
        </p:spPr>
      </p:sp>
      <p:sp>
        <p:nvSpPr>
          <p:cNvPr id="103" name="Text 101"/>
          <p:cNvSpPr txBox="1"/>
          <p:nvPr/>
        </p:nvSpPr>
        <p:spPr>
          <a:xfrm>
            <a:off x="6502791"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4" name="Shape 102"/>
          <p:cNvSpPr/>
          <p:nvPr/>
        </p:nvSpPr>
        <p:spPr>
          <a:xfrm>
            <a:off x="7163269" y="2377440"/>
            <a:ext cx="660478" cy="246888"/>
          </a:xfrm>
          <a:prstGeom prst="rect">
            <a:avLst/>
          </a:prstGeom>
          <a:solidFill>
            <a:srgbClr val="FFFFFF"/>
          </a:solidFill>
          <a:ln w="5080">
            <a:solidFill>
              <a:srgbClr val="D3DCE5"/>
            </a:solidFill>
            <a:prstDash val="solid"/>
          </a:ln>
        </p:spPr>
      </p:sp>
      <p:sp>
        <p:nvSpPr>
          <p:cNvPr id="105" name="Text 103"/>
          <p:cNvSpPr txBox="1"/>
          <p:nvPr/>
        </p:nvSpPr>
        <p:spPr>
          <a:xfrm>
            <a:off x="7163269"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6" name="Shape 104"/>
          <p:cNvSpPr/>
          <p:nvPr/>
        </p:nvSpPr>
        <p:spPr>
          <a:xfrm>
            <a:off x="7823747" y="2377440"/>
            <a:ext cx="660478" cy="246888"/>
          </a:xfrm>
          <a:prstGeom prst="rect">
            <a:avLst/>
          </a:prstGeom>
          <a:solidFill>
            <a:srgbClr val="FFFFFF"/>
          </a:solidFill>
          <a:ln w="5080">
            <a:solidFill>
              <a:srgbClr val="D3DCE5"/>
            </a:solidFill>
            <a:prstDash val="solid"/>
          </a:ln>
        </p:spPr>
      </p:sp>
      <p:sp>
        <p:nvSpPr>
          <p:cNvPr id="107" name="Text 105"/>
          <p:cNvSpPr txBox="1"/>
          <p:nvPr/>
        </p:nvSpPr>
        <p:spPr>
          <a:xfrm>
            <a:off x="7823747"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8" name="Shape 106"/>
          <p:cNvSpPr/>
          <p:nvPr/>
        </p:nvSpPr>
        <p:spPr>
          <a:xfrm>
            <a:off x="8484225" y="2377440"/>
            <a:ext cx="660478" cy="246888"/>
          </a:xfrm>
          <a:prstGeom prst="rect">
            <a:avLst/>
          </a:prstGeom>
          <a:solidFill>
            <a:srgbClr val="FFFFFF"/>
          </a:solidFill>
          <a:ln w="5080">
            <a:solidFill>
              <a:srgbClr val="D3DCE5"/>
            </a:solidFill>
            <a:prstDash val="solid"/>
          </a:ln>
        </p:spPr>
      </p:sp>
      <p:sp>
        <p:nvSpPr>
          <p:cNvPr id="109" name="Text 107"/>
          <p:cNvSpPr txBox="1"/>
          <p:nvPr/>
        </p:nvSpPr>
        <p:spPr>
          <a:xfrm>
            <a:off x="8484225"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0" name="Shape 108"/>
          <p:cNvSpPr/>
          <p:nvPr/>
        </p:nvSpPr>
        <p:spPr>
          <a:xfrm>
            <a:off x="9144703" y="2377440"/>
            <a:ext cx="660478" cy="246888"/>
          </a:xfrm>
          <a:prstGeom prst="rect">
            <a:avLst/>
          </a:prstGeom>
          <a:solidFill>
            <a:srgbClr val="FFFFFF"/>
          </a:solidFill>
          <a:ln w="5080">
            <a:solidFill>
              <a:srgbClr val="D3DCE5"/>
            </a:solidFill>
            <a:prstDash val="solid"/>
          </a:ln>
        </p:spPr>
      </p:sp>
      <p:sp>
        <p:nvSpPr>
          <p:cNvPr id="111" name="Text 109"/>
          <p:cNvSpPr txBox="1"/>
          <p:nvPr/>
        </p:nvSpPr>
        <p:spPr>
          <a:xfrm>
            <a:off x="914470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2" name="Shape 110"/>
          <p:cNvSpPr/>
          <p:nvPr/>
        </p:nvSpPr>
        <p:spPr>
          <a:xfrm>
            <a:off x="9805182" y="2377440"/>
            <a:ext cx="660478" cy="246888"/>
          </a:xfrm>
          <a:prstGeom prst="rect">
            <a:avLst/>
          </a:prstGeom>
          <a:solidFill>
            <a:srgbClr val="FFFFFF"/>
          </a:solidFill>
          <a:ln w="5080">
            <a:solidFill>
              <a:srgbClr val="D3DCE5"/>
            </a:solidFill>
            <a:prstDash val="solid"/>
          </a:ln>
        </p:spPr>
      </p:sp>
      <p:sp>
        <p:nvSpPr>
          <p:cNvPr id="113" name="Text 111"/>
          <p:cNvSpPr txBox="1"/>
          <p:nvPr/>
        </p:nvSpPr>
        <p:spPr>
          <a:xfrm>
            <a:off x="9805182"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4" name="Shape 112"/>
          <p:cNvSpPr/>
          <p:nvPr/>
        </p:nvSpPr>
        <p:spPr>
          <a:xfrm>
            <a:off x="10465660" y="2377440"/>
            <a:ext cx="660478" cy="246888"/>
          </a:xfrm>
          <a:prstGeom prst="rect">
            <a:avLst/>
          </a:prstGeom>
          <a:solidFill>
            <a:srgbClr val="FFFFFF"/>
          </a:solidFill>
          <a:ln w="5080">
            <a:solidFill>
              <a:srgbClr val="D3DCE5"/>
            </a:solidFill>
            <a:prstDash val="solid"/>
          </a:ln>
        </p:spPr>
      </p:sp>
      <p:sp>
        <p:nvSpPr>
          <p:cNvPr id="115" name="Text 113"/>
          <p:cNvSpPr txBox="1"/>
          <p:nvPr/>
        </p:nvSpPr>
        <p:spPr>
          <a:xfrm>
            <a:off x="10465660"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6" name="Shape 114"/>
          <p:cNvSpPr/>
          <p:nvPr/>
        </p:nvSpPr>
        <p:spPr>
          <a:xfrm>
            <a:off x="11126138" y="2377440"/>
            <a:ext cx="660478" cy="246888"/>
          </a:xfrm>
          <a:prstGeom prst="rect">
            <a:avLst/>
          </a:prstGeom>
          <a:solidFill>
            <a:srgbClr val="FFFFFF"/>
          </a:solidFill>
          <a:ln w="5080">
            <a:solidFill>
              <a:srgbClr val="D3DCE5"/>
            </a:solidFill>
            <a:prstDash val="solid"/>
          </a:ln>
        </p:spPr>
      </p:sp>
      <p:sp>
        <p:nvSpPr>
          <p:cNvPr id="117" name="Text 115"/>
          <p:cNvSpPr txBox="1"/>
          <p:nvPr/>
        </p:nvSpPr>
        <p:spPr>
          <a:xfrm>
            <a:off x="11126138"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8" name="Shape 116"/>
          <p:cNvSpPr/>
          <p:nvPr/>
        </p:nvSpPr>
        <p:spPr>
          <a:xfrm>
            <a:off x="411480" y="2624328"/>
            <a:ext cx="2788920" cy="246888"/>
          </a:xfrm>
          <a:prstGeom prst="rect">
            <a:avLst/>
          </a:prstGeom>
          <a:solidFill>
            <a:srgbClr val="F7F9FB"/>
          </a:solidFill>
          <a:ln w="5080">
            <a:solidFill>
              <a:srgbClr val="D3DCE5"/>
            </a:solidFill>
            <a:prstDash val="solid"/>
          </a:ln>
        </p:spPr>
      </p:sp>
      <p:sp>
        <p:nvSpPr>
          <p:cNvPr id="119" name="Text 117"/>
          <p:cNvSpPr txBox="1"/>
          <p:nvPr/>
        </p:nvSpPr>
        <p:spPr>
          <a:xfrm>
            <a:off x="475488" y="262432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0" name="Shape 118"/>
          <p:cNvSpPr/>
          <p:nvPr/>
        </p:nvSpPr>
        <p:spPr>
          <a:xfrm>
            <a:off x="3200400" y="2624328"/>
            <a:ext cx="660478" cy="246888"/>
          </a:xfrm>
          <a:prstGeom prst="rect">
            <a:avLst/>
          </a:prstGeom>
          <a:solidFill>
            <a:srgbClr val="F7F9FB"/>
          </a:solidFill>
          <a:ln w="5080">
            <a:solidFill>
              <a:srgbClr val="D3DCE5"/>
            </a:solidFill>
            <a:prstDash val="solid"/>
          </a:ln>
        </p:spPr>
      </p:sp>
      <p:sp>
        <p:nvSpPr>
          <p:cNvPr id="121" name="Text 119"/>
          <p:cNvSpPr txBox="1"/>
          <p:nvPr/>
        </p:nvSpPr>
        <p:spPr>
          <a:xfrm>
            <a:off x="3200400"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24328"/>
            <a:ext cx="660478" cy="246888"/>
          </a:xfrm>
          <a:prstGeom prst="rect">
            <a:avLst/>
          </a:prstGeom>
          <a:solidFill>
            <a:srgbClr val="F7F9FB"/>
          </a:solidFill>
          <a:ln w="5080">
            <a:solidFill>
              <a:srgbClr val="D3DCE5"/>
            </a:solidFill>
            <a:prstDash val="solid"/>
          </a:ln>
        </p:spPr>
      </p:sp>
      <p:sp>
        <p:nvSpPr>
          <p:cNvPr id="123" name="Text 121"/>
          <p:cNvSpPr txBox="1"/>
          <p:nvPr/>
        </p:nvSpPr>
        <p:spPr>
          <a:xfrm>
            <a:off x="3860878"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24328"/>
            <a:ext cx="660478" cy="246888"/>
          </a:xfrm>
          <a:prstGeom prst="rect">
            <a:avLst/>
          </a:prstGeom>
          <a:solidFill>
            <a:srgbClr val="F7F9FB"/>
          </a:solidFill>
          <a:ln w="5080">
            <a:solidFill>
              <a:srgbClr val="D3DCE5"/>
            </a:solidFill>
            <a:prstDash val="solid"/>
          </a:ln>
        </p:spPr>
      </p:sp>
      <p:sp>
        <p:nvSpPr>
          <p:cNvPr id="125" name="Text 123"/>
          <p:cNvSpPr txBox="1"/>
          <p:nvPr/>
        </p:nvSpPr>
        <p:spPr>
          <a:xfrm>
            <a:off x="4521356"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24328"/>
            <a:ext cx="660478" cy="246888"/>
          </a:xfrm>
          <a:prstGeom prst="rect">
            <a:avLst/>
          </a:prstGeom>
          <a:solidFill>
            <a:srgbClr val="F7F9FB"/>
          </a:solidFill>
          <a:ln w="5080">
            <a:solidFill>
              <a:srgbClr val="D3DCE5"/>
            </a:solidFill>
            <a:prstDash val="solid"/>
          </a:ln>
        </p:spPr>
      </p:sp>
      <p:sp>
        <p:nvSpPr>
          <p:cNvPr id="127" name="Text 125"/>
          <p:cNvSpPr txBox="1"/>
          <p:nvPr/>
        </p:nvSpPr>
        <p:spPr>
          <a:xfrm>
            <a:off x="5181834"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8" name="Shape 126"/>
          <p:cNvSpPr/>
          <p:nvPr/>
        </p:nvSpPr>
        <p:spPr>
          <a:xfrm>
            <a:off x="5842313" y="2624328"/>
            <a:ext cx="660478" cy="246888"/>
          </a:xfrm>
          <a:prstGeom prst="rect">
            <a:avLst/>
          </a:prstGeom>
          <a:solidFill>
            <a:srgbClr val="F7F9FB"/>
          </a:solidFill>
          <a:ln w="5080">
            <a:solidFill>
              <a:srgbClr val="D3DCE5"/>
            </a:solidFill>
            <a:prstDash val="solid"/>
          </a:ln>
        </p:spPr>
      </p:sp>
      <p:sp>
        <p:nvSpPr>
          <p:cNvPr id="129" name="Text 127"/>
          <p:cNvSpPr txBox="1"/>
          <p:nvPr/>
        </p:nvSpPr>
        <p:spPr>
          <a:xfrm>
            <a:off x="584231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0" name="Shape 128"/>
          <p:cNvSpPr/>
          <p:nvPr/>
        </p:nvSpPr>
        <p:spPr>
          <a:xfrm>
            <a:off x="6502791" y="2624328"/>
            <a:ext cx="660478" cy="246888"/>
          </a:xfrm>
          <a:prstGeom prst="rect">
            <a:avLst/>
          </a:prstGeom>
          <a:solidFill>
            <a:srgbClr val="F7F9FB"/>
          </a:solidFill>
          <a:ln w="5080">
            <a:solidFill>
              <a:srgbClr val="D3DCE5"/>
            </a:solidFill>
            <a:prstDash val="solid"/>
          </a:ln>
        </p:spPr>
      </p:sp>
      <p:sp>
        <p:nvSpPr>
          <p:cNvPr id="131" name="Text 129"/>
          <p:cNvSpPr txBox="1"/>
          <p:nvPr/>
        </p:nvSpPr>
        <p:spPr>
          <a:xfrm>
            <a:off x="6502791"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2" name="Shape 130"/>
          <p:cNvSpPr/>
          <p:nvPr/>
        </p:nvSpPr>
        <p:spPr>
          <a:xfrm>
            <a:off x="7163269" y="2624328"/>
            <a:ext cx="660478" cy="246888"/>
          </a:xfrm>
          <a:prstGeom prst="rect">
            <a:avLst/>
          </a:prstGeom>
          <a:solidFill>
            <a:srgbClr val="F7F9FB"/>
          </a:solidFill>
          <a:ln w="5080">
            <a:solidFill>
              <a:srgbClr val="D3DCE5"/>
            </a:solidFill>
            <a:prstDash val="solid"/>
          </a:ln>
        </p:spPr>
      </p:sp>
      <p:sp>
        <p:nvSpPr>
          <p:cNvPr id="133" name="Text 131"/>
          <p:cNvSpPr txBox="1"/>
          <p:nvPr/>
        </p:nvSpPr>
        <p:spPr>
          <a:xfrm>
            <a:off x="7163269"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4" name="Shape 132"/>
          <p:cNvSpPr/>
          <p:nvPr/>
        </p:nvSpPr>
        <p:spPr>
          <a:xfrm>
            <a:off x="7823747" y="2624328"/>
            <a:ext cx="660478" cy="246888"/>
          </a:xfrm>
          <a:prstGeom prst="rect">
            <a:avLst/>
          </a:prstGeom>
          <a:solidFill>
            <a:srgbClr val="F7F9FB"/>
          </a:solidFill>
          <a:ln w="5080">
            <a:solidFill>
              <a:srgbClr val="D3DCE5"/>
            </a:solidFill>
            <a:prstDash val="solid"/>
          </a:ln>
        </p:spPr>
      </p:sp>
      <p:sp>
        <p:nvSpPr>
          <p:cNvPr id="135" name="Text 133"/>
          <p:cNvSpPr txBox="1"/>
          <p:nvPr/>
        </p:nvSpPr>
        <p:spPr>
          <a:xfrm>
            <a:off x="7823747"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6" name="Shape 134"/>
          <p:cNvSpPr/>
          <p:nvPr/>
        </p:nvSpPr>
        <p:spPr>
          <a:xfrm>
            <a:off x="8484225" y="2624328"/>
            <a:ext cx="660478" cy="246888"/>
          </a:xfrm>
          <a:prstGeom prst="rect">
            <a:avLst/>
          </a:prstGeom>
          <a:solidFill>
            <a:srgbClr val="F7F9FB"/>
          </a:solidFill>
          <a:ln w="5080">
            <a:solidFill>
              <a:srgbClr val="D3DCE5"/>
            </a:solidFill>
            <a:prstDash val="solid"/>
          </a:ln>
        </p:spPr>
      </p:sp>
      <p:sp>
        <p:nvSpPr>
          <p:cNvPr id="137" name="Text 135"/>
          <p:cNvSpPr txBox="1"/>
          <p:nvPr/>
        </p:nvSpPr>
        <p:spPr>
          <a:xfrm>
            <a:off x="8484225"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8" name="Shape 136"/>
          <p:cNvSpPr/>
          <p:nvPr/>
        </p:nvSpPr>
        <p:spPr>
          <a:xfrm>
            <a:off x="9144703" y="2624328"/>
            <a:ext cx="660478" cy="246888"/>
          </a:xfrm>
          <a:prstGeom prst="rect">
            <a:avLst/>
          </a:prstGeom>
          <a:solidFill>
            <a:srgbClr val="F7F9FB"/>
          </a:solidFill>
          <a:ln w="5080">
            <a:solidFill>
              <a:srgbClr val="D3DCE5"/>
            </a:solidFill>
            <a:prstDash val="solid"/>
          </a:ln>
        </p:spPr>
      </p:sp>
      <p:sp>
        <p:nvSpPr>
          <p:cNvPr id="139" name="Text 137"/>
          <p:cNvSpPr txBox="1"/>
          <p:nvPr/>
        </p:nvSpPr>
        <p:spPr>
          <a:xfrm>
            <a:off x="914470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0" name="Shape 138"/>
          <p:cNvSpPr/>
          <p:nvPr/>
        </p:nvSpPr>
        <p:spPr>
          <a:xfrm>
            <a:off x="9805182" y="2624328"/>
            <a:ext cx="660478" cy="246888"/>
          </a:xfrm>
          <a:prstGeom prst="rect">
            <a:avLst/>
          </a:prstGeom>
          <a:solidFill>
            <a:srgbClr val="F7F9FB"/>
          </a:solidFill>
          <a:ln w="5080">
            <a:solidFill>
              <a:srgbClr val="D3DCE5"/>
            </a:solidFill>
            <a:prstDash val="solid"/>
          </a:ln>
        </p:spPr>
      </p:sp>
      <p:sp>
        <p:nvSpPr>
          <p:cNvPr id="141" name="Text 139"/>
          <p:cNvSpPr txBox="1"/>
          <p:nvPr/>
        </p:nvSpPr>
        <p:spPr>
          <a:xfrm>
            <a:off x="9805182"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2" name="Shape 140"/>
          <p:cNvSpPr/>
          <p:nvPr/>
        </p:nvSpPr>
        <p:spPr>
          <a:xfrm>
            <a:off x="10465660" y="2624328"/>
            <a:ext cx="660478" cy="246888"/>
          </a:xfrm>
          <a:prstGeom prst="rect">
            <a:avLst/>
          </a:prstGeom>
          <a:solidFill>
            <a:srgbClr val="F7F9FB"/>
          </a:solidFill>
          <a:ln w="5080">
            <a:solidFill>
              <a:srgbClr val="D3DCE5"/>
            </a:solidFill>
            <a:prstDash val="solid"/>
          </a:ln>
        </p:spPr>
      </p:sp>
      <p:sp>
        <p:nvSpPr>
          <p:cNvPr id="143" name="Text 141"/>
          <p:cNvSpPr txBox="1"/>
          <p:nvPr/>
        </p:nvSpPr>
        <p:spPr>
          <a:xfrm>
            <a:off x="10465660"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4" name="Shape 142"/>
          <p:cNvSpPr/>
          <p:nvPr/>
        </p:nvSpPr>
        <p:spPr>
          <a:xfrm>
            <a:off x="11126138" y="2624328"/>
            <a:ext cx="660478" cy="246888"/>
          </a:xfrm>
          <a:prstGeom prst="rect">
            <a:avLst/>
          </a:prstGeom>
          <a:solidFill>
            <a:srgbClr val="F7F9FB"/>
          </a:solidFill>
          <a:ln w="5080">
            <a:solidFill>
              <a:srgbClr val="D3DCE5"/>
            </a:solidFill>
            <a:prstDash val="solid"/>
          </a:ln>
        </p:spPr>
      </p:sp>
      <p:sp>
        <p:nvSpPr>
          <p:cNvPr id="145" name="Text 143"/>
          <p:cNvSpPr txBox="1"/>
          <p:nvPr/>
        </p:nvSpPr>
        <p:spPr>
          <a:xfrm>
            <a:off x="11126138" y="262432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6" name="Shape 144"/>
          <p:cNvSpPr/>
          <p:nvPr/>
        </p:nvSpPr>
        <p:spPr>
          <a:xfrm>
            <a:off x="411480" y="2871216"/>
            <a:ext cx="2788920" cy="246888"/>
          </a:xfrm>
          <a:prstGeom prst="rect">
            <a:avLst/>
          </a:prstGeom>
          <a:solidFill>
            <a:srgbClr val="FFFFFF"/>
          </a:solidFill>
          <a:ln w="5080">
            <a:solidFill>
              <a:srgbClr val="D3DCE5"/>
            </a:solidFill>
            <a:prstDash val="solid"/>
          </a:ln>
        </p:spPr>
      </p:sp>
      <p:sp>
        <p:nvSpPr>
          <p:cNvPr id="147" name="Text 145"/>
          <p:cNvSpPr txBox="1"/>
          <p:nvPr/>
        </p:nvSpPr>
        <p:spPr>
          <a:xfrm>
            <a:off x="475488" y="287121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8" name="Shape 146"/>
          <p:cNvSpPr/>
          <p:nvPr/>
        </p:nvSpPr>
        <p:spPr>
          <a:xfrm>
            <a:off x="3200400" y="2871216"/>
            <a:ext cx="660478" cy="246888"/>
          </a:xfrm>
          <a:prstGeom prst="rect">
            <a:avLst/>
          </a:prstGeom>
          <a:solidFill>
            <a:srgbClr val="FFFFFF"/>
          </a:solidFill>
          <a:ln w="5080">
            <a:solidFill>
              <a:srgbClr val="D3DCE5"/>
            </a:solidFill>
            <a:prstDash val="solid"/>
          </a:ln>
        </p:spPr>
      </p:sp>
      <p:sp>
        <p:nvSpPr>
          <p:cNvPr id="149" name="Text 147"/>
          <p:cNvSpPr txBox="1"/>
          <p:nvPr/>
        </p:nvSpPr>
        <p:spPr>
          <a:xfrm>
            <a:off x="3200400"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71216"/>
            <a:ext cx="660478" cy="246888"/>
          </a:xfrm>
          <a:prstGeom prst="rect">
            <a:avLst/>
          </a:prstGeom>
          <a:solidFill>
            <a:srgbClr val="FFFFFF"/>
          </a:solidFill>
          <a:ln w="5080">
            <a:solidFill>
              <a:srgbClr val="D3DCE5"/>
            </a:solidFill>
            <a:prstDash val="solid"/>
          </a:ln>
        </p:spPr>
      </p:sp>
      <p:sp>
        <p:nvSpPr>
          <p:cNvPr id="151" name="Text 149"/>
          <p:cNvSpPr txBox="1"/>
          <p:nvPr/>
        </p:nvSpPr>
        <p:spPr>
          <a:xfrm>
            <a:off x="3860878"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71216"/>
            <a:ext cx="660478" cy="246888"/>
          </a:xfrm>
          <a:prstGeom prst="rect">
            <a:avLst/>
          </a:prstGeom>
          <a:solidFill>
            <a:srgbClr val="FFFFFF"/>
          </a:solidFill>
          <a:ln w="5080">
            <a:solidFill>
              <a:srgbClr val="D3DCE5"/>
            </a:solidFill>
            <a:prstDash val="solid"/>
          </a:ln>
        </p:spPr>
      </p:sp>
      <p:sp>
        <p:nvSpPr>
          <p:cNvPr id="153" name="Text 151"/>
          <p:cNvSpPr txBox="1"/>
          <p:nvPr/>
        </p:nvSpPr>
        <p:spPr>
          <a:xfrm>
            <a:off x="4521356"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71216"/>
            <a:ext cx="660478" cy="246888"/>
          </a:xfrm>
          <a:prstGeom prst="rect">
            <a:avLst/>
          </a:prstGeom>
          <a:solidFill>
            <a:srgbClr val="FFFFFF"/>
          </a:solidFill>
          <a:ln w="5080">
            <a:solidFill>
              <a:srgbClr val="D3DCE5"/>
            </a:solidFill>
            <a:prstDash val="solid"/>
          </a:ln>
        </p:spPr>
      </p:sp>
      <p:sp>
        <p:nvSpPr>
          <p:cNvPr id="155" name="Text 153"/>
          <p:cNvSpPr txBox="1"/>
          <p:nvPr/>
        </p:nvSpPr>
        <p:spPr>
          <a:xfrm>
            <a:off x="5181834"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6" name="Shape 154"/>
          <p:cNvSpPr/>
          <p:nvPr/>
        </p:nvSpPr>
        <p:spPr>
          <a:xfrm>
            <a:off x="5842313" y="2871216"/>
            <a:ext cx="660478" cy="246888"/>
          </a:xfrm>
          <a:prstGeom prst="rect">
            <a:avLst/>
          </a:prstGeom>
          <a:solidFill>
            <a:srgbClr val="FFFFFF"/>
          </a:solidFill>
          <a:ln w="5080">
            <a:solidFill>
              <a:srgbClr val="D3DCE5"/>
            </a:solidFill>
            <a:prstDash val="solid"/>
          </a:ln>
        </p:spPr>
      </p:sp>
      <p:sp>
        <p:nvSpPr>
          <p:cNvPr id="157" name="Text 155"/>
          <p:cNvSpPr txBox="1"/>
          <p:nvPr/>
        </p:nvSpPr>
        <p:spPr>
          <a:xfrm>
            <a:off x="584231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8" name="Shape 156"/>
          <p:cNvSpPr/>
          <p:nvPr/>
        </p:nvSpPr>
        <p:spPr>
          <a:xfrm>
            <a:off x="6502791" y="2871216"/>
            <a:ext cx="660478" cy="246888"/>
          </a:xfrm>
          <a:prstGeom prst="rect">
            <a:avLst/>
          </a:prstGeom>
          <a:solidFill>
            <a:srgbClr val="FFFFFF"/>
          </a:solidFill>
          <a:ln w="5080">
            <a:solidFill>
              <a:srgbClr val="D3DCE5"/>
            </a:solidFill>
            <a:prstDash val="solid"/>
          </a:ln>
        </p:spPr>
      </p:sp>
      <p:sp>
        <p:nvSpPr>
          <p:cNvPr id="159" name="Text 157"/>
          <p:cNvSpPr txBox="1"/>
          <p:nvPr/>
        </p:nvSpPr>
        <p:spPr>
          <a:xfrm>
            <a:off x="6502791"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0" name="Shape 158"/>
          <p:cNvSpPr/>
          <p:nvPr/>
        </p:nvSpPr>
        <p:spPr>
          <a:xfrm>
            <a:off x="7163269" y="2871216"/>
            <a:ext cx="660478" cy="246888"/>
          </a:xfrm>
          <a:prstGeom prst="rect">
            <a:avLst/>
          </a:prstGeom>
          <a:solidFill>
            <a:srgbClr val="FFFFFF"/>
          </a:solidFill>
          <a:ln w="5080">
            <a:solidFill>
              <a:srgbClr val="D3DCE5"/>
            </a:solidFill>
            <a:prstDash val="solid"/>
          </a:ln>
        </p:spPr>
      </p:sp>
      <p:sp>
        <p:nvSpPr>
          <p:cNvPr id="161" name="Text 159"/>
          <p:cNvSpPr txBox="1"/>
          <p:nvPr/>
        </p:nvSpPr>
        <p:spPr>
          <a:xfrm>
            <a:off x="7163269"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2" name="Shape 160"/>
          <p:cNvSpPr/>
          <p:nvPr/>
        </p:nvSpPr>
        <p:spPr>
          <a:xfrm>
            <a:off x="7823747" y="2871216"/>
            <a:ext cx="660478" cy="246888"/>
          </a:xfrm>
          <a:prstGeom prst="rect">
            <a:avLst/>
          </a:prstGeom>
          <a:solidFill>
            <a:srgbClr val="FFFFFF"/>
          </a:solidFill>
          <a:ln w="5080">
            <a:solidFill>
              <a:srgbClr val="D3DCE5"/>
            </a:solidFill>
            <a:prstDash val="solid"/>
          </a:ln>
        </p:spPr>
      </p:sp>
      <p:sp>
        <p:nvSpPr>
          <p:cNvPr id="163" name="Text 161"/>
          <p:cNvSpPr txBox="1"/>
          <p:nvPr/>
        </p:nvSpPr>
        <p:spPr>
          <a:xfrm>
            <a:off x="7823747"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4" name="Shape 162"/>
          <p:cNvSpPr/>
          <p:nvPr/>
        </p:nvSpPr>
        <p:spPr>
          <a:xfrm>
            <a:off x="8484225" y="2871216"/>
            <a:ext cx="660478" cy="246888"/>
          </a:xfrm>
          <a:prstGeom prst="rect">
            <a:avLst/>
          </a:prstGeom>
          <a:solidFill>
            <a:srgbClr val="FFFFFF"/>
          </a:solidFill>
          <a:ln w="5080">
            <a:solidFill>
              <a:srgbClr val="D3DCE5"/>
            </a:solidFill>
            <a:prstDash val="solid"/>
          </a:ln>
        </p:spPr>
      </p:sp>
      <p:sp>
        <p:nvSpPr>
          <p:cNvPr id="165" name="Text 163"/>
          <p:cNvSpPr txBox="1"/>
          <p:nvPr/>
        </p:nvSpPr>
        <p:spPr>
          <a:xfrm>
            <a:off x="8484225"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6" name="Shape 164"/>
          <p:cNvSpPr/>
          <p:nvPr/>
        </p:nvSpPr>
        <p:spPr>
          <a:xfrm>
            <a:off x="9144703" y="2871216"/>
            <a:ext cx="660478" cy="246888"/>
          </a:xfrm>
          <a:prstGeom prst="rect">
            <a:avLst/>
          </a:prstGeom>
          <a:solidFill>
            <a:srgbClr val="FFFFFF"/>
          </a:solidFill>
          <a:ln w="5080">
            <a:solidFill>
              <a:srgbClr val="D3DCE5"/>
            </a:solidFill>
            <a:prstDash val="solid"/>
          </a:ln>
        </p:spPr>
      </p:sp>
      <p:sp>
        <p:nvSpPr>
          <p:cNvPr id="167" name="Text 165"/>
          <p:cNvSpPr txBox="1"/>
          <p:nvPr/>
        </p:nvSpPr>
        <p:spPr>
          <a:xfrm>
            <a:off x="914470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8" name="Shape 166"/>
          <p:cNvSpPr/>
          <p:nvPr/>
        </p:nvSpPr>
        <p:spPr>
          <a:xfrm>
            <a:off x="9805182" y="2871216"/>
            <a:ext cx="660478" cy="246888"/>
          </a:xfrm>
          <a:prstGeom prst="rect">
            <a:avLst/>
          </a:prstGeom>
          <a:solidFill>
            <a:srgbClr val="FFFFFF"/>
          </a:solidFill>
          <a:ln w="5080">
            <a:solidFill>
              <a:srgbClr val="D3DCE5"/>
            </a:solidFill>
            <a:prstDash val="solid"/>
          </a:ln>
        </p:spPr>
      </p:sp>
      <p:sp>
        <p:nvSpPr>
          <p:cNvPr id="169" name="Text 167"/>
          <p:cNvSpPr txBox="1"/>
          <p:nvPr/>
        </p:nvSpPr>
        <p:spPr>
          <a:xfrm>
            <a:off x="9805182"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0" name="Shape 168"/>
          <p:cNvSpPr/>
          <p:nvPr/>
        </p:nvSpPr>
        <p:spPr>
          <a:xfrm>
            <a:off x="10465660" y="2871216"/>
            <a:ext cx="660478" cy="246888"/>
          </a:xfrm>
          <a:prstGeom prst="rect">
            <a:avLst/>
          </a:prstGeom>
          <a:solidFill>
            <a:srgbClr val="FFFFFF"/>
          </a:solidFill>
          <a:ln w="5080">
            <a:solidFill>
              <a:srgbClr val="D3DCE5"/>
            </a:solidFill>
            <a:prstDash val="solid"/>
          </a:ln>
        </p:spPr>
      </p:sp>
      <p:sp>
        <p:nvSpPr>
          <p:cNvPr id="171" name="Text 169"/>
          <p:cNvSpPr txBox="1"/>
          <p:nvPr/>
        </p:nvSpPr>
        <p:spPr>
          <a:xfrm>
            <a:off x="10465660"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2" name="Shape 170"/>
          <p:cNvSpPr/>
          <p:nvPr/>
        </p:nvSpPr>
        <p:spPr>
          <a:xfrm>
            <a:off x="11126138" y="2871216"/>
            <a:ext cx="660478" cy="246888"/>
          </a:xfrm>
          <a:prstGeom prst="rect">
            <a:avLst/>
          </a:prstGeom>
          <a:solidFill>
            <a:srgbClr val="FFFFFF"/>
          </a:solidFill>
          <a:ln w="5080">
            <a:solidFill>
              <a:srgbClr val="D3DCE5"/>
            </a:solidFill>
            <a:prstDash val="solid"/>
          </a:ln>
        </p:spPr>
      </p:sp>
      <p:sp>
        <p:nvSpPr>
          <p:cNvPr id="173" name="Text 171"/>
          <p:cNvSpPr txBox="1"/>
          <p:nvPr/>
        </p:nvSpPr>
        <p:spPr>
          <a:xfrm>
            <a:off x="11126138"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4" name="Shape 172"/>
          <p:cNvSpPr/>
          <p:nvPr/>
        </p:nvSpPr>
        <p:spPr>
          <a:xfrm>
            <a:off x="411480" y="3118104"/>
            <a:ext cx="2788920" cy="246888"/>
          </a:xfrm>
          <a:prstGeom prst="rect">
            <a:avLst/>
          </a:prstGeom>
          <a:solidFill>
            <a:srgbClr val="F7F9FB"/>
          </a:solidFill>
          <a:ln w="5080">
            <a:solidFill>
              <a:srgbClr val="D3DCE5"/>
            </a:solidFill>
            <a:prstDash val="solid"/>
          </a:ln>
        </p:spPr>
      </p:sp>
      <p:sp>
        <p:nvSpPr>
          <p:cNvPr id="175" name="Text 173"/>
          <p:cNvSpPr txBox="1"/>
          <p:nvPr/>
        </p:nvSpPr>
        <p:spPr>
          <a:xfrm>
            <a:off x="475488" y="311810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6" name="Shape 174"/>
          <p:cNvSpPr/>
          <p:nvPr/>
        </p:nvSpPr>
        <p:spPr>
          <a:xfrm>
            <a:off x="3200400" y="3118104"/>
            <a:ext cx="660478" cy="246888"/>
          </a:xfrm>
          <a:prstGeom prst="rect">
            <a:avLst/>
          </a:prstGeom>
          <a:solidFill>
            <a:srgbClr val="F7F9FB"/>
          </a:solidFill>
          <a:ln w="5080">
            <a:solidFill>
              <a:srgbClr val="D3DCE5"/>
            </a:solidFill>
            <a:prstDash val="solid"/>
          </a:ln>
        </p:spPr>
      </p:sp>
      <p:sp>
        <p:nvSpPr>
          <p:cNvPr id="177" name="Text 175"/>
          <p:cNvSpPr txBox="1"/>
          <p:nvPr/>
        </p:nvSpPr>
        <p:spPr>
          <a:xfrm>
            <a:off x="3200400"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18104"/>
            <a:ext cx="660478" cy="246888"/>
          </a:xfrm>
          <a:prstGeom prst="rect">
            <a:avLst/>
          </a:prstGeom>
          <a:solidFill>
            <a:srgbClr val="F7F9FB"/>
          </a:solidFill>
          <a:ln w="5080">
            <a:solidFill>
              <a:srgbClr val="D3DCE5"/>
            </a:solidFill>
            <a:prstDash val="solid"/>
          </a:ln>
        </p:spPr>
      </p:sp>
      <p:sp>
        <p:nvSpPr>
          <p:cNvPr id="179" name="Text 177"/>
          <p:cNvSpPr txBox="1"/>
          <p:nvPr/>
        </p:nvSpPr>
        <p:spPr>
          <a:xfrm>
            <a:off x="3860878"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18104"/>
            <a:ext cx="660478" cy="246888"/>
          </a:xfrm>
          <a:prstGeom prst="rect">
            <a:avLst/>
          </a:prstGeom>
          <a:solidFill>
            <a:srgbClr val="F7F9FB"/>
          </a:solidFill>
          <a:ln w="5080">
            <a:solidFill>
              <a:srgbClr val="D3DCE5"/>
            </a:solidFill>
            <a:prstDash val="solid"/>
          </a:ln>
        </p:spPr>
      </p:sp>
      <p:sp>
        <p:nvSpPr>
          <p:cNvPr id="181" name="Text 179"/>
          <p:cNvSpPr txBox="1"/>
          <p:nvPr/>
        </p:nvSpPr>
        <p:spPr>
          <a:xfrm>
            <a:off x="4521356"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2" name="Shape 180"/>
          <p:cNvSpPr/>
          <p:nvPr/>
        </p:nvSpPr>
        <p:spPr>
          <a:xfrm>
            <a:off x="5181834" y="3118104"/>
            <a:ext cx="660478" cy="246888"/>
          </a:xfrm>
          <a:prstGeom prst="rect">
            <a:avLst/>
          </a:prstGeom>
          <a:solidFill>
            <a:srgbClr val="F7F9FB"/>
          </a:solidFill>
          <a:ln w="5080">
            <a:solidFill>
              <a:srgbClr val="D3DCE5"/>
            </a:solidFill>
            <a:prstDash val="solid"/>
          </a:ln>
        </p:spPr>
      </p:sp>
      <p:sp>
        <p:nvSpPr>
          <p:cNvPr id="183" name="Text 181"/>
          <p:cNvSpPr txBox="1"/>
          <p:nvPr/>
        </p:nvSpPr>
        <p:spPr>
          <a:xfrm>
            <a:off x="5181834"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4" name="Shape 182"/>
          <p:cNvSpPr/>
          <p:nvPr/>
        </p:nvSpPr>
        <p:spPr>
          <a:xfrm>
            <a:off x="5842313" y="3118104"/>
            <a:ext cx="660478" cy="246888"/>
          </a:xfrm>
          <a:prstGeom prst="rect">
            <a:avLst/>
          </a:prstGeom>
          <a:solidFill>
            <a:srgbClr val="F7F9FB"/>
          </a:solidFill>
          <a:ln w="5080">
            <a:solidFill>
              <a:srgbClr val="D3DCE5"/>
            </a:solidFill>
            <a:prstDash val="solid"/>
          </a:ln>
        </p:spPr>
      </p:sp>
      <p:sp>
        <p:nvSpPr>
          <p:cNvPr id="185" name="Text 183"/>
          <p:cNvSpPr txBox="1"/>
          <p:nvPr/>
        </p:nvSpPr>
        <p:spPr>
          <a:xfrm>
            <a:off x="584231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6" name="Shape 184"/>
          <p:cNvSpPr/>
          <p:nvPr/>
        </p:nvSpPr>
        <p:spPr>
          <a:xfrm>
            <a:off x="6502791" y="3118104"/>
            <a:ext cx="660478" cy="246888"/>
          </a:xfrm>
          <a:prstGeom prst="rect">
            <a:avLst/>
          </a:prstGeom>
          <a:solidFill>
            <a:srgbClr val="F7F9FB"/>
          </a:solidFill>
          <a:ln w="5080">
            <a:solidFill>
              <a:srgbClr val="D3DCE5"/>
            </a:solidFill>
            <a:prstDash val="solid"/>
          </a:ln>
        </p:spPr>
      </p:sp>
      <p:sp>
        <p:nvSpPr>
          <p:cNvPr id="187" name="Text 185"/>
          <p:cNvSpPr txBox="1"/>
          <p:nvPr/>
        </p:nvSpPr>
        <p:spPr>
          <a:xfrm>
            <a:off x="6502791"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8" name="Shape 186"/>
          <p:cNvSpPr/>
          <p:nvPr/>
        </p:nvSpPr>
        <p:spPr>
          <a:xfrm>
            <a:off x="7163269" y="3118104"/>
            <a:ext cx="660478" cy="246888"/>
          </a:xfrm>
          <a:prstGeom prst="rect">
            <a:avLst/>
          </a:prstGeom>
          <a:solidFill>
            <a:srgbClr val="F7F9FB"/>
          </a:solidFill>
          <a:ln w="5080">
            <a:solidFill>
              <a:srgbClr val="D3DCE5"/>
            </a:solidFill>
            <a:prstDash val="solid"/>
          </a:ln>
        </p:spPr>
      </p:sp>
      <p:sp>
        <p:nvSpPr>
          <p:cNvPr id="189" name="Text 187"/>
          <p:cNvSpPr txBox="1"/>
          <p:nvPr/>
        </p:nvSpPr>
        <p:spPr>
          <a:xfrm>
            <a:off x="7163269"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0" name="Shape 188"/>
          <p:cNvSpPr/>
          <p:nvPr/>
        </p:nvSpPr>
        <p:spPr>
          <a:xfrm>
            <a:off x="7823747" y="3118104"/>
            <a:ext cx="660478" cy="246888"/>
          </a:xfrm>
          <a:prstGeom prst="rect">
            <a:avLst/>
          </a:prstGeom>
          <a:solidFill>
            <a:srgbClr val="F7F9FB"/>
          </a:solidFill>
          <a:ln w="5080">
            <a:solidFill>
              <a:srgbClr val="D3DCE5"/>
            </a:solidFill>
            <a:prstDash val="solid"/>
          </a:ln>
        </p:spPr>
      </p:sp>
      <p:sp>
        <p:nvSpPr>
          <p:cNvPr id="191" name="Text 189"/>
          <p:cNvSpPr txBox="1"/>
          <p:nvPr/>
        </p:nvSpPr>
        <p:spPr>
          <a:xfrm>
            <a:off x="7823747"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2" name="Shape 190"/>
          <p:cNvSpPr/>
          <p:nvPr/>
        </p:nvSpPr>
        <p:spPr>
          <a:xfrm>
            <a:off x="8484225" y="3118104"/>
            <a:ext cx="660478" cy="246888"/>
          </a:xfrm>
          <a:prstGeom prst="rect">
            <a:avLst/>
          </a:prstGeom>
          <a:solidFill>
            <a:srgbClr val="F7F9FB"/>
          </a:solidFill>
          <a:ln w="5080">
            <a:solidFill>
              <a:srgbClr val="D3DCE5"/>
            </a:solidFill>
            <a:prstDash val="solid"/>
          </a:ln>
        </p:spPr>
      </p:sp>
      <p:sp>
        <p:nvSpPr>
          <p:cNvPr id="193" name="Text 191"/>
          <p:cNvSpPr txBox="1"/>
          <p:nvPr/>
        </p:nvSpPr>
        <p:spPr>
          <a:xfrm>
            <a:off x="8484225"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4" name="Shape 192"/>
          <p:cNvSpPr/>
          <p:nvPr/>
        </p:nvSpPr>
        <p:spPr>
          <a:xfrm>
            <a:off x="9144703" y="3118104"/>
            <a:ext cx="660478" cy="246888"/>
          </a:xfrm>
          <a:prstGeom prst="rect">
            <a:avLst/>
          </a:prstGeom>
          <a:solidFill>
            <a:srgbClr val="F7F9FB"/>
          </a:solidFill>
          <a:ln w="5080">
            <a:solidFill>
              <a:srgbClr val="D3DCE5"/>
            </a:solidFill>
            <a:prstDash val="solid"/>
          </a:ln>
        </p:spPr>
      </p:sp>
      <p:sp>
        <p:nvSpPr>
          <p:cNvPr id="195" name="Text 193"/>
          <p:cNvSpPr txBox="1"/>
          <p:nvPr/>
        </p:nvSpPr>
        <p:spPr>
          <a:xfrm>
            <a:off x="914470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6" name="Shape 194"/>
          <p:cNvSpPr/>
          <p:nvPr/>
        </p:nvSpPr>
        <p:spPr>
          <a:xfrm>
            <a:off x="9805182" y="3118104"/>
            <a:ext cx="660478" cy="246888"/>
          </a:xfrm>
          <a:prstGeom prst="rect">
            <a:avLst/>
          </a:prstGeom>
          <a:solidFill>
            <a:srgbClr val="F7F9FB"/>
          </a:solidFill>
          <a:ln w="5080">
            <a:solidFill>
              <a:srgbClr val="D3DCE5"/>
            </a:solidFill>
            <a:prstDash val="solid"/>
          </a:ln>
        </p:spPr>
      </p:sp>
      <p:sp>
        <p:nvSpPr>
          <p:cNvPr id="197" name="Text 195"/>
          <p:cNvSpPr txBox="1"/>
          <p:nvPr/>
        </p:nvSpPr>
        <p:spPr>
          <a:xfrm>
            <a:off x="9805182"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8" name="Shape 196"/>
          <p:cNvSpPr/>
          <p:nvPr/>
        </p:nvSpPr>
        <p:spPr>
          <a:xfrm>
            <a:off x="10465660" y="3118104"/>
            <a:ext cx="660478" cy="246888"/>
          </a:xfrm>
          <a:prstGeom prst="rect">
            <a:avLst/>
          </a:prstGeom>
          <a:solidFill>
            <a:srgbClr val="F7F9FB"/>
          </a:solidFill>
          <a:ln w="5080">
            <a:solidFill>
              <a:srgbClr val="D3DCE5"/>
            </a:solidFill>
            <a:prstDash val="solid"/>
          </a:ln>
        </p:spPr>
      </p:sp>
      <p:sp>
        <p:nvSpPr>
          <p:cNvPr id="199" name="Text 197"/>
          <p:cNvSpPr txBox="1"/>
          <p:nvPr/>
        </p:nvSpPr>
        <p:spPr>
          <a:xfrm>
            <a:off x="10465660"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0" name="Shape 198"/>
          <p:cNvSpPr/>
          <p:nvPr/>
        </p:nvSpPr>
        <p:spPr>
          <a:xfrm>
            <a:off x="11126138" y="3118104"/>
            <a:ext cx="660478" cy="246888"/>
          </a:xfrm>
          <a:prstGeom prst="rect">
            <a:avLst/>
          </a:prstGeom>
          <a:solidFill>
            <a:srgbClr val="F7F9FB"/>
          </a:solidFill>
          <a:ln w="5080">
            <a:solidFill>
              <a:srgbClr val="D3DCE5"/>
            </a:solidFill>
            <a:prstDash val="solid"/>
          </a:ln>
        </p:spPr>
      </p:sp>
      <p:sp>
        <p:nvSpPr>
          <p:cNvPr id="201" name="Text 199"/>
          <p:cNvSpPr txBox="1"/>
          <p:nvPr/>
        </p:nvSpPr>
        <p:spPr>
          <a:xfrm>
            <a:off x="11126138"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2" name="Shape 200"/>
          <p:cNvSpPr/>
          <p:nvPr/>
        </p:nvSpPr>
        <p:spPr>
          <a:xfrm>
            <a:off x="411480" y="3364992"/>
            <a:ext cx="2788920" cy="246888"/>
          </a:xfrm>
          <a:prstGeom prst="rect">
            <a:avLst/>
          </a:prstGeom>
          <a:solidFill>
            <a:srgbClr val="D6EBE7"/>
          </a:solidFill>
          <a:ln w="5080">
            <a:solidFill>
              <a:srgbClr val="D3DCE5"/>
            </a:solidFill>
            <a:prstDash val="solid"/>
          </a:ln>
        </p:spPr>
      </p:sp>
      <p:sp>
        <p:nvSpPr>
          <p:cNvPr id="203" name="Text 201"/>
          <p:cNvSpPr txBox="1"/>
          <p:nvPr/>
        </p:nvSpPr>
        <p:spPr>
          <a:xfrm>
            <a:off x="475488" y="336499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4" name="Shape 202"/>
          <p:cNvSpPr/>
          <p:nvPr/>
        </p:nvSpPr>
        <p:spPr>
          <a:xfrm>
            <a:off x="3200400" y="3364992"/>
            <a:ext cx="660478" cy="246888"/>
          </a:xfrm>
          <a:prstGeom prst="rect">
            <a:avLst/>
          </a:prstGeom>
          <a:solidFill>
            <a:srgbClr val="D6EBE7"/>
          </a:solidFill>
          <a:ln w="5080">
            <a:solidFill>
              <a:srgbClr val="D3DCE5"/>
            </a:solidFill>
            <a:prstDash val="solid"/>
          </a:ln>
        </p:spPr>
      </p:sp>
      <p:sp>
        <p:nvSpPr>
          <p:cNvPr id="205" name="Text 203"/>
          <p:cNvSpPr txBox="1"/>
          <p:nvPr/>
        </p:nvSpPr>
        <p:spPr>
          <a:xfrm>
            <a:off x="3200400"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64992"/>
            <a:ext cx="660478" cy="246888"/>
          </a:xfrm>
          <a:prstGeom prst="rect">
            <a:avLst/>
          </a:prstGeom>
          <a:solidFill>
            <a:srgbClr val="D6EBE7"/>
          </a:solidFill>
          <a:ln w="5080">
            <a:solidFill>
              <a:srgbClr val="D3DCE5"/>
            </a:solidFill>
            <a:prstDash val="solid"/>
          </a:ln>
        </p:spPr>
      </p:sp>
      <p:sp>
        <p:nvSpPr>
          <p:cNvPr id="207" name="Text 205"/>
          <p:cNvSpPr txBox="1"/>
          <p:nvPr/>
        </p:nvSpPr>
        <p:spPr>
          <a:xfrm>
            <a:off x="3860878"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64992"/>
            <a:ext cx="660478" cy="246888"/>
          </a:xfrm>
          <a:prstGeom prst="rect">
            <a:avLst/>
          </a:prstGeom>
          <a:solidFill>
            <a:srgbClr val="D6EBE7"/>
          </a:solidFill>
          <a:ln w="5080">
            <a:solidFill>
              <a:srgbClr val="D3DCE5"/>
            </a:solidFill>
            <a:prstDash val="solid"/>
          </a:ln>
        </p:spPr>
      </p:sp>
      <p:sp>
        <p:nvSpPr>
          <p:cNvPr id="209" name="Text 207"/>
          <p:cNvSpPr txBox="1"/>
          <p:nvPr/>
        </p:nvSpPr>
        <p:spPr>
          <a:xfrm>
            <a:off x="4521356"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64992"/>
            <a:ext cx="660478" cy="246888"/>
          </a:xfrm>
          <a:prstGeom prst="rect">
            <a:avLst/>
          </a:prstGeom>
          <a:solidFill>
            <a:srgbClr val="D6EBE7"/>
          </a:solidFill>
          <a:ln w="5080">
            <a:solidFill>
              <a:srgbClr val="D3DCE5"/>
            </a:solidFill>
            <a:prstDash val="solid"/>
          </a:ln>
        </p:spPr>
      </p:sp>
      <p:sp>
        <p:nvSpPr>
          <p:cNvPr id="211" name="Text 209"/>
          <p:cNvSpPr txBox="1"/>
          <p:nvPr/>
        </p:nvSpPr>
        <p:spPr>
          <a:xfrm>
            <a:off x="5181834"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2" name="Shape 210"/>
          <p:cNvSpPr/>
          <p:nvPr/>
        </p:nvSpPr>
        <p:spPr>
          <a:xfrm>
            <a:off x="5842313" y="3364992"/>
            <a:ext cx="660478" cy="246888"/>
          </a:xfrm>
          <a:prstGeom prst="rect">
            <a:avLst/>
          </a:prstGeom>
          <a:solidFill>
            <a:srgbClr val="D6EBE7"/>
          </a:solidFill>
          <a:ln w="5080">
            <a:solidFill>
              <a:srgbClr val="D3DCE5"/>
            </a:solidFill>
            <a:prstDash val="solid"/>
          </a:ln>
        </p:spPr>
      </p:sp>
      <p:sp>
        <p:nvSpPr>
          <p:cNvPr id="213" name="Text 211"/>
          <p:cNvSpPr txBox="1"/>
          <p:nvPr/>
        </p:nvSpPr>
        <p:spPr>
          <a:xfrm>
            <a:off x="584231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4" name="Shape 212"/>
          <p:cNvSpPr/>
          <p:nvPr/>
        </p:nvSpPr>
        <p:spPr>
          <a:xfrm>
            <a:off x="6502791" y="3364992"/>
            <a:ext cx="660478" cy="246888"/>
          </a:xfrm>
          <a:prstGeom prst="rect">
            <a:avLst/>
          </a:prstGeom>
          <a:solidFill>
            <a:srgbClr val="D6EBE7"/>
          </a:solidFill>
          <a:ln w="5080">
            <a:solidFill>
              <a:srgbClr val="D3DCE5"/>
            </a:solidFill>
            <a:prstDash val="solid"/>
          </a:ln>
        </p:spPr>
      </p:sp>
      <p:sp>
        <p:nvSpPr>
          <p:cNvPr id="215" name="Text 213"/>
          <p:cNvSpPr txBox="1"/>
          <p:nvPr/>
        </p:nvSpPr>
        <p:spPr>
          <a:xfrm>
            <a:off x="6502791"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6" name="Shape 214"/>
          <p:cNvSpPr/>
          <p:nvPr/>
        </p:nvSpPr>
        <p:spPr>
          <a:xfrm>
            <a:off x="7163269" y="3364992"/>
            <a:ext cx="660478" cy="246888"/>
          </a:xfrm>
          <a:prstGeom prst="rect">
            <a:avLst/>
          </a:prstGeom>
          <a:solidFill>
            <a:srgbClr val="D6EBE7"/>
          </a:solidFill>
          <a:ln w="5080">
            <a:solidFill>
              <a:srgbClr val="D3DCE5"/>
            </a:solidFill>
            <a:prstDash val="solid"/>
          </a:ln>
        </p:spPr>
      </p:sp>
      <p:sp>
        <p:nvSpPr>
          <p:cNvPr id="217" name="Text 215"/>
          <p:cNvSpPr txBox="1"/>
          <p:nvPr/>
        </p:nvSpPr>
        <p:spPr>
          <a:xfrm>
            <a:off x="7163269"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8" name="Shape 216"/>
          <p:cNvSpPr/>
          <p:nvPr/>
        </p:nvSpPr>
        <p:spPr>
          <a:xfrm>
            <a:off x="7823747" y="3364992"/>
            <a:ext cx="660478" cy="246888"/>
          </a:xfrm>
          <a:prstGeom prst="rect">
            <a:avLst/>
          </a:prstGeom>
          <a:solidFill>
            <a:srgbClr val="D6EBE7"/>
          </a:solidFill>
          <a:ln w="5080">
            <a:solidFill>
              <a:srgbClr val="D3DCE5"/>
            </a:solidFill>
            <a:prstDash val="solid"/>
          </a:ln>
        </p:spPr>
      </p:sp>
      <p:sp>
        <p:nvSpPr>
          <p:cNvPr id="219" name="Text 217"/>
          <p:cNvSpPr txBox="1"/>
          <p:nvPr/>
        </p:nvSpPr>
        <p:spPr>
          <a:xfrm>
            <a:off x="7823747"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0" name="Shape 218"/>
          <p:cNvSpPr/>
          <p:nvPr/>
        </p:nvSpPr>
        <p:spPr>
          <a:xfrm>
            <a:off x="8484225" y="3364992"/>
            <a:ext cx="660478" cy="246888"/>
          </a:xfrm>
          <a:prstGeom prst="rect">
            <a:avLst/>
          </a:prstGeom>
          <a:solidFill>
            <a:srgbClr val="D6EBE7"/>
          </a:solidFill>
          <a:ln w="5080">
            <a:solidFill>
              <a:srgbClr val="D3DCE5"/>
            </a:solidFill>
            <a:prstDash val="solid"/>
          </a:ln>
        </p:spPr>
      </p:sp>
      <p:sp>
        <p:nvSpPr>
          <p:cNvPr id="221" name="Text 219"/>
          <p:cNvSpPr txBox="1"/>
          <p:nvPr/>
        </p:nvSpPr>
        <p:spPr>
          <a:xfrm>
            <a:off x="8484225"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2" name="Shape 220"/>
          <p:cNvSpPr/>
          <p:nvPr/>
        </p:nvSpPr>
        <p:spPr>
          <a:xfrm>
            <a:off x="9144703" y="3364992"/>
            <a:ext cx="660478" cy="246888"/>
          </a:xfrm>
          <a:prstGeom prst="rect">
            <a:avLst/>
          </a:prstGeom>
          <a:solidFill>
            <a:srgbClr val="D6EBE7"/>
          </a:solidFill>
          <a:ln w="5080">
            <a:solidFill>
              <a:srgbClr val="D3DCE5"/>
            </a:solidFill>
            <a:prstDash val="solid"/>
          </a:ln>
        </p:spPr>
      </p:sp>
      <p:sp>
        <p:nvSpPr>
          <p:cNvPr id="223" name="Text 221"/>
          <p:cNvSpPr txBox="1"/>
          <p:nvPr/>
        </p:nvSpPr>
        <p:spPr>
          <a:xfrm>
            <a:off x="914470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4" name="Shape 222"/>
          <p:cNvSpPr/>
          <p:nvPr/>
        </p:nvSpPr>
        <p:spPr>
          <a:xfrm>
            <a:off x="9805182" y="3364992"/>
            <a:ext cx="660478" cy="246888"/>
          </a:xfrm>
          <a:prstGeom prst="rect">
            <a:avLst/>
          </a:prstGeom>
          <a:solidFill>
            <a:srgbClr val="D6EBE7"/>
          </a:solidFill>
          <a:ln w="5080">
            <a:solidFill>
              <a:srgbClr val="D3DCE5"/>
            </a:solidFill>
            <a:prstDash val="solid"/>
          </a:ln>
        </p:spPr>
      </p:sp>
      <p:sp>
        <p:nvSpPr>
          <p:cNvPr id="225" name="Text 223"/>
          <p:cNvSpPr txBox="1"/>
          <p:nvPr/>
        </p:nvSpPr>
        <p:spPr>
          <a:xfrm>
            <a:off x="9805182"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6" name="Shape 224"/>
          <p:cNvSpPr/>
          <p:nvPr/>
        </p:nvSpPr>
        <p:spPr>
          <a:xfrm>
            <a:off x="10465660" y="3364992"/>
            <a:ext cx="660478" cy="246888"/>
          </a:xfrm>
          <a:prstGeom prst="rect">
            <a:avLst/>
          </a:prstGeom>
          <a:solidFill>
            <a:srgbClr val="D6EBE7"/>
          </a:solidFill>
          <a:ln w="5080">
            <a:solidFill>
              <a:srgbClr val="D3DCE5"/>
            </a:solidFill>
            <a:prstDash val="solid"/>
          </a:ln>
        </p:spPr>
      </p:sp>
      <p:sp>
        <p:nvSpPr>
          <p:cNvPr id="227" name="Text 225"/>
          <p:cNvSpPr txBox="1"/>
          <p:nvPr/>
        </p:nvSpPr>
        <p:spPr>
          <a:xfrm>
            <a:off x="10465660"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8" name="Shape 226"/>
          <p:cNvSpPr/>
          <p:nvPr/>
        </p:nvSpPr>
        <p:spPr>
          <a:xfrm>
            <a:off x="11126138" y="3364992"/>
            <a:ext cx="660478" cy="246888"/>
          </a:xfrm>
          <a:prstGeom prst="rect">
            <a:avLst/>
          </a:prstGeom>
          <a:solidFill>
            <a:srgbClr val="D6EBE7"/>
          </a:solidFill>
          <a:ln w="5080">
            <a:solidFill>
              <a:srgbClr val="D3DCE5"/>
            </a:solidFill>
            <a:prstDash val="solid"/>
          </a:ln>
        </p:spPr>
      </p:sp>
      <p:sp>
        <p:nvSpPr>
          <p:cNvPr id="229" name="Text 227"/>
          <p:cNvSpPr txBox="1"/>
          <p:nvPr/>
        </p:nvSpPr>
        <p:spPr>
          <a:xfrm>
            <a:off x="11126138"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0" name="Shape 228"/>
          <p:cNvSpPr/>
          <p:nvPr/>
        </p:nvSpPr>
        <p:spPr>
          <a:xfrm>
            <a:off x="411480" y="3611880"/>
            <a:ext cx="2788920" cy="246888"/>
          </a:xfrm>
          <a:prstGeom prst="rect">
            <a:avLst/>
          </a:prstGeom>
          <a:solidFill>
            <a:srgbClr val="F7F9FB"/>
          </a:solidFill>
          <a:ln w="5080">
            <a:solidFill>
              <a:srgbClr val="D3DCE5"/>
            </a:solidFill>
            <a:prstDash val="solid"/>
          </a:ln>
        </p:spPr>
      </p:sp>
      <p:sp>
        <p:nvSpPr>
          <p:cNvPr id="231" name="Text 229"/>
          <p:cNvSpPr txBox="1"/>
          <p:nvPr/>
        </p:nvSpPr>
        <p:spPr>
          <a:xfrm>
            <a:off x="475488" y="361188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2" name="Shape 230"/>
          <p:cNvSpPr/>
          <p:nvPr/>
        </p:nvSpPr>
        <p:spPr>
          <a:xfrm>
            <a:off x="3200400" y="3611880"/>
            <a:ext cx="660478" cy="246888"/>
          </a:xfrm>
          <a:prstGeom prst="rect">
            <a:avLst/>
          </a:prstGeom>
          <a:solidFill>
            <a:srgbClr val="F7F9FB"/>
          </a:solidFill>
          <a:ln w="5080">
            <a:solidFill>
              <a:srgbClr val="D3DCE5"/>
            </a:solidFill>
            <a:prstDash val="solid"/>
          </a:ln>
        </p:spPr>
      </p:sp>
      <p:sp>
        <p:nvSpPr>
          <p:cNvPr id="233" name="Text 231"/>
          <p:cNvSpPr txBox="1"/>
          <p:nvPr/>
        </p:nvSpPr>
        <p:spPr>
          <a:xfrm>
            <a:off x="3200400"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11880"/>
            <a:ext cx="660478" cy="246888"/>
          </a:xfrm>
          <a:prstGeom prst="rect">
            <a:avLst/>
          </a:prstGeom>
          <a:solidFill>
            <a:srgbClr val="F7F9FB"/>
          </a:solidFill>
          <a:ln w="5080">
            <a:solidFill>
              <a:srgbClr val="D3DCE5"/>
            </a:solidFill>
            <a:prstDash val="solid"/>
          </a:ln>
        </p:spPr>
      </p:sp>
      <p:sp>
        <p:nvSpPr>
          <p:cNvPr id="235" name="Text 233"/>
          <p:cNvSpPr txBox="1"/>
          <p:nvPr/>
        </p:nvSpPr>
        <p:spPr>
          <a:xfrm>
            <a:off x="3860878"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11880"/>
            <a:ext cx="660478" cy="246888"/>
          </a:xfrm>
          <a:prstGeom prst="rect">
            <a:avLst/>
          </a:prstGeom>
          <a:solidFill>
            <a:srgbClr val="F7F9FB"/>
          </a:solidFill>
          <a:ln w="5080">
            <a:solidFill>
              <a:srgbClr val="D3DCE5"/>
            </a:solidFill>
            <a:prstDash val="solid"/>
          </a:ln>
        </p:spPr>
      </p:sp>
      <p:sp>
        <p:nvSpPr>
          <p:cNvPr id="237" name="Text 235"/>
          <p:cNvSpPr txBox="1"/>
          <p:nvPr/>
        </p:nvSpPr>
        <p:spPr>
          <a:xfrm>
            <a:off x="4521356"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11880"/>
            <a:ext cx="660478" cy="246888"/>
          </a:xfrm>
          <a:prstGeom prst="rect">
            <a:avLst/>
          </a:prstGeom>
          <a:solidFill>
            <a:srgbClr val="F7F9FB"/>
          </a:solidFill>
          <a:ln w="5080">
            <a:solidFill>
              <a:srgbClr val="D3DCE5"/>
            </a:solidFill>
            <a:prstDash val="solid"/>
          </a:ln>
        </p:spPr>
      </p:sp>
      <p:sp>
        <p:nvSpPr>
          <p:cNvPr id="239" name="Text 237"/>
          <p:cNvSpPr txBox="1"/>
          <p:nvPr/>
        </p:nvSpPr>
        <p:spPr>
          <a:xfrm>
            <a:off x="5181834"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0" name="Shape 238"/>
          <p:cNvSpPr/>
          <p:nvPr/>
        </p:nvSpPr>
        <p:spPr>
          <a:xfrm>
            <a:off x="5842313" y="3611880"/>
            <a:ext cx="660478" cy="246888"/>
          </a:xfrm>
          <a:prstGeom prst="rect">
            <a:avLst/>
          </a:prstGeom>
          <a:solidFill>
            <a:srgbClr val="F7F9FB"/>
          </a:solidFill>
          <a:ln w="5080">
            <a:solidFill>
              <a:srgbClr val="D3DCE5"/>
            </a:solidFill>
            <a:prstDash val="solid"/>
          </a:ln>
        </p:spPr>
      </p:sp>
      <p:sp>
        <p:nvSpPr>
          <p:cNvPr id="241" name="Text 239"/>
          <p:cNvSpPr txBox="1"/>
          <p:nvPr/>
        </p:nvSpPr>
        <p:spPr>
          <a:xfrm>
            <a:off x="584231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2" name="Shape 240"/>
          <p:cNvSpPr/>
          <p:nvPr/>
        </p:nvSpPr>
        <p:spPr>
          <a:xfrm>
            <a:off x="6502791" y="3611880"/>
            <a:ext cx="660478" cy="246888"/>
          </a:xfrm>
          <a:prstGeom prst="rect">
            <a:avLst/>
          </a:prstGeom>
          <a:solidFill>
            <a:srgbClr val="F7F9FB"/>
          </a:solidFill>
          <a:ln w="5080">
            <a:solidFill>
              <a:srgbClr val="D3DCE5"/>
            </a:solidFill>
            <a:prstDash val="solid"/>
          </a:ln>
        </p:spPr>
      </p:sp>
      <p:sp>
        <p:nvSpPr>
          <p:cNvPr id="243" name="Text 241"/>
          <p:cNvSpPr txBox="1"/>
          <p:nvPr/>
        </p:nvSpPr>
        <p:spPr>
          <a:xfrm>
            <a:off x="6502791"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4" name="Shape 242"/>
          <p:cNvSpPr/>
          <p:nvPr/>
        </p:nvSpPr>
        <p:spPr>
          <a:xfrm>
            <a:off x="7163269" y="3611880"/>
            <a:ext cx="660478" cy="246888"/>
          </a:xfrm>
          <a:prstGeom prst="rect">
            <a:avLst/>
          </a:prstGeom>
          <a:solidFill>
            <a:srgbClr val="F7F9FB"/>
          </a:solidFill>
          <a:ln w="5080">
            <a:solidFill>
              <a:srgbClr val="D3DCE5"/>
            </a:solidFill>
            <a:prstDash val="solid"/>
          </a:ln>
        </p:spPr>
      </p:sp>
      <p:sp>
        <p:nvSpPr>
          <p:cNvPr id="245" name="Text 243"/>
          <p:cNvSpPr txBox="1"/>
          <p:nvPr/>
        </p:nvSpPr>
        <p:spPr>
          <a:xfrm>
            <a:off x="7163269"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6" name="Shape 244"/>
          <p:cNvSpPr/>
          <p:nvPr/>
        </p:nvSpPr>
        <p:spPr>
          <a:xfrm>
            <a:off x="7823747" y="3611880"/>
            <a:ext cx="660478" cy="246888"/>
          </a:xfrm>
          <a:prstGeom prst="rect">
            <a:avLst/>
          </a:prstGeom>
          <a:solidFill>
            <a:srgbClr val="F7F9FB"/>
          </a:solidFill>
          <a:ln w="5080">
            <a:solidFill>
              <a:srgbClr val="D3DCE5"/>
            </a:solidFill>
            <a:prstDash val="solid"/>
          </a:ln>
        </p:spPr>
      </p:sp>
      <p:sp>
        <p:nvSpPr>
          <p:cNvPr id="247" name="Text 245"/>
          <p:cNvSpPr txBox="1"/>
          <p:nvPr/>
        </p:nvSpPr>
        <p:spPr>
          <a:xfrm>
            <a:off x="7823747"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8" name="Shape 246"/>
          <p:cNvSpPr/>
          <p:nvPr/>
        </p:nvSpPr>
        <p:spPr>
          <a:xfrm>
            <a:off x="8484225" y="3611880"/>
            <a:ext cx="660478" cy="246888"/>
          </a:xfrm>
          <a:prstGeom prst="rect">
            <a:avLst/>
          </a:prstGeom>
          <a:solidFill>
            <a:srgbClr val="F7F9FB"/>
          </a:solidFill>
          <a:ln w="5080">
            <a:solidFill>
              <a:srgbClr val="D3DCE5"/>
            </a:solidFill>
            <a:prstDash val="solid"/>
          </a:ln>
        </p:spPr>
      </p:sp>
      <p:sp>
        <p:nvSpPr>
          <p:cNvPr id="249" name="Text 247"/>
          <p:cNvSpPr txBox="1"/>
          <p:nvPr/>
        </p:nvSpPr>
        <p:spPr>
          <a:xfrm>
            <a:off x="8484225"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0" name="Shape 248"/>
          <p:cNvSpPr/>
          <p:nvPr/>
        </p:nvSpPr>
        <p:spPr>
          <a:xfrm>
            <a:off x="9144703" y="3611880"/>
            <a:ext cx="660478" cy="246888"/>
          </a:xfrm>
          <a:prstGeom prst="rect">
            <a:avLst/>
          </a:prstGeom>
          <a:solidFill>
            <a:srgbClr val="F7F9FB"/>
          </a:solidFill>
          <a:ln w="5080">
            <a:solidFill>
              <a:srgbClr val="D3DCE5"/>
            </a:solidFill>
            <a:prstDash val="solid"/>
          </a:ln>
        </p:spPr>
      </p:sp>
      <p:sp>
        <p:nvSpPr>
          <p:cNvPr id="251" name="Text 249"/>
          <p:cNvSpPr txBox="1"/>
          <p:nvPr/>
        </p:nvSpPr>
        <p:spPr>
          <a:xfrm>
            <a:off x="914470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2" name="Shape 250"/>
          <p:cNvSpPr/>
          <p:nvPr/>
        </p:nvSpPr>
        <p:spPr>
          <a:xfrm>
            <a:off x="9805182" y="3611880"/>
            <a:ext cx="660478" cy="246888"/>
          </a:xfrm>
          <a:prstGeom prst="rect">
            <a:avLst/>
          </a:prstGeom>
          <a:solidFill>
            <a:srgbClr val="F7F9FB"/>
          </a:solidFill>
          <a:ln w="5080">
            <a:solidFill>
              <a:srgbClr val="D3DCE5"/>
            </a:solidFill>
            <a:prstDash val="solid"/>
          </a:ln>
        </p:spPr>
      </p:sp>
      <p:sp>
        <p:nvSpPr>
          <p:cNvPr id="253" name="Text 251"/>
          <p:cNvSpPr txBox="1"/>
          <p:nvPr/>
        </p:nvSpPr>
        <p:spPr>
          <a:xfrm>
            <a:off x="9805182"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4" name="Shape 252"/>
          <p:cNvSpPr/>
          <p:nvPr/>
        </p:nvSpPr>
        <p:spPr>
          <a:xfrm>
            <a:off x="10465660" y="3611880"/>
            <a:ext cx="660478" cy="246888"/>
          </a:xfrm>
          <a:prstGeom prst="rect">
            <a:avLst/>
          </a:prstGeom>
          <a:solidFill>
            <a:srgbClr val="F7F9FB"/>
          </a:solidFill>
          <a:ln w="5080">
            <a:solidFill>
              <a:srgbClr val="D3DCE5"/>
            </a:solidFill>
            <a:prstDash val="solid"/>
          </a:ln>
        </p:spPr>
      </p:sp>
      <p:sp>
        <p:nvSpPr>
          <p:cNvPr id="255" name="Text 253"/>
          <p:cNvSpPr txBox="1"/>
          <p:nvPr/>
        </p:nvSpPr>
        <p:spPr>
          <a:xfrm>
            <a:off x="10465660"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6" name="Shape 254"/>
          <p:cNvSpPr/>
          <p:nvPr/>
        </p:nvSpPr>
        <p:spPr>
          <a:xfrm>
            <a:off x="11126138" y="3611880"/>
            <a:ext cx="660478" cy="246888"/>
          </a:xfrm>
          <a:prstGeom prst="rect">
            <a:avLst/>
          </a:prstGeom>
          <a:solidFill>
            <a:srgbClr val="F7F9FB"/>
          </a:solidFill>
          <a:ln w="5080">
            <a:solidFill>
              <a:srgbClr val="D3DCE5"/>
            </a:solidFill>
            <a:prstDash val="solid"/>
          </a:ln>
        </p:spPr>
      </p:sp>
      <p:sp>
        <p:nvSpPr>
          <p:cNvPr id="257" name="Text 255"/>
          <p:cNvSpPr txBox="1"/>
          <p:nvPr/>
        </p:nvSpPr>
        <p:spPr>
          <a:xfrm>
            <a:off x="11126138"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8" name="Shape 256"/>
          <p:cNvSpPr/>
          <p:nvPr/>
        </p:nvSpPr>
        <p:spPr>
          <a:xfrm>
            <a:off x="411480" y="3858768"/>
            <a:ext cx="2788920" cy="246888"/>
          </a:xfrm>
          <a:prstGeom prst="rect">
            <a:avLst/>
          </a:prstGeom>
          <a:solidFill>
            <a:srgbClr val="FFFFFF"/>
          </a:solidFill>
          <a:ln w="5080">
            <a:solidFill>
              <a:srgbClr val="D3DCE5"/>
            </a:solidFill>
            <a:prstDash val="solid"/>
          </a:ln>
        </p:spPr>
      </p:sp>
      <p:sp>
        <p:nvSpPr>
          <p:cNvPr id="259" name="Text 257"/>
          <p:cNvSpPr txBox="1"/>
          <p:nvPr/>
        </p:nvSpPr>
        <p:spPr>
          <a:xfrm>
            <a:off x="475488" y="385876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0" name="Shape 258"/>
          <p:cNvSpPr/>
          <p:nvPr/>
        </p:nvSpPr>
        <p:spPr>
          <a:xfrm>
            <a:off x="3200400" y="3858768"/>
            <a:ext cx="660478" cy="246888"/>
          </a:xfrm>
          <a:prstGeom prst="rect">
            <a:avLst/>
          </a:prstGeom>
          <a:solidFill>
            <a:srgbClr val="FFFFFF"/>
          </a:solidFill>
          <a:ln w="5080">
            <a:solidFill>
              <a:srgbClr val="D3DCE5"/>
            </a:solidFill>
            <a:prstDash val="solid"/>
          </a:ln>
        </p:spPr>
      </p:sp>
      <p:sp>
        <p:nvSpPr>
          <p:cNvPr id="261" name="Text 259"/>
          <p:cNvSpPr txBox="1"/>
          <p:nvPr/>
        </p:nvSpPr>
        <p:spPr>
          <a:xfrm>
            <a:off x="3200400"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858768"/>
            <a:ext cx="660478" cy="246888"/>
          </a:xfrm>
          <a:prstGeom prst="rect">
            <a:avLst/>
          </a:prstGeom>
          <a:solidFill>
            <a:srgbClr val="FFFFFF"/>
          </a:solidFill>
          <a:ln w="5080">
            <a:solidFill>
              <a:srgbClr val="D3DCE5"/>
            </a:solidFill>
            <a:prstDash val="solid"/>
          </a:ln>
        </p:spPr>
      </p:sp>
      <p:sp>
        <p:nvSpPr>
          <p:cNvPr id="263" name="Text 261"/>
          <p:cNvSpPr txBox="1"/>
          <p:nvPr/>
        </p:nvSpPr>
        <p:spPr>
          <a:xfrm>
            <a:off x="3860878"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858768"/>
            <a:ext cx="660478" cy="246888"/>
          </a:xfrm>
          <a:prstGeom prst="rect">
            <a:avLst/>
          </a:prstGeom>
          <a:solidFill>
            <a:srgbClr val="FFFFFF"/>
          </a:solidFill>
          <a:ln w="5080">
            <a:solidFill>
              <a:srgbClr val="D3DCE5"/>
            </a:solidFill>
            <a:prstDash val="solid"/>
          </a:ln>
        </p:spPr>
      </p:sp>
      <p:sp>
        <p:nvSpPr>
          <p:cNvPr id="265" name="Text 263"/>
          <p:cNvSpPr txBox="1"/>
          <p:nvPr/>
        </p:nvSpPr>
        <p:spPr>
          <a:xfrm>
            <a:off x="4521356"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6" name="Shape 264"/>
          <p:cNvSpPr/>
          <p:nvPr/>
        </p:nvSpPr>
        <p:spPr>
          <a:xfrm>
            <a:off x="5181834" y="3858768"/>
            <a:ext cx="660478" cy="246888"/>
          </a:xfrm>
          <a:prstGeom prst="rect">
            <a:avLst/>
          </a:prstGeom>
          <a:solidFill>
            <a:srgbClr val="FFFFFF"/>
          </a:solidFill>
          <a:ln w="5080">
            <a:solidFill>
              <a:srgbClr val="D3DCE5"/>
            </a:solidFill>
            <a:prstDash val="solid"/>
          </a:ln>
        </p:spPr>
      </p:sp>
      <p:sp>
        <p:nvSpPr>
          <p:cNvPr id="267" name="Text 265"/>
          <p:cNvSpPr txBox="1"/>
          <p:nvPr/>
        </p:nvSpPr>
        <p:spPr>
          <a:xfrm>
            <a:off x="5181834"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8" name="Shape 266"/>
          <p:cNvSpPr/>
          <p:nvPr/>
        </p:nvSpPr>
        <p:spPr>
          <a:xfrm>
            <a:off x="5842313" y="3858768"/>
            <a:ext cx="660478" cy="246888"/>
          </a:xfrm>
          <a:prstGeom prst="rect">
            <a:avLst/>
          </a:prstGeom>
          <a:solidFill>
            <a:srgbClr val="FFFFFF"/>
          </a:solidFill>
          <a:ln w="5080">
            <a:solidFill>
              <a:srgbClr val="D3DCE5"/>
            </a:solidFill>
            <a:prstDash val="solid"/>
          </a:ln>
        </p:spPr>
      </p:sp>
      <p:sp>
        <p:nvSpPr>
          <p:cNvPr id="269" name="Text 267"/>
          <p:cNvSpPr txBox="1"/>
          <p:nvPr/>
        </p:nvSpPr>
        <p:spPr>
          <a:xfrm>
            <a:off x="584231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0" name="Shape 268"/>
          <p:cNvSpPr/>
          <p:nvPr/>
        </p:nvSpPr>
        <p:spPr>
          <a:xfrm>
            <a:off x="6502791" y="3858768"/>
            <a:ext cx="660478" cy="246888"/>
          </a:xfrm>
          <a:prstGeom prst="rect">
            <a:avLst/>
          </a:prstGeom>
          <a:solidFill>
            <a:srgbClr val="FFFFFF"/>
          </a:solidFill>
          <a:ln w="5080">
            <a:solidFill>
              <a:srgbClr val="D3DCE5"/>
            </a:solidFill>
            <a:prstDash val="solid"/>
          </a:ln>
        </p:spPr>
      </p:sp>
      <p:sp>
        <p:nvSpPr>
          <p:cNvPr id="271" name="Text 269"/>
          <p:cNvSpPr txBox="1"/>
          <p:nvPr/>
        </p:nvSpPr>
        <p:spPr>
          <a:xfrm>
            <a:off x="6502791"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2" name="Shape 270"/>
          <p:cNvSpPr/>
          <p:nvPr/>
        </p:nvSpPr>
        <p:spPr>
          <a:xfrm>
            <a:off x="7163269" y="3858768"/>
            <a:ext cx="660478" cy="246888"/>
          </a:xfrm>
          <a:prstGeom prst="rect">
            <a:avLst/>
          </a:prstGeom>
          <a:solidFill>
            <a:srgbClr val="FFFFFF"/>
          </a:solidFill>
          <a:ln w="5080">
            <a:solidFill>
              <a:srgbClr val="D3DCE5"/>
            </a:solidFill>
            <a:prstDash val="solid"/>
          </a:ln>
        </p:spPr>
      </p:sp>
      <p:sp>
        <p:nvSpPr>
          <p:cNvPr id="273" name="Text 271"/>
          <p:cNvSpPr txBox="1"/>
          <p:nvPr/>
        </p:nvSpPr>
        <p:spPr>
          <a:xfrm>
            <a:off x="7163269"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4" name="Shape 272"/>
          <p:cNvSpPr/>
          <p:nvPr/>
        </p:nvSpPr>
        <p:spPr>
          <a:xfrm>
            <a:off x="7823747" y="3858768"/>
            <a:ext cx="660478" cy="246888"/>
          </a:xfrm>
          <a:prstGeom prst="rect">
            <a:avLst/>
          </a:prstGeom>
          <a:solidFill>
            <a:srgbClr val="FFFFFF"/>
          </a:solidFill>
          <a:ln w="5080">
            <a:solidFill>
              <a:srgbClr val="D3DCE5"/>
            </a:solidFill>
            <a:prstDash val="solid"/>
          </a:ln>
        </p:spPr>
      </p:sp>
      <p:sp>
        <p:nvSpPr>
          <p:cNvPr id="275" name="Text 273"/>
          <p:cNvSpPr txBox="1"/>
          <p:nvPr/>
        </p:nvSpPr>
        <p:spPr>
          <a:xfrm>
            <a:off x="7823747"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6" name="Shape 274"/>
          <p:cNvSpPr/>
          <p:nvPr/>
        </p:nvSpPr>
        <p:spPr>
          <a:xfrm>
            <a:off x="8484225" y="3858768"/>
            <a:ext cx="660478" cy="246888"/>
          </a:xfrm>
          <a:prstGeom prst="rect">
            <a:avLst/>
          </a:prstGeom>
          <a:solidFill>
            <a:srgbClr val="FFFFFF"/>
          </a:solidFill>
          <a:ln w="5080">
            <a:solidFill>
              <a:srgbClr val="D3DCE5"/>
            </a:solidFill>
            <a:prstDash val="solid"/>
          </a:ln>
        </p:spPr>
      </p:sp>
      <p:sp>
        <p:nvSpPr>
          <p:cNvPr id="277" name="Text 275"/>
          <p:cNvSpPr txBox="1"/>
          <p:nvPr/>
        </p:nvSpPr>
        <p:spPr>
          <a:xfrm>
            <a:off x="8484225"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8" name="Shape 276"/>
          <p:cNvSpPr/>
          <p:nvPr/>
        </p:nvSpPr>
        <p:spPr>
          <a:xfrm>
            <a:off x="9144703" y="3858768"/>
            <a:ext cx="660478" cy="246888"/>
          </a:xfrm>
          <a:prstGeom prst="rect">
            <a:avLst/>
          </a:prstGeom>
          <a:solidFill>
            <a:srgbClr val="FFFFFF"/>
          </a:solidFill>
          <a:ln w="5080">
            <a:solidFill>
              <a:srgbClr val="D3DCE5"/>
            </a:solidFill>
            <a:prstDash val="solid"/>
          </a:ln>
        </p:spPr>
      </p:sp>
      <p:sp>
        <p:nvSpPr>
          <p:cNvPr id="279" name="Text 277"/>
          <p:cNvSpPr txBox="1"/>
          <p:nvPr/>
        </p:nvSpPr>
        <p:spPr>
          <a:xfrm>
            <a:off x="914470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0" name="Shape 278"/>
          <p:cNvSpPr/>
          <p:nvPr/>
        </p:nvSpPr>
        <p:spPr>
          <a:xfrm>
            <a:off x="9805182" y="3858768"/>
            <a:ext cx="660478" cy="246888"/>
          </a:xfrm>
          <a:prstGeom prst="rect">
            <a:avLst/>
          </a:prstGeom>
          <a:solidFill>
            <a:srgbClr val="FFFFFF"/>
          </a:solidFill>
          <a:ln w="5080">
            <a:solidFill>
              <a:srgbClr val="D3DCE5"/>
            </a:solidFill>
            <a:prstDash val="solid"/>
          </a:ln>
        </p:spPr>
      </p:sp>
      <p:sp>
        <p:nvSpPr>
          <p:cNvPr id="281" name="Text 279"/>
          <p:cNvSpPr txBox="1"/>
          <p:nvPr/>
        </p:nvSpPr>
        <p:spPr>
          <a:xfrm>
            <a:off x="9805182"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2" name="Shape 280"/>
          <p:cNvSpPr/>
          <p:nvPr/>
        </p:nvSpPr>
        <p:spPr>
          <a:xfrm>
            <a:off x="10465660" y="3858768"/>
            <a:ext cx="660478" cy="246888"/>
          </a:xfrm>
          <a:prstGeom prst="rect">
            <a:avLst/>
          </a:prstGeom>
          <a:solidFill>
            <a:srgbClr val="FFFFFF"/>
          </a:solidFill>
          <a:ln w="5080">
            <a:solidFill>
              <a:srgbClr val="D3DCE5"/>
            </a:solidFill>
            <a:prstDash val="solid"/>
          </a:ln>
        </p:spPr>
      </p:sp>
      <p:sp>
        <p:nvSpPr>
          <p:cNvPr id="283" name="Text 281"/>
          <p:cNvSpPr txBox="1"/>
          <p:nvPr/>
        </p:nvSpPr>
        <p:spPr>
          <a:xfrm>
            <a:off x="10465660"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4" name="Shape 282"/>
          <p:cNvSpPr/>
          <p:nvPr/>
        </p:nvSpPr>
        <p:spPr>
          <a:xfrm>
            <a:off x="11126138" y="3858768"/>
            <a:ext cx="660478" cy="246888"/>
          </a:xfrm>
          <a:prstGeom prst="rect">
            <a:avLst/>
          </a:prstGeom>
          <a:solidFill>
            <a:srgbClr val="FFFFFF"/>
          </a:solidFill>
          <a:ln w="5080">
            <a:solidFill>
              <a:srgbClr val="D3DCE5"/>
            </a:solidFill>
            <a:prstDash val="solid"/>
          </a:ln>
        </p:spPr>
      </p:sp>
      <p:sp>
        <p:nvSpPr>
          <p:cNvPr id="285" name="Text 283"/>
          <p:cNvSpPr txBox="1"/>
          <p:nvPr/>
        </p:nvSpPr>
        <p:spPr>
          <a:xfrm>
            <a:off x="11126138"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6" name="Shape 284"/>
          <p:cNvSpPr/>
          <p:nvPr/>
        </p:nvSpPr>
        <p:spPr>
          <a:xfrm>
            <a:off x="411480" y="4105656"/>
            <a:ext cx="2788920" cy="246888"/>
          </a:xfrm>
          <a:prstGeom prst="rect">
            <a:avLst/>
          </a:prstGeom>
          <a:solidFill>
            <a:srgbClr val="F7F9FB"/>
          </a:solidFill>
          <a:ln w="5080">
            <a:solidFill>
              <a:srgbClr val="D3DCE5"/>
            </a:solidFill>
            <a:prstDash val="solid"/>
          </a:ln>
        </p:spPr>
      </p:sp>
      <p:sp>
        <p:nvSpPr>
          <p:cNvPr id="287" name="Text 285"/>
          <p:cNvSpPr txBox="1"/>
          <p:nvPr/>
        </p:nvSpPr>
        <p:spPr>
          <a:xfrm>
            <a:off x="475488" y="410565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8" name="Shape 286"/>
          <p:cNvSpPr/>
          <p:nvPr/>
        </p:nvSpPr>
        <p:spPr>
          <a:xfrm>
            <a:off x="3200400" y="4105656"/>
            <a:ext cx="660478" cy="246888"/>
          </a:xfrm>
          <a:prstGeom prst="rect">
            <a:avLst/>
          </a:prstGeom>
          <a:solidFill>
            <a:srgbClr val="F7F9FB"/>
          </a:solidFill>
          <a:ln w="5080">
            <a:solidFill>
              <a:srgbClr val="D3DCE5"/>
            </a:solidFill>
            <a:prstDash val="solid"/>
          </a:ln>
        </p:spPr>
      </p:sp>
      <p:sp>
        <p:nvSpPr>
          <p:cNvPr id="289" name="Text 287"/>
          <p:cNvSpPr txBox="1"/>
          <p:nvPr/>
        </p:nvSpPr>
        <p:spPr>
          <a:xfrm>
            <a:off x="3200400"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4105656"/>
            <a:ext cx="660478" cy="246888"/>
          </a:xfrm>
          <a:prstGeom prst="rect">
            <a:avLst/>
          </a:prstGeom>
          <a:solidFill>
            <a:srgbClr val="F7F9FB"/>
          </a:solidFill>
          <a:ln w="5080">
            <a:solidFill>
              <a:srgbClr val="D3DCE5"/>
            </a:solidFill>
            <a:prstDash val="solid"/>
          </a:ln>
        </p:spPr>
      </p:sp>
      <p:sp>
        <p:nvSpPr>
          <p:cNvPr id="291" name="Text 289"/>
          <p:cNvSpPr txBox="1"/>
          <p:nvPr/>
        </p:nvSpPr>
        <p:spPr>
          <a:xfrm>
            <a:off x="3860878"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4105656"/>
            <a:ext cx="660478" cy="246888"/>
          </a:xfrm>
          <a:prstGeom prst="rect">
            <a:avLst/>
          </a:prstGeom>
          <a:solidFill>
            <a:srgbClr val="F7F9FB"/>
          </a:solidFill>
          <a:ln w="5080">
            <a:solidFill>
              <a:srgbClr val="D3DCE5"/>
            </a:solidFill>
            <a:prstDash val="solid"/>
          </a:ln>
        </p:spPr>
      </p:sp>
      <p:sp>
        <p:nvSpPr>
          <p:cNvPr id="293" name="Text 291"/>
          <p:cNvSpPr txBox="1"/>
          <p:nvPr/>
        </p:nvSpPr>
        <p:spPr>
          <a:xfrm>
            <a:off x="4521356"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4105656"/>
            <a:ext cx="660478" cy="246888"/>
          </a:xfrm>
          <a:prstGeom prst="rect">
            <a:avLst/>
          </a:prstGeom>
          <a:solidFill>
            <a:srgbClr val="F7F9FB"/>
          </a:solidFill>
          <a:ln w="5080">
            <a:solidFill>
              <a:srgbClr val="D3DCE5"/>
            </a:solidFill>
            <a:prstDash val="solid"/>
          </a:ln>
        </p:spPr>
      </p:sp>
      <p:sp>
        <p:nvSpPr>
          <p:cNvPr id="295" name="Text 293"/>
          <p:cNvSpPr txBox="1"/>
          <p:nvPr/>
        </p:nvSpPr>
        <p:spPr>
          <a:xfrm>
            <a:off x="5181834"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6" name="Shape 294"/>
          <p:cNvSpPr/>
          <p:nvPr/>
        </p:nvSpPr>
        <p:spPr>
          <a:xfrm>
            <a:off x="5842313" y="4105656"/>
            <a:ext cx="660478" cy="246888"/>
          </a:xfrm>
          <a:prstGeom prst="rect">
            <a:avLst/>
          </a:prstGeom>
          <a:solidFill>
            <a:srgbClr val="F7F9FB"/>
          </a:solidFill>
          <a:ln w="5080">
            <a:solidFill>
              <a:srgbClr val="D3DCE5"/>
            </a:solidFill>
            <a:prstDash val="solid"/>
          </a:ln>
        </p:spPr>
      </p:sp>
      <p:sp>
        <p:nvSpPr>
          <p:cNvPr id="297" name="Text 295"/>
          <p:cNvSpPr txBox="1"/>
          <p:nvPr/>
        </p:nvSpPr>
        <p:spPr>
          <a:xfrm>
            <a:off x="584231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8" name="Shape 296"/>
          <p:cNvSpPr/>
          <p:nvPr/>
        </p:nvSpPr>
        <p:spPr>
          <a:xfrm>
            <a:off x="6502791" y="4105656"/>
            <a:ext cx="660478" cy="246888"/>
          </a:xfrm>
          <a:prstGeom prst="rect">
            <a:avLst/>
          </a:prstGeom>
          <a:solidFill>
            <a:srgbClr val="F7F9FB"/>
          </a:solidFill>
          <a:ln w="5080">
            <a:solidFill>
              <a:srgbClr val="D3DCE5"/>
            </a:solidFill>
            <a:prstDash val="solid"/>
          </a:ln>
        </p:spPr>
      </p:sp>
      <p:sp>
        <p:nvSpPr>
          <p:cNvPr id="299" name="Text 297"/>
          <p:cNvSpPr txBox="1"/>
          <p:nvPr/>
        </p:nvSpPr>
        <p:spPr>
          <a:xfrm>
            <a:off x="6502791"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0" name="Shape 298"/>
          <p:cNvSpPr/>
          <p:nvPr/>
        </p:nvSpPr>
        <p:spPr>
          <a:xfrm>
            <a:off x="7163269" y="4105656"/>
            <a:ext cx="660478" cy="246888"/>
          </a:xfrm>
          <a:prstGeom prst="rect">
            <a:avLst/>
          </a:prstGeom>
          <a:solidFill>
            <a:srgbClr val="F7F9FB"/>
          </a:solidFill>
          <a:ln w="5080">
            <a:solidFill>
              <a:srgbClr val="D3DCE5"/>
            </a:solidFill>
            <a:prstDash val="solid"/>
          </a:ln>
        </p:spPr>
      </p:sp>
      <p:sp>
        <p:nvSpPr>
          <p:cNvPr id="301" name="Text 299"/>
          <p:cNvSpPr txBox="1"/>
          <p:nvPr/>
        </p:nvSpPr>
        <p:spPr>
          <a:xfrm>
            <a:off x="7163269"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2" name="Shape 300"/>
          <p:cNvSpPr/>
          <p:nvPr/>
        </p:nvSpPr>
        <p:spPr>
          <a:xfrm>
            <a:off x="7823747" y="4105656"/>
            <a:ext cx="660478" cy="246888"/>
          </a:xfrm>
          <a:prstGeom prst="rect">
            <a:avLst/>
          </a:prstGeom>
          <a:solidFill>
            <a:srgbClr val="F7F9FB"/>
          </a:solidFill>
          <a:ln w="5080">
            <a:solidFill>
              <a:srgbClr val="D3DCE5"/>
            </a:solidFill>
            <a:prstDash val="solid"/>
          </a:ln>
        </p:spPr>
      </p:sp>
      <p:sp>
        <p:nvSpPr>
          <p:cNvPr id="303" name="Text 301"/>
          <p:cNvSpPr txBox="1"/>
          <p:nvPr/>
        </p:nvSpPr>
        <p:spPr>
          <a:xfrm>
            <a:off x="7823747"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4" name="Shape 302"/>
          <p:cNvSpPr/>
          <p:nvPr/>
        </p:nvSpPr>
        <p:spPr>
          <a:xfrm>
            <a:off x="8484225" y="4105656"/>
            <a:ext cx="660478" cy="246888"/>
          </a:xfrm>
          <a:prstGeom prst="rect">
            <a:avLst/>
          </a:prstGeom>
          <a:solidFill>
            <a:srgbClr val="F7F9FB"/>
          </a:solidFill>
          <a:ln w="5080">
            <a:solidFill>
              <a:srgbClr val="D3DCE5"/>
            </a:solidFill>
            <a:prstDash val="solid"/>
          </a:ln>
        </p:spPr>
      </p:sp>
      <p:sp>
        <p:nvSpPr>
          <p:cNvPr id="305" name="Text 303"/>
          <p:cNvSpPr txBox="1"/>
          <p:nvPr/>
        </p:nvSpPr>
        <p:spPr>
          <a:xfrm>
            <a:off x="8484225"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6" name="Shape 304"/>
          <p:cNvSpPr/>
          <p:nvPr/>
        </p:nvSpPr>
        <p:spPr>
          <a:xfrm>
            <a:off x="9144703" y="4105656"/>
            <a:ext cx="660478" cy="246888"/>
          </a:xfrm>
          <a:prstGeom prst="rect">
            <a:avLst/>
          </a:prstGeom>
          <a:solidFill>
            <a:srgbClr val="F7F9FB"/>
          </a:solidFill>
          <a:ln w="5080">
            <a:solidFill>
              <a:srgbClr val="D3DCE5"/>
            </a:solidFill>
            <a:prstDash val="solid"/>
          </a:ln>
        </p:spPr>
      </p:sp>
      <p:sp>
        <p:nvSpPr>
          <p:cNvPr id="307" name="Text 305"/>
          <p:cNvSpPr txBox="1"/>
          <p:nvPr/>
        </p:nvSpPr>
        <p:spPr>
          <a:xfrm>
            <a:off x="914470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8" name="Shape 306"/>
          <p:cNvSpPr/>
          <p:nvPr/>
        </p:nvSpPr>
        <p:spPr>
          <a:xfrm>
            <a:off x="9805182" y="4105656"/>
            <a:ext cx="660478" cy="246888"/>
          </a:xfrm>
          <a:prstGeom prst="rect">
            <a:avLst/>
          </a:prstGeom>
          <a:solidFill>
            <a:srgbClr val="F7F9FB"/>
          </a:solidFill>
          <a:ln w="5080">
            <a:solidFill>
              <a:srgbClr val="D3DCE5"/>
            </a:solidFill>
            <a:prstDash val="solid"/>
          </a:ln>
        </p:spPr>
      </p:sp>
      <p:sp>
        <p:nvSpPr>
          <p:cNvPr id="309" name="Text 307"/>
          <p:cNvSpPr txBox="1"/>
          <p:nvPr/>
        </p:nvSpPr>
        <p:spPr>
          <a:xfrm>
            <a:off x="9805182"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0" name="Shape 308"/>
          <p:cNvSpPr/>
          <p:nvPr/>
        </p:nvSpPr>
        <p:spPr>
          <a:xfrm>
            <a:off x="10465660" y="4105656"/>
            <a:ext cx="660478" cy="246888"/>
          </a:xfrm>
          <a:prstGeom prst="rect">
            <a:avLst/>
          </a:prstGeom>
          <a:solidFill>
            <a:srgbClr val="F7F9FB"/>
          </a:solidFill>
          <a:ln w="5080">
            <a:solidFill>
              <a:srgbClr val="D3DCE5"/>
            </a:solidFill>
            <a:prstDash val="solid"/>
          </a:ln>
        </p:spPr>
      </p:sp>
      <p:sp>
        <p:nvSpPr>
          <p:cNvPr id="311" name="Text 309"/>
          <p:cNvSpPr txBox="1"/>
          <p:nvPr/>
        </p:nvSpPr>
        <p:spPr>
          <a:xfrm>
            <a:off x="10465660"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2" name="Shape 310"/>
          <p:cNvSpPr/>
          <p:nvPr/>
        </p:nvSpPr>
        <p:spPr>
          <a:xfrm>
            <a:off x="11126138" y="4105656"/>
            <a:ext cx="660478" cy="246888"/>
          </a:xfrm>
          <a:prstGeom prst="rect">
            <a:avLst/>
          </a:prstGeom>
          <a:solidFill>
            <a:srgbClr val="F7F9FB"/>
          </a:solidFill>
          <a:ln w="5080">
            <a:solidFill>
              <a:srgbClr val="D3DCE5"/>
            </a:solidFill>
            <a:prstDash val="solid"/>
          </a:ln>
        </p:spPr>
      </p:sp>
      <p:sp>
        <p:nvSpPr>
          <p:cNvPr id="313" name="Text 311"/>
          <p:cNvSpPr txBox="1"/>
          <p:nvPr/>
        </p:nvSpPr>
        <p:spPr>
          <a:xfrm>
            <a:off x="11126138"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4" name="Shape 312"/>
          <p:cNvSpPr/>
          <p:nvPr/>
        </p:nvSpPr>
        <p:spPr>
          <a:xfrm>
            <a:off x="411480" y="4553712"/>
            <a:ext cx="11375136" cy="1298448"/>
          </a:xfrm>
          <a:prstGeom prst="rect">
            <a:avLst/>
          </a:prstGeom>
          <a:solidFill>
            <a:srgbClr val="EEF2F6"/>
          </a:solidFill>
          <a:ln w="9525">
            <a:solidFill>
              <a:srgbClr val="D3DCE5"/>
            </a:solidFill>
            <a:prstDash val="solid"/>
          </a:ln>
        </p:spPr>
      </p:sp>
      <p:sp>
        <p:nvSpPr>
          <p:cNvPr id="315" name="Text 313"/>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6" name="Text 314"/>
          <p:cNvSpPr txBox="1"/>
          <p:nvPr/>
        </p:nvSpPr>
        <p:spPr>
          <a:xfrm>
            <a:off x="576072" y="5010912"/>
            <a:ext cx="11045952" cy="74980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920" dirty="0"/>
          </a:p>
        </p:txBody>
      </p:sp>
      <p:sp>
        <p:nvSpPr>
          <p:cNvPr id="317" name="Text 31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Cash Flow sheet, base case.</a:t>
            </a:r>
            <a:endParaRPr lang="en-US" sz="750" dirty="0"/>
          </a:p>
        </p:txBody>
      </p:sp>
      <p:sp>
        <p:nvSpPr>
          <p:cNvPr id="318" name="Text 31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E8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Free cash flow and the discounted cash flow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Unlevered FCFF discounted at 8.88% on a mid-year convention, with a terminal value that is an annuity over the ore that is left.</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51460"/>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6" name="Shape 34"/>
          <p:cNvSpPr/>
          <p:nvPr/>
        </p:nvSpPr>
        <p:spPr>
          <a:xfrm>
            <a:off x="3200400" y="1883664"/>
            <a:ext cx="660478" cy="251460"/>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51460"/>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51460"/>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2" name="Shape 40"/>
          <p:cNvSpPr/>
          <p:nvPr/>
        </p:nvSpPr>
        <p:spPr>
          <a:xfrm>
            <a:off x="5181834" y="1883664"/>
            <a:ext cx="660478" cy="251460"/>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4" name="Shape 42"/>
          <p:cNvSpPr/>
          <p:nvPr/>
        </p:nvSpPr>
        <p:spPr>
          <a:xfrm>
            <a:off x="5842313" y="1883664"/>
            <a:ext cx="660478" cy="251460"/>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6" name="Shape 44"/>
          <p:cNvSpPr/>
          <p:nvPr/>
        </p:nvSpPr>
        <p:spPr>
          <a:xfrm>
            <a:off x="6502791" y="1883664"/>
            <a:ext cx="660478" cy="251460"/>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8" name="Shape 46"/>
          <p:cNvSpPr/>
          <p:nvPr/>
        </p:nvSpPr>
        <p:spPr>
          <a:xfrm>
            <a:off x="7163269" y="1883664"/>
            <a:ext cx="660478" cy="251460"/>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0" name="Shape 48"/>
          <p:cNvSpPr/>
          <p:nvPr/>
        </p:nvSpPr>
        <p:spPr>
          <a:xfrm>
            <a:off x="7823747" y="1883664"/>
            <a:ext cx="660478" cy="251460"/>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2" name="Shape 50"/>
          <p:cNvSpPr/>
          <p:nvPr/>
        </p:nvSpPr>
        <p:spPr>
          <a:xfrm>
            <a:off x="8484225" y="1883664"/>
            <a:ext cx="660478" cy="251460"/>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4" name="Shape 52"/>
          <p:cNvSpPr/>
          <p:nvPr/>
        </p:nvSpPr>
        <p:spPr>
          <a:xfrm>
            <a:off x="9144703" y="1883664"/>
            <a:ext cx="660478" cy="251460"/>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6" name="Shape 54"/>
          <p:cNvSpPr/>
          <p:nvPr/>
        </p:nvSpPr>
        <p:spPr>
          <a:xfrm>
            <a:off x="9805182" y="1883664"/>
            <a:ext cx="660478" cy="251460"/>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8" name="Shape 56"/>
          <p:cNvSpPr/>
          <p:nvPr/>
        </p:nvSpPr>
        <p:spPr>
          <a:xfrm>
            <a:off x="10465660" y="1883664"/>
            <a:ext cx="660478" cy="251460"/>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0" name="Shape 58"/>
          <p:cNvSpPr/>
          <p:nvPr/>
        </p:nvSpPr>
        <p:spPr>
          <a:xfrm>
            <a:off x="11126138" y="1883664"/>
            <a:ext cx="660478" cy="251460"/>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2" name="Shape 60"/>
          <p:cNvSpPr/>
          <p:nvPr/>
        </p:nvSpPr>
        <p:spPr>
          <a:xfrm>
            <a:off x="411480" y="2135124"/>
            <a:ext cx="2788920" cy="251460"/>
          </a:xfrm>
          <a:prstGeom prst="rect">
            <a:avLst/>
          </a:prstGeom>
          <a:solidFill>
            <a:srgbClr val="F7F9FB"/>
          </a:solidFill>
          <a:ln w="5080">
            <a:solidFill>
              <a:srgbClr val="D3DCE5"/>
            </a:solidFill>
            <a:prstDash val="solid"/>
          </a:ln>
        </p:spPr>
      </p:sp>
      <p:sp>
        <p:nvSpPr>
          <p:cNvPr id="63" name="Text 61"/>
          <p:cNvSpPr txBox="1"/>
          <p:nvPr/>
        </p:nvSpPr>
        <p:spPr>
          <a:xfrm>
            <a:off x="475488" y="213512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4" name="Shape 62"/>
          <p:cNvSpPr/>
          <p:nvPr/>
        </p:nvSpPr>
        <p:spPr>
          <a:xfrm>
            <a:off x="3200400" y="2135124"/>
            <a:ext cx="660478" cy="251460"/>
          </a:xfrm>
          <a:prstGeom prst="rect">
            <a:avLst/>
          </a:prstGeom>
          <a:solidFill>
            <a:srgbClr val="F7F9FB"/>
          </a:solidFill>
          <a:ln w="5080">
            <a:solidFill>
              <a:srgbClr val="D3DCE5"/>
            </a:solidFill>
            <a:prstDash val="solid"/>
          </a:ln>
        </p:spPr>
      </p:sp>
      <p:sp>
        <p:nvSpPr>
          <p:cNvPr id="65" name="Text 63"/>
          <p:cNvSpPr txBox="1"/>
          <p:nvPr/>
        </p:nvSpPr>
        <p:spPr>
          <a:xfrm>
            <a:off x="3200400"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5124"/>
            <a:ext cx="660478" cy="251460"/>
          </a:xfrm>
          <a:prstGeom prst="rect">
            <a:avLst/>
          </a:prstGeom>
          <a:solidFill>
            <a:srgbClr val="F7F9FB"/>
          </a:solidFill>
          <a:ln w="5080">
            <a:solidFill>
              <a:srgbClr val="D3DCE5"/>
            </a:solidFill>
            <a:prstDash val="solid"/>
          </a:ln>
        </p:spPr>
      </p:sp>
      <p:sp>
        <p:nvSpPr>
          <p:cNvPr id="67" name="Text 65"/>
          <p:cNvSpPr txBox="1"/>
          <p:nvPr/>
        </p:nvSpPr>
        <p:spPr>
          <a:xfrm>
            <a:off x="3860878"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5124"/>
            <a:ext cx="660478" cy="251460"/>
          </a:xfrm>
          <a:prstGeom prst="rect">
            <a:avLst/>
          </a:prstGeom>
          <a:solidFill>
            <a:srgbClr val="F7F9FB"/>
          </a:solidFill>
          <a:ln w="5080">
            <a:solidFill>
              <a:srgbClr val="D3DCE5"/>
            </a:solidFill>
            <a:prstDash val="solid"/>
          </a:ln>
        </p:spPr>
      </p:sp>
      <p:sp>
        <p:nvSpPr>
          <p:cNvPr id="69" name="Text 67"/>
          <p:cNvSpPr txBox="1"/>
          <p:nvPr/>
        </p:nvSpPr>
        <p:spPr>
          <a:xfrm>
            <a:off x="4521356"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5124"/>
            <a:ext cx="660478" cy="251460"/>
          </a:xfrm>
          <a:prstGeom prst="rect">
            <a:avLst/>
          </a:prstGeom>
          <a:solidFill>
            <a:srgbClr val="F7F9FB"/>
          </a:solidFill>
          <a:ln w="5080">
            <a:solidFill>
              <a:srgbClr val="D3DCE5"/>
            </a:solidFill>
            <a:prstDash val="solid"/>
          </a:ln>
        </p:spPr>
      </p:sp>
      <p:sp>
        <p:nvSpPr>
          <p:cNvPr id="71" name="Text 69"/>
          <p:cNvSpPr txBox="1"/>
          <p:nvPr/>
        </p:nvSpPr>
        <p:spPr>
          <a:xfrm>
            <a:off x="5181834"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2" name="Shape 70"/>
          <p:cNvSpPr/>
          <p:nvPr/>
        </p:nvSpPr>
        <p:spPr>
          <a:xfrm>
            <a:off x="5842313" y="2135124"/>
            <a:ext cx="660478" cy="251460"/>
          </a:xfrm>
          <a:prstGeom prst="rect">
            <a:avLst/>
          </a:prstGeom>
          <a:solidFill>
            <a:srgbClr val="F7F9FB"/>
          </a:solidFill>
          <a:ln w="5080">
            <a:solidFill>
              <a:srgbClr val="D3DCE5"/>
            </a:solidFill>
            <a:prstDash val="solid"/>
          </a:ln>
        </p:spPr>
      </p:sp>
      <p:sp>
        <p:nvSpPr>
          <p:cNvPr id="73" name="Text 71"/>
          <p:cNvSpPr txBox="1"/>
          <p:nvPr/>
        </p:nvSpPr>
        <p:spPr>
          <a:xfrm>
            <a:off x="584231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4" name="Shape 72"/>
          <p:cNvSpPr/>
          <p:nvPr/>
        </p:nvSpPr>
        <p:spPr>
          <a:xfrm>
            <a:off x="6502791" y="2135124"/>
            <a:ext cx="660478" cy="251460"/>
          </a:xfrm>
          <a:prstGeom prst="rect">
            <a:avLst/>
          </a:prstGeom>
          <a:solidFill>
            <a:srgbClr val="F7F9FB"/>
          </a:solidFill>
          <a:ln w="5080">
            <a:solidFill>
              <a:srgbClr val="D3DCE5"/>
            </a:solidFill>
            <a:prstDash val="solid"/>
          </a:ln>
        </p:spPr>
      </p:sp>
      <p:sp>
        <p:nvSpPr>
          <p:cNvPr id="75" name="Text 73"/>
          <p:cNvSpPr txBox="1"/>
          <p:nvPr/>
        </p:nvSpPr>
        <p:spPr>
          <a:xfrm>
            <a:off x="6502791"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6" name="Shape 74"/>
          <p:cNvSpPr/>
          <p:nvPr/>
        </p:nvSpPr>
        <p:spPr>
          <a:xfrm>
            <a:off x="7163269" y="2135124"/>
            <a:ext cx="660478" cy="251460"/>
          </a:xfrm>
          <a:prstGeom prst="rect">
            <a:avLst/>
          </a:prstGeom>
          <a:solidFill>
            <a:srgbClr val="F7F9FB"/>
          </a:solidFill>
          <a:ln w="5080">
            <a:solidFill>
              <a:srgbClr val="D3DCE5"/>
            </a:solidFill>
            <a:prstDash val="solid"/>
          </a:ln>
        </p:spPr>
      </p:sp>
      <p:sp>
        <p:nvSpPr>
          <p:cNvPr id="77" name="Text 75"/>
          <p:cNvSpPr txBox="1"/>
          <p:nvPr/>
        </p:nvSpPr>
        <p:spPr>
          <a:xfrm>
            <a:off x="7163269"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8" name="Shape 76"/>
          <p:cNvSpPr/>
          <p:nvPr/>
        </p:nvSpPr>
        <p:spPr>
          <a:xfrm>
            <a:off x="7823747" y="2135124"/>
            <a:ext cx="660478" cy="251460"/>
          </a:xfrm>
          <a:prstGeom prst="rect">
            <a:avLst/>
          </a:prstGeom>
          <a:solidFill>
            <a:srgbClr val="F7F9FB"/>
          </a:solidFill>
          <a:ln w="5080">
            <a:solidFill>
              <a:srgbClr val="D3DCE5"/>
            </a:solidFill>
            <a:prstDash val="solid"/>
          </a:ln>
        </p:spPr>
      </p:sp>
      <p:sp>
        <p:nvSpPr>
          <p:cNvPr id="79" name="Text 77"/>
          <p:cNvSpPr txBox="1"/>
          <p:nvPr/>
        </p:nvSpPr>
        <p:spPr>
          <a:xfrm>
            <a:off x="7823747"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0" name="Shape 78"/>
          <p:cNvSpPr/>
          <p:nvPr/>
        </p:nvSpPr>
        <p:spPr>
          <a:xfrm>
            <a:off x="8484225" y="2135124"/>
            <a:ext cx="660478" cy="251460"/>
          </a:xfrm>
          <a:prstGeom prst="rect">
            <a:avLst/>
          </a:prstGeom>
          <a:solidFill>
            <a:srgbClr val="F7F9FB"/>
          </a:solidFill>
          <a:ln w="5080">
            <a:solidFill>
              <a:srgbClr val="D3DCE5"/>
            </a:solidFill>
            <a:prstDash val="solid"/>
          </a:ln>
        </p:spPr>
      </p:sp>
      <p:sp>
        <p:nvSpPr>
          <p:cNvPr id="81" name="Text 79"/>
          <p:cNvSpPr txBox="1"/>
          <p:nvPr/>
        </p:nvSpPr>
        <p:spPr>
          <a:xfrm>
            <a:off x="8484225"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2" name="Shape 80"/>
          <p:cNvSpPr/>
          <p:nvPr/>
        </p:nvSpPr>
        <p:spPr>
          <a:xfrm>
            <a:off x="9144703" y="2135124"/>
            <a:ext cx="660478" cy="251460"/>
          </a:xfrm>
          <a:prstGeom prst="rect">
            <a:avLst/>
          </a:prstGeom>
          <a:solidFill>
            <a:srgbClr val="F7F9FB"/>
          </a:solidFill>
          <a:ln w="5080">
            <a:solidFill>
              <a:srgbClr val="D3DCE5"/>
            </a:solidFill>
            <a:prstDash val="solid"/>
          </a:ln>
        </p:spPr>
      </p:sp>
      <p:sp>
        <p:nvSpPr>
          <p:cNvPr id="83" name="Text 81"/>
          <p:cNvSpPr txBox="1"/>
          <p:nvPr/>
        </p:nvSpPr>
        <p:spPr>
          <a:xfrm>
            <a:off x="914470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4" name="Shape 82"/>
          <p:cNvSpPr/>
          <p:nvPr/>
        </p:nvSpPr>
        <p:spPr>
          <a:xfrm>
            <a:off x="9805182" y="2135124"/>
            <a:ext cx="660478" cy="251460"/>
          </a:xfrm>
          <a:prstGeom prst="rect">
            <a:avLst/>
          </a:prstGeom>
          <a:solidFill>
            <a:srgbClr val="F7F9FB"/>
          </a:solidFill>
          <a:ln w="5080">
            <a:solidFill>
              <a:srgbClr val="D3DCE5"/>
            </a:solidFill>
            <a:prstDash val="solid"/>
          </a:ln>
        </p:spPr>
      </p:sp>
      <p:sp>
        <p:nvSpPr>
          <p:cNvPr id="85" name="Text 83"/>
          <p:cNvSpPr txBox="1"/>
          <p:nvPr/>
        </p:nvSpPr>
        <p:spPr>
          <a:xfrm>
            <a:off x="9805182"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6" name="Shape 84"/>
          <p:cNvSpPr/>
          <p:nvPr/>
        </p:nvSpPr>
        <p:spPr>
          <a:xfrm>
            <a:off x="10465660" y="2135124"/>
            <a:ext cx="660478" cy="251460"/>
          </a:xfrm>
          <a:prstGeom prst="rect">
            <a:avLst/>
          </a:prstGeom>
          <a:solidFill>
            <a:srgbClr val="F7F9FB"/>
          </a:solidFill>
          <a:ln w="5080">
            <a:solidFill>
              <a:srgbClr val="D3DCE5"/>
            </a:solidFill>
            <a:prstDash val="solid"/>
          </a:ln>
        </p:spPr>
      </p:sp>
      <p:sp>
        <p:nvSpPr>
          <p:cNvPr id="87" name="Text 85"/>
          <p:cNvSpPr txBox="1"/>
          <p:nvPr/>
        </p:nvSpPr>
        <p:spPr>
          <a:xfrm>
            <a:off x="10465660"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8" name="Shape 86"/>
          <p:cNvSpPr/>
          <p:nvPr/>
        </p:nvSpPr>
        <p:spPr>
          <a:xfrm>
            <a:off x="11126138" y="2135124"/>
            <a:ext cx="660478" cy="251460"/>
          </a:xfrm>
          <a:prstGeom prst="rect">
            <a:avLst/>
          </a:prstGeom>
          <a:solidFill>
            <a:srgbClr val="F7F9FB"/>
          </a:solidFill>
          <a:ln w="5080">
            <a:solidFill>
              <a:srgbClr val="D3DCE5"/>
            </a:solidFill>
            <a:prstDash val="solid"/>
          </a:ln>
        </p:spPr>
      </p:sp>
      <p:sp>
        <p:nvSpPr>
          <p:cNvPr id="89" name="Text 87"/>
          <p:cNvSpPr txBox="1"/>
          <p:nvPr/>
        </p:nvSpPr>
        <p:spPr>
          <a:xfrm>
            <a:off x="11126138"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0" name="Shape 88"/>
          <p:cNvSpPr/>
          <p:nvPr/>
        </p:nvSpPr>
        <p:spPr>
          <a:xfrm>
            <a:off x="411480" y="2386584"/>
            <a:ext cx="2788920" cy="251460"/>
          </a:xfrm>
          <a:prstGeom prst="rect">
            <a:avLst/>
          </a:prstGeom>
          <a:solidFill>
            <a:srgbClr val="FFFFFF"/>
          </a:solidFill>
          <a:ln w="5080">
            <a:solidFill>
              <a:srgbClr val="D3DCE5"/>
            </a:solidFill>
            <a:prstDash val="solid"/>
          </a:ln>
        </p:spPr>
      </p:sp>
      <p:sp>
        <p:nvSpPr>
          <p:cNvPr id="91" name="Text 89"/>
          <p:cNvSpPr txBox="1"/>
          <p:nvPr/>
        </p:nvSpPr>
        <p:spPr>
          <a:xfrm>
            <a:off x="475488" y="238658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2" name="Shape 90"/>
          <p:cNvSpPr/>
          <p:nvPr/>
        </p:nvSpPr>
        <p:spPr>
          <a:xfrm>
            <a:off x="3200400" y="2386584"/>
            <a:ext cx="660478" cy="251460"/>
          </a:xfrm>
          <a:prstGeom prst="rect">
            <a:avLst/>
          </a:prstGeom>
          <a:solidFill>
            <a:srgbClr val="FFFFFF"/>
          </a:solidFill>
          <a:ln w="5080">
            <a:solidFill>
              <a:srgbClr val="D3DCE5"/>
            </a:solidFill>
            <a:prstDash val="solid"/>
          </a:ln>
        </p:spPr>
      </p:sp>
      <p:sp>
        <p:nvSpPr>
          <p:cNvPr id="93" name="Text 91"/>
          <p:cNvSpPr txBox="1"/>
          <p:nvPr/>
        </p:nvSpPr>
        <p:spPr>
          <a:xfrm>
            <a:off x="3200400"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86584"/>
            <a:ext cx="660478" cy="251460"/>
          </a:xfrm>
          <a:prstGeom prst="rect">
            <a:avLst/>
          </a:prstGeom>
          <a:solidFill>
            <a:srgbClr val="FFFFFF"/>
          </a:solidFill>
          <a:ln w="5080">
            <a:solidFill>
              <a:srgbClr val="D3DCE5"/>
            </a:solidFill>
            <a:prstDash val="solid"/>
          </a:ln>
        </p:spPr>
      </p:sp>
      <p:sp>
        <p:nvSpPr>
          <p:cNvPr id="95" name="Text 93"/>
          <p:cNvSpPr txBox="1"/>
          <p:nvPr/>
        </p:nvSpPr>
        <p:spPr>
          <a:xfrm>
            <a:off x="3860878"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86584"/>
            <a:ext cx="660478" cy="251460"/>
          </a:xfrm>
          <a:prstGeom prst="rect">
            <a:avLst/>
          </a:prstGeom>
          <a:solidFill>
            <a:srgbClr val="FFFFFF"/>
          </a:solidFill>
          <a:ln w="5080">
            <a:solidFill>
              <a:srgbClr val="D3DCE5"/>
            </a:solidFill>
            <a:prstDash val="solid"/>
          </a:ln>
        </p:spPr>
      </p:sp>
      <p:sp>
        <p:nvSpPr>
          <p:cNvPr id="97" name="Text 95"/>
          <p:cNvSpPr txBox="1"/>
          <p:nvPr/>
        </p:nvSpPr>
        <p:spPr>
          <a:xfrm>
            <a:off x="4521356"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86584"/>
            <a:ext cx="660478" cy="251460"/>
          </a:xfrm>
          <a:prstGeom prst="rect">
            <a:avLst/>
          </a:prstGeom>
          <a:solidFill>
            <a:srgbClr val="FFFFFF"/>
          </a:solidFill>
          <a:ln w="5080">
            <a:solidFill>
              <a:srgbClr val="D3DCE5"/>
            </a:solidFill>
            <a:prstDash val="solid"/>
          </a:ln>
        </p:spPr>
      </p:sp>
      <p:sp>
        <p:nvSpPr>
          <p:cNvPr id="99" name="Text 97"/>
          <p:cNvSpPr txBox="1"/>
          <p:nvPr/>
        </p:nvSpPr>
        <p:spPr>
          <a:xfrm>
            <a:off x="5181834"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0" name="Shape 98"/>
          <p:cNvSpPr/>
          <p:nvPr/>
        </p:nvSpPr>
        <p:spPr>
          <a:xfrm>
            <a:off x="5842313" y="2386584"/>
            <a:ext cx="660478" cy="251460"/>
          </a:xfrm>
          <a:prstGeom prst="rect">
            <a:avLst/>
          </a:prstGeom>
          <a:solidFill>
            <a:srgbClr val="FFFFFF"/>
          </a:solidFill>
          <a:ln w="5080">
            <a:solidFill>
              <a:srgbClr val="D3DCE5"/>
            </a:solidFill>
            <a:prstDash val="solid"/>
          </a:ln>
        </p:spPr>
      </p:sp>
      <p:sp>
        <p:nvSpPr>
          <p:cNvPr id="101" name="Text 99"/>
          <p:cNvSpPr txBox="1"/>
          <p:nvPr/>
        </p:nvSpPr>
        <p:spPr>
          <a:xfrm>
            <a:off x="584231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2" name="Shape 100"/>
          <p:cNvSpPr/>
          <p:nvPr/>
        </p:nvSpPr>
        <p:spPr>
          <a:xfrm>
            <a:off x="6502791" y="2386584"/>
            <a:ext cx="660478" cy="251460"/>
          </a:xfrm>
          <a:prstGeom prst="rect">
            <a:avLst/>
          </a:prstGeom>
          <a:solidFill>
            <a:srgbClr val="FFFFFF"/>
          </a:solidFill>
          <a:ln w="5080">
            <a:solidFill>
              <a:srgbClr val="D3DCE5"/>
            </a:solidFill>
            <a:prstDash val="solid"/>
          </a:ln>
        </p:spPr>
      </p:sp>
      <p:sp>
        <p:nvSpPr>
          <p:cNvPr id="103" name="Text 101"/>
          <p:cNvSpPr txBox="1"/>
          <p:nvPr/>
        </p:nvSpPr>
        <p:spPr>
          <a:xfrm>
            <a:off x="6502791"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4" name="Shape 102"/>
          <p:cNvSpPr/>
          <p:nvPr/>
        </p:nvSpPr>
        <p:spPr>
          <a:xfrm>
            <a:off x="7163269" y="2386584"/>
            <a:ext cx="660478" cy="251460"/>
          </a:xfrm>
          <a:prstGeom prst="rect">
            <a:avLst/>
          </a:prstGeom>
          <a:solidFill>
            <a:srgbClr val="FFFFFF"/>
          </a:solidFill>
          <a:ln w="5080">
            <a:solidFill>
              <a:srgbClr val="D3DCE5"/>
            </a:solidFill>
            <a:prstDash val="solid"/>
          </a:ln>
        </p:spPr>
      </p:sp>
      <p:sp>
        <p:nvSpPr>
          <p:cNvPr id="105" name="Text 103"/>
          <p:cNvSpPr txBox="1"/>
          <p:nvPr/>
        </p:nvSpPr>
        <p:spPr>
          <a:xfrm>
            <a:off x="7163269"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6" name="Shape 104"/>
          <p:cNvSpPr/>
          <p:nvPr/>
        </p:nvSpPr>
        <p:spPr>
          <a:xfrm>
            <a:off x="7823747" y="2386584"/>
            <a:ext cx="660478" cy="251460"/>
          </a:xfrm>
          <a:prstGeom prst="rect">
            <a:avLst/>
          </a:prstGeom>
          <a:solidFill>
            <a:srgbClr val="FFFFFF"/>
          </a:solidFill>
          <a:ln w="5080">
            <a:solidFill>
              <a:srgbClr val="D3DCE5"/>
            </a:solidFill>
            <a:prstDash val="solid"/>
          </a:ln>
        </p:spPr>
      </p:sp>
      <p:sp>
        <p:nvSpPr>
          <p:cNvPr id="107" name="Text 105"/>
          <p:cNvSpPr txBox="1"/>
          <p:nvPr/>
        </p:nvSpPr>
        <p:spPr>
          <a:xfrm>
            <a:off x="7823747"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8" name="Shape 106"/>
          <p:cNvSpPr/>
          <p:nvPr/>
        </p:nvSpPr>
        <p:spPr>
          <a:xfrm>
            <a:off x="8484225" y="2386584"/>
            <a:ext cx="660478" cy="251460"/>
          </a:xfrm>
          <a:prstGeom prst="rect">
            <a:avLst/>
          </a:prstGeom>
          <a:solidFill>
            <a:srgbClr val="FFFFFF"/>
          </a:solidFill>
          <a:ln w="5080">
            <a:solidFill>
              <a:srgbClr val="D3DCE5"/>
            </a:solidFill>
            <a:prstDash val="solid"/>
          </a:ln>
        </p:spPr>
      </p:sp>
      <p:sp>
        <p:nvSpPr>
          <p:cNvPr id="109" name="Text 107"/>
          <p:cNvSpPr txBox="1"/>
          <p:nvPr/>
        </p:nvSpPr>
        <p:spPr>
          <a:xfrm>
            <a:off x="8484225"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0" name="Shape 108"/>
          <p:cNvSpPr/>
          <p:nvPr/>
        </p:nvSpPr>
        <p:spPr>
          <a:xfrm>
            <a:off x="9144703" y="2386584"/>
            <a:ext cx="660478" cy="251460"/>
          </a:xfrm>
          <a:prstGeom prst="rect">
            <a:avLst/>
          </a:prstGeom>
          <a:solidFill>
            <a:srgbClr val="FFFFFF"/>
          </a:solidFill>
          <a:ln w="5080">
            <a:solidFill>
              <a:srgbClr val="D3DCE5"/>
            </a:solidFill>
            <a:prstDash val="solid"/>
          </a:ln>
        </p:spPr>
      </p:sp>
      <p:sp>
        <p:nvSpPr>
          <p:cNvPr id="111" name="Text 109"/>
          <p:cNvSpPr txBox="1"/>
          <p:nvPr/>
        </p:nvSpPr>
        <p:spPr>
          <a:xfrm>
            <a:off x="914470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2" name="Shape 110"/>
          <p:cNvSpPr/>
          <p:nvPr/>
        </p:nvSpPr>
        <p:spPr>
          <a:xfrm>
            <a:off x="9805182" y="2386584"/>
            <a:ext cx="660478" cy="251460"/>
          </a:xfrm>
          <a:prstGeom prst="rect">
            <a:avLst/>
          </a:prstGeom>
          <a:solidFill>
            <a:srgbClr val="FFFFFF"/>
          </a:solidFill>
          <a:ln w="5080">
            <a:solidFill>
              <a:srgbClr val="D3DCE5"/>
            </a:solidFill>
            <a:prstDash val="solid"/>
          </a:ln>
        </p:spPr>
      </p:sp>
      <p:sp>
        <p:nvSpPr>
          <p:cNvPr id="113" name="Text 111"/>
          <p:cNvSpPr txBox="1"/>
          <p:nvPr/>
        </p:nvSpPr>
        <p:spPr>
          <a:xfrm>
            <a:off x="9805182"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4" name="Shape 112"/>
          <p:cNvSpPr/>
          <p:nvPr/>
        </p:nvSpPr>
        <p:spPr>
          <a:xfrm>
            <a:off x="10465660" y="2386584"/>
            <a:ext cx="660478" cy="251460"/>
          </a:xfrm>
          <a:prstGeom prst="rect">
            <a:avLst/>
          </a:prstGeom>
          <a:solidFill>
            <a:srgbClr val="FFFFFF"/>
          </a:solidFill>
          <a:ln w="5080">
            <a:solidFill>
              <a:srgbClr val="D3DCE5"/>
            </a:solidFill>
            <a:prstDash val="solid"/>
          </a:ln>
        </p:spPr>
      </p:sp>
      <p:sp>
        <p:nvSpPr>
          <p:cNvPr id="115" name="Text 113"/>
          <p:cNvSpPr txBox="1"/>
          <p:nvPr/>
        </p:nvSpPr>
        <p:spPr>
          <a:xfrm>
            <a:off x="10465660"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6" name="Shape 114"/>
          <p:cNvSpPr/>
          <p:nvPr/>
        </p:nvSpPr>
        <p:spPr>
          <a:xfrm>
            <a:off x="11126138" y="2386584"/>
            <a:ext cx="660478" cy="251460"/>
          </a:xfrm>
          <a:prstGeom prst="rect">
            <a:avLst/>
          </a:prstGeom>
          <a:solidFill>
            <a:srgbClr val="FFFFFF"/>
          </a:solidFill>
          <a:ln w="5080">
            <a:solidFill>
              <a:srgbClr val="D3DCE5"/>
            </a:solidFill>
            <a:prstDash val="solid"/>
          </a:ln>
        </p:spPr>
      </p:sp>
      <p:sp>
        <p:nvSpPr>
          <p:cNvPr id="117" name="Text 115"/>
          <p:cNvSpPr txBox="1"/>
          <p:nvPr/>
        </p:nvSpPr>
        <p:spPr>
          <a:xfrm>
            <a:off x="11126138"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8" name="Shape 116"/>
          <p:cNvSpPr/>
          <p:nvPr/>
        </p:nvSpPr>
        <p:spPr>
          <a:xfrm>
            <a:off x="411480" y="2638044"/>
            <a:ext cx="2788920" cy="251460"/>
          </a:xfrm>
          <a:prstGeom prst="rect">
            <a:avLst/>
          </a:prstGeom>
          <a:solidFill>
            <a:srgbClr val="F7F9FB"/>
          </a:solidFill>
          <a:ln w="5080">
            <a:solidFill>
              <a:srgbClr val="D3DCE5"/>
            </a:solidFill>
            <a:prstDash val="solid"/>
          </a:ln>
        </p:spPr>
      </p:sp>
      <p:sp>
        <p:nvSpPr>
          <p:cNvPr id="119" name="Text 117"/>
          <p:cNvSpPr txBox="1"/>
          <p:nvPr/>
        </p:nvSpPr>
        <p:spPr>
          <a:xfrm>
            <a:off x="475488" y="263804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0" name="Shape 118"/>
          <p:cNvSpPr/>
          <p:nvPr/>
        </p:nvSpPr>
        <p:spPr>
          <a:xfrm>
            <a:off x="3200400" y="2638044"/>
            <a:ext cx="660478" cy="251460"/>
          </a:xfrm>
          <a:prstGeom prst="rect">
            <a:avLst/>
          </a:prstGeom>
          <a:solidFill>
            <a:srgbClr val="F7F9FB"/>
          </a:solidFill>
          <a:ln w="5080">
            <a:solidFill>
              <a:srgbClr val="D3DCE5"/>
            </a:solidFill>
            <a:prstDash val="solid"/>
          </a:ln>
        </p:spPr>
      </p:sp>
      <p:sp>
        <p:nvSpPr>
          <p:cNvPr id="121" name="Text 119"/>
          <p:cNvSpPr txBox="1"/>
          <p:nvPr/>
        </p:nvSpPr>
        <p:spPr>
          <a:xfrm>
            <a:off x="3200400"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38044"/>
            <a:ext cx="660478" cy="251460"/>
          </a:xfrm>
          <a:prstGeom prst="rect">
            <a:avLst/>
          </a:prstGeom>
          <a:solidFill>
            <a:srgbClr val="F7F9FB"/>
          </a:solidFill>
          <a:ln w="5080">
            <a:solidFill>
              <a:srgbClr val="D3DCE5"/>
            </a:solidFill>
            <a:prstDash val="solid"/>
          </a:ln>
        </p:spPr>
      </p:sp>
      <p:sp>
        <p:nvSpPr>
          <p:cNvPr id="123" name="Text 121"/>
          <p:cNvSpPr txBox="1"/>
          <p:nvPr/>
        </p:nvSpPr>
        <p:spPr>
          <a:xfrm>
            <a:off x="3860878"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38044"/>
            <a:ext cx="660478" cy="251460"/>
          </a:xfrm>
          <a:prstGeom prst="rect">
            <a:avLst/>
          </a:prstGeom>
          <a:solidFill>
            <a:srgbClr val="F7F9FB"/>
          </a:solidFill>
          <a:ln w="5080">
            <a:solidFill>
              <a:srgbClr val="D3DCE5"/>
            </a:solidFill>
            <a:prstDash val="solid"/>
          </a:ln>
        </p:spPr>
      </p:sp>
      <p:sp>
        <p:nvSpPr>
          <p:cNvPr id="125" name="Text 123"/>
          <p:cNvSpPr txBox="1"/>
          <p:nvPr/>
        </p:nvSpPr>
        <p:spPr>
          <a:xfrm>
            <a:off x="4521356"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38044"/>
            <a:ext cx="660478" cy="251460"/>
          </a:xfrm>
          <a:prstGeom prst="rect">
            <a:avLst/>
          </a:prstGeom>
          <a:solidFill>
            <a:srgbClr val="F7F9FB"/>
          </a:solidFill>
          <a:ln w="5080">
            <a:solidFill>
              <a:srgbClr val="D3DCE5"/>
            </a:solidFill>
            <a:prstDash val="solid"/>
          </a:ln>
        </p:spPr>
      </p:sp>
      <p:sp>
        <p:nvSpPr>
          <p:cNvPr id="127" name="Text 125"/>
          <p:cNvSpPr txBox="1"/>
          <p:nvPr/>
        </p:nvSpPr>
        <p:spPr>
          <a:xfrm>
            <a:off x="5181834"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8" name="Shape 126"/>
          <p:cNvSpPr/>
          <p:nvPr/>
        </p:nvSpPr>
        <p:spPr>
          <a:xfrm>
            <a:off x="5842313" y="2638044"/>
            <a:ext cx="660478" cy="251460"/>
          </a:xfrm>
          <a:prstGeom prst="rect">
            <a:avLst/>
          </a:prstGeom>
          <a:solidFill>
            <a:srgbClr val="F7F9FB"/>
          </a:solidFill>
          <a:ln w="5080">
            <a:solidFill>
              <a:srgbClr val="D3DCE5"/>
            </a:solidFill>
            <a:prstDash val="solid"/>
          </a:ln>
        </p:spPr>
      </p:sp>
      <p:sp>
        <p:nvSpPr>
          <p:cNvPr id="129" name="Text 127"/>
          <p:cNvSpPr txBox="1"/>
          <p:nvPr/>
        </p:nvSpPr>
        <p:spPr>
          <a:xfrm>
            <a:off x="584231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0" name="Shape 128"/>
          <p:cNvSpPr/>
          <p:nvPr/>
        </p:nvSpPr>
        <p:spPr>
          <a:xfrm>
            <a:off x="6502791" y="2638044"/>
            <a:ext cx="660478" cy="251460"/>
          </a:xfrm>
          <a:prstGeom prst="rect">
            <a:avLst/>
          </a:prstGeom>
          <a:solidFill>
            <a:srgbClr val="F7F9FB"/>
          </a:solidFill>
          <a:ln w="5080">
            <a:solidFill>
              <a:srgbClr val="D3DCE5"/>
            </a:solidFill>
            <a:prstDash val="solid"/>
          </a:ln>
        </p:spPr>
      </p:sp>
      <p:sp>
        <p:nvSpPr>
          <p:cNvPr id="131" name="Text 129"/>
          <p:cNvSpPr txBox="1"/>
          <p:nvPr/>
        </p:nvSpPr>
        <p:spPr>
          <a:xfrm>
            <a:off x="6502791"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2" name="Shape 130"/>
          <p:cNvSpPr/>
          <p:nvPr/>
        </p:nvSpPr>
        <p:spPr>
          <a:xfrm>
            <a:off x="7163269" y="2638044"/>
            <a:ext cx="660478" cy="251460"/>
          </a:xfrm>
          <a:prstGeom prst="rect">
            <a:avLst/>
          </a:prstGeom>
          <a:solidFill>
            <a:srgbClr val="F7F9FB"/>
          </a:solidFill>
          <a:ln w="5080">
            <a:solidFill>
              <a:srgbClr val="D3DCE5"/>
            </a:solidFill>
            <a:prstDash val="solid"/>
          </a:ln>
        </p:spPr>
      </p:sp>
      <p:sp>
        <p:nvSpPr>
          <p:cNvPr id="133" name="Text 131"/>
          <p:cNvSpPr txBox="1"/>
          <p:nvPr/>
        </p:nvSpPr>
        <p:spPr>
          <a:xfrm>
            <a:off x="7163269"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4" name="Shape 132"/>
          <p:cNvSpPr/>
          <p:nvPr/>
        </p:nvSpPr>
        <p:spPr>
          <a:xfrm>
            <a:off x="7823747" y="2638044"/>
            <a:ext cx="660478" cy="251460"/>
          </a:xfrm>
          <a:prstGeom prst="rect">
            <a:avLst/>
          </a:prstGeom>
          <a:solidFill>
            <a:srgbClr val="F7F9FB"/>
          </a:solidFill>
          <a:ln w="5080">
            <a:solidFill>
              <a:srgbClr val="D3DCE5"/>
            </a:solidFill>
            <a:prstDash val="solid"/>
          </a:ln>
        </p:spPr>
      </p:sp>
      <p:sp>
        <p:nvSpPr>
          <p:cNvPr id="135" name="Text 133"/>
          <p:cNvSpPr txBox="1"/>
          <p:nvPr/>
        </p:nvSpPr>
        <p:spPr>
          <a:xfrm>
            <a:off x="7823747"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6" name="Shape 134"/>
          <p:cNvSpPr/>
          <p:nvPr/>
        </p:nvSpPr>
        <p:spPr>
          <a:xfrm>
            <a:off x="8484225" y="2638044"/>
            <a:ext cx="660478" cy="251460"/>
          </a:xfrm>
          <a:prstGeom prst="rect">
            <a:avLst/>
          </a:prstGeom>
          <a:solidFill>
            <a:srgbClr val="F7F9FB"/>
          </a:solidFill>
          <a:ln w="5080">
            <a:solidFill>
              <a:srgbClr val="D3DCE5"/>
            </a:solidFill>
            <a:prstDash val="solid"/>
          </a:ln>
        </p:spPr>
      </p:sp>
      <p:sp>
        <p:nvSpPr>
          <p:cNvPr id="137" name="Text 135"/>
          <p:cNvSpPr txBox="1"/>
          <p:nvPr/>
        </p:nvSpPr>
        <p:spPr>
          <a:xfrm>
            <a:off x="8484225"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8" name="Shape 136"/>
          <p:cNvSpPr/>
          <p:nvPr/>
        </p:nvSpPr>
        <p:spPr>
          <a:xfrm>
            <a:off x="9144703" y="2638044"/>
            <a:ext cx="660478" cy="251460"/>
          </a:xfrm>
          <a:prstGeom prst="rect">
            <a:avLst/>
          </a:prstGeom>
          <a:solidFill>
            <a:srgbClr val="F7F9FB"/>
          </a:solidFill>
          <a:ln w="5080">
            <a:solidFill>
              <a:srgbClr val="D3DCE5"/>
            </a:solidFill>
            <a:prstDash val="solid"/>
          </a:ln>
        </p:spPr>
      </p:sp>
      <p:sp>
        <p:nvSpPr>
          <p:cNvPr id="139" name="Text 137"/>
          <p:cNvSpPr txBox="1"/>
          <p:nvPr/>
        </p:nvSpPr>
        <p:spPr>
          <a:xfrm>
            <a:off x="914470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0" name="Shape 138"/>
          <p:cNvSpPr/>
          <p:nvPr/>
        </p:nvSpPr>
        <p:spPr>
          <a:xfrm>
            <a:off x="9805182" y="2638044"/>
            <a:ext cx="660478" cy="251460"/>
          </a:xfrm>
          <a:prstGeom prst="rect">
            <a:avLst/>
          </a:prstGeom>
          <a:solidFill>
            <a:srgbClr val="F7F9FB"/>
          </a:solidFill>
          <a:ln w="5080">
            <a:solidFill>
              <a:srgbClr val="D3DCE5"/>
            </a:solidFill>
            <a:prstDash val="solid"/>
          </a:ln>
        </p:spPr>
      </p:sp>
      <p:sp>
        <p:nvSpPr>
          <p:cNvPr id="141" name="Text 139"/>
          <p:cNvSpPr txBox="1"/>
          <p:nvPr/>
        </p:nvSpPr>
        <p:spPr>
          <a:xfrm>
            <a:off x="9805182"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2" name="Shape 140"/>
          <p:cNvSpPr/>
          <p:nvPr/>
        </p:nvSpPr>
        <p:spPr>
          <a:xfrm>
            <a:off x="10465660" y="2638044"/>
            <a:ext cx="660478" cy="251460"/>
          </a:xfrm>
          <a:prstGeom prst="rect">
            <a:avLst/>
          </a:prstGeom>
          <a:solidFill>
            <a:srgbClr val="F7F9FB"/>
          </a:solidFill>
          <a:ln w="5080">
            <a:solidFill>
              <a:srgbClr val="D3DCE5"/>
            </a:solidFill>
            <a:prstDash val="solid"/>
          </a:ln>
        </p:spPr>
      </p:sp>
      <p:sp>
        <p:nvSpPr>
          <p:cNvPr id="143" name="Text 141"/>
          <p:cNvSpPr txBox="1"/>
          <p:nvPr/>
        </p:nvSpPr>
        <p:spPr>
          <a:xfrm>
            <a:off x="10465660"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4" name="Shape 142"/>
          <p:cNvSpPr/>
          <p:nvPr/>
        </p:nvSpPr>
        <p:spPr>
          <a:xfrm>
            <a:off x="11126138" y="2638044"/>
            <a:ext cx="660478" cy="251460"/>
          </a:xfrm>
          <a:prstGeom prst="rect">
            <a:avLst/>
          </a:prstGeom>
          <a:solidFill>
            <a:srgbClr val="F7F9FB"/>
          </a:solidFill>
          <a:ln w="5080">
            <a:solidFill>
              <a:srgbClr val="D3DCE5"/>
            </a:solidFill>
            <a:prstDash val="solid"/>
          </a:ln>
        </p:spPr>
      </p:sp>
      <p:sp>
        <p:nvSpPr>
          <p:cNvPr id="145" name="Text 143"/>
          <p:cNvSpPr txBox="1"/>
          <p:nvPr/>
        </p:nvSpPr>
        <p:spPr>
          <a:xfrm>
            <a:off x="11126138"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6" name="Shape 144"/>
          <p:cNvSpPr/>
          <p:nvPr/>
        </p:nvSpPr>
        <p:spPr>
          <a:xfrm>
            <a:off x="411480" y="2889504"/>
            <a:ext cx="2788920" cy="251460"/>
          </a:xfrm>
          <a:prstGeom prst="rect">
            <a:avLst/>
          </a:prstGeom>
          <a:solidFill>
            <a:srgbClr val="FFFFFF"/>
          </a:solidFill>
          <a:ln w="5080">
            <a:solidFill>
              <a:srgbClr val="D3DCE5"/>
            </a:solidFill>
            <a:prstDash val="solid"/>
          </a:ln>
        </p:spPr>
      </p:sp>
      <p:sp>
        <p:nvSpPr>
          <p:cNvPr id="147" name="Text 145"/>
          <p:cNvSpPr txBox="1"/>
          <p:nvPr/>
        </p:nvSpPr>
        <p:spPr>
          <a:xfrm>
            <a:off x="475488" y="288950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8" name="Shape 146"/>
          <p:cNvSpPr/>
          <p:nvPr/>
        </p:nvSpPr>
        <p:spPr>
          <a:xfrm>
            <a:off x="3200400" y="2889504"/>
            <a:ext cx="660478" cy="251460"/>
          </a:xfrm>
          <a:prstGeom prst="rect">
            <a:avLst/>
          </a:prstGeom>
          <a:solidFill>
            <a:srgbClr val="FFFFFF"/>
          </a:solidFill>
          <a:ln w="5080">
            <a:solidFill>
              <a:srgbClr val="D3DCE5"/>
            </a:solidFill>
            <a:prstDash val="solid"/>
          </a:ln>
        </p:spPr>
      </p:sp>
      <p:sp>
        <p:nvSpPr>
          <p:cNvPr id="149" name="Text 147"/>
          <p:cNvSpPr txBox="1"/>
          <p:nvPr/>
        </p:nvSpPr>
        <p:spPr>
          <a:xfrm>
            <a:off x="3200400"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89504"/>
            <a:ext cx="660478" cy="251460"/>
          </a:xfrm>
          <a:prstGeom prst="rect">
            <a:avLst/>
          </a:prstGeom>
          <a:solidFill>
            <a:srgbClr val="FFFFFF"/>
          </a:solidFill>
          <a:ln w="5080">
            <a:solidFill>
              <a:srgbClr val="D3DCE5"/>
            </a:solidFill>
            <a:prstDash val="solid"/>
          </a:ln>
        </p:spPr>
      </p:sp>
      <p:sp>
        <p:nvSpPr>
          <p:cNvPr id="151" name="Text 149"/>
          <p:cNvSpPr txBox="1"/>
          <p:nvPr/>
        </p:nvSpPr>
        <p:spPr>
          <a:xfrm>
            <a:off x="3860878"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89504"/>
            <a:ext cx="660478" cy="251460"/>
          </a:xfrm>
          <a:prstGeom prst="rect">
            <a:avLst/>
          </a:prstGeom>
          <a:solidFill>
            <a:srgbClr val="FFFFFF"/>
          </a:solidFill>
          <a:ln w="5080">
            <a:solidFill>
              <a:srgbClr val="D3DCE5"/>
            </a:solidFill>
            <a:prstDash val="solid"/>
          </a:ln>
        </p:spPr>
      </p:sp>
      <p:sp>
        <p:nvSpPr>
          <p:cNvPr id="153" name="Text 151"/>
          <p:cNvSpPr txBox="1"/>
          <p:nvPr/>
        </p:nvSpPr>
        <p:spPr>
          <a:xfrm>
            <a:off x="4521356"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89504"/>
            <a:ext cx="660478" cy="251460"/>
          </a:xfrm>
          <a:prstGeom prst="rect">
            <a:avLst/>
          </a:prstGeom>
          <a:solidFill>
            <a:srgbClr val="FFFFFF"/>
          </a:solidFill>
          <a:ln w="5080">
            <a:solidFill>
              <a:srgbClr val="D3DCE5"/>
            </a:solidFill>
            <a:prstDash val="solid"/>
          </a:ln>
        </p:spPr>
      </p:sp>
      <p:sp>
        <p:nvSpPr>
          <p:cNvPr id="155" name="Text 153"/>
          <p:cNvSpPr txBox="1"/>
          <p:nvPr/>
        </p:nvSpPr>
        <p:spPr>
          <a:xfrm>
            <a:off x="5181834"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6" name="Shape 154"/>
          <p:cNvSpPr/>
          <p:nvPr/>
        </p:nvSpPr>
        <p:spPr>
          <a:xfrm>
            <a:off x="5842313" y="2889504"/>
            <a:ext cx="660478" cy="251460"/>
          </a:xfrm>
          <a:prstGeom prst="rect">
            <a:avLst/>
          </a:prstGeom>
          <a:solidFill>
            <a:srgbClr val="FFFFFF"/>
          </a:solidFill>
          <a:ln w="5080">
            <a:solidFill>
              <a:srgbClr val="D3DCE5"/>
            </a:solidFill>
            <a:prstDash val="solid"/>
          </a:ln>
        </p:spPr>
      </p:sp>
      <p:sp>
        <p:nvSpPr>
          <p:cNvPr id="157" name="Text 155"/>
          <p:cNvSpPr txBox="1"/>
          <p:nvPr/>
        </p:nvSpPr>
        <p:spPr>
          <a:xfrm>
            <a:off x="584231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8" name="Shape 156"/>
          <p:cNvSpPr/>
          <p:nvPr/>
        </p:nvSpPr>
        <p:spPr>
          <a:xfrm>
            <a:off x="6502791" y="2889504"/>
            <a:ext cx="660478" cy="251460"/>
          </a:xfrm>
          <a:prstGeom prst="rect">
            <a:avLst/>
          </a:prstGeom>
          <a:solidFill>
            <a:srgbClr val="FFFFFF"/>
          </a:solidFill>
          <a:ln w="5080">
            <a:solidFill>
              <a:srgbClr val="D3DCE5"/>
            </a:solidFill>
            <a:prstDash val="solid"/>
          </a:ln>
        </p:spPr>
      </p:sp>
      <p:sp>
        <p:nvSpPr>
          <p:cNvPr id="159" name="Text 157"/>
          <p:cNvSpPr txBox="1"/>
          <p:nvPr/>
        </p:nvSpPr>
        <p:spPr>
          <a:xfrm>
            <a:off x="6502791"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0" name="Shape 158"/>
          <p:cNvSpPr/>
          <p:nvPr/>
        </p:nvSpPr>
        <p:spPr>
          <a:xfrm>
            <a:off x="7163269" y="2889504"/>
            <a:ext cx="660478" cy="251460"/>
          </a:xfrm>
          <a:prstGeom prst="rect">
            <a:avLst/>
          </a:prstGeom>
          <a:solidFill>
            <a:srgbClr val="FFFFFF"/>
          </a:solidFill>
          <a:ln w="5080">
            <a:solidFill>
              <a:srgbClr val="D3DCE5"/>
            </a:solidFill>
            <a:prstDash val="solid"/>
          </a:ln>
        </p:spPr>
      </p:sp>
      <p:sp>
        <p:nvSpPr>
          <p:cNvPr id="161" name="Text 159"/>
          <p:cNvSpPr txBox="1"/>
          <p:nvPr/>
        </p:nvSpPr>
        <p:spPr>
          <a:xfrm>
            <a:off x="7163269"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2" name="Shape 160"/>
          <p:cNvSpPr/>
          <p:nvPr/>
        </p:nvSpPr>
        <p:spPr>
          <a:xfrm>
            <a:off x="7823747" y="2889504"/>
            <a:ext cx="660478" cy="251460"/>
          </a:xfrm>
          <a:prstGeom prst="rect">
            <a:avLst/>
          </a:prstGeom>
          <a:solidFill>
            <a:srgbClr val="FFFFFF"/>
          </a:solidFill>
          <a:ln w="5080">
            <a:solidFill>
              <a:srgbClr val="D3DCE5"/>
            </a:solidFill>
            <a:prstDash val="solid"/>
          </a:ln>
        </p:spPr>
      </p:sp>
      <p:sp>
        <p:nvSpPr>
          <p:cNvPr id="163" name="Text 161"/>
          <p:cNvSpPr txBox="1"/>
          <p:nvPr/>
        </p:nvSpPr>
        <p:spPr>
          <a:xfrm>
            <a:off x="7823747"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4" name="Shape 162"/>
          <p:cNvSpPr/>
          <p:nvPr/>
        </p:nvSpPr>
        <p:spPr>
          <a:xfrm>
            <a:off x="8484225" y="2889504"/>
            <a:ext cx="660478" cy="251460"/>
          </a:xfrm>
          <a:prstGeom prst="rect">
            <a:avLst/>
          </a:prstGeom>
          <a:solidFill>
            <a:srgbClr val="FFFFFF"/>
          </a:solidFill>
          <a:ln w="5080">
            <a:solidFill>
              <a:srgbClr val="D3DCE5"/>
            </a:solidFill>
            <a:prstDash val="solid"/>
          </a:ln>
        </p:spPr>
      </p:sp>
      <p:sp>
        <p:nvSpPr>
          <p:cNvPr id="165" name="Text 163"/>
          <p:cNvSpPr txBox="1"/>
          <p:nvPr/>
        </p:nvSpPr>
        <p:spPr>
          <a:xfrm>
            <a:off x="8484225"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6" name="Shape 164"/>
          <p:cNvSpPr/>
          <p:nvPr/>
        </p:nvSpPr>
        <p:spPr>
          <a:xfrm>
            <a:off x="9144703" y="2889504"/>
            <a:ext cx="660478" cy="251460"/>
          </a:xfrm>
          <a:prstGeom prst="rect">
            <a:avLst/>
          </a:prstGeom>
          <a:solidFill>
            <a:srgbClr val="FFFFFF"/>
          </a:solidFill>
          <a:ln w="5080">
            <a:solidFill>
              <a:srgbClr val="D3DCE5"/>
            </a:solidFill>
            <a:prstDash val="solid"/>
          </a:ln>
        </p:spPr>
      </p:sp>
      <p:sp>
        <p:nvSpPr>
          <p:cNvPr id="167" name="Text 165"/>
          <p:cNvSpPr txBox="1"/>
          <p:nvPr/>
        </p:nvSpPr>
        <p:spPr>
          <a:xfrm>
            <a:off x="914470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8" name="Shape 166"/>
          <p:cNvSpPr/>
          <p:nvPr/>
        </p:nvSpPr>
        <p:spPr>
          <a:xfrm>
            <a:off x="9805182" y="2889504"/>
            <a:ext cx="660478" cy="251460"/>
          </a:xfrm>
          <a:prstGeom prst="rect">
            <a:avLst/>
          </a:prstGeom>
          <a:solidFill>
            <a:srgbClr val="FFFFFF"/>
          </a:solidFill>
          <a:ln w="5080">
            <a:solidFill>
              <a:srgbClr val="D3DCE5"/>
            </a:solidFill>
            <a:prstDash val="solid"/>
          </a:ln>
        </p:spPr>
      </p:sp>
      <p:sp>
        <p:nvSpPr>
          <p:cNvPr id="169" name="Text 167"/>
          <p:cNvSpPr txBox="1"/>
          <p:nvPr/>
        </p:nvSpPr>
        <p:spPr>
          <a:xfrm>
            <a:off x="9805182"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0" name="Shape 168"/>
          <p:cNvSpPr/>
          <p:nvPr/>
        </p:nvSpPr>
        <p:spPr>
          <a:xfrm>
            <a:off x="10465660" y="2889504"/>
            <a:ext cx="660478" cy="251460"/>
          </a:xfrm>
          <a:prstGeom prst="rect">
            <a:avLst/>
          </a:prstGeom>
          <a:solidFill>
            <a:srgbClr val="FFFFFF"/>
          </a:solidFill>
          <a:ln w="5080">
            <a:solidFill>
              <a:srgbClr val="D3DCE5"/>
            </a:solidFill>
            <a:prstDash val="solid"/>
          </a:ln>
        </p:spPr>
      </p:sp>
      <p:sp>
        <p:nvSpPr>
          <p:cNvPr id="171" name="Text 169"/>
          <p:cNvSpPr txBox="1"/>
          <p:nvPr/>
        </p:nvSpPr>
        <p:spPr>
          <a:xfrm>
            <a:off x="10465660"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2" name="Shape 170"/>
          <p:cNvSpPr/>
          <p:nvPr/>
        </p:nvSpPr>
        <p:spPr>
          <a:xfrm>
            <a:off x="11126138" y="2889504"/>
            <a:ext cx="660478" cy="251460"/>
          </a:xfrm>
          <a:prstGeom prst="rect">
            <a:avLst/>
          </a:prstGeom>
          <a:solidFill>
            <a:srgbClr val="FFFFFF"/>
          </a:solidFill>
          <a:ln w="5080">
            <a:solidFill>
              <a:srgbClr val="D3DCE5"/>
            </a:solidFill>
            <a:prstDash val="solid"/>
          </a:ln>
        </p:spPr>
      </p:sp>
      <p:sp>
        <p:nvSpPr>
          <p:cNvPr id="173" name="Text 171"/>
          <p:cNvSpPr txBox="1"/>
          <p:nvPr/>
        </p:nvSpPr>
        <p:spPr>
          <a:xfrm>
            <a:off x="11126138" y="288950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4" name="Shape 172"/>
          <p:cNvSpPr/>
          <p:nvPr/>
        </p:nvSpPr>
        <p:spPr>
          <a:xfrm>
            <a:off x="411480" y="3140964"/>
            <a:ext cx="2788920" cy="251460"/>
          </a:xfrm>
          <a:prstGeom prst="rect">
            <a:avLst/>
          </a:prstGeom>
          <a:solidFill>
            <a:srgbClr val="D6EBE7"/>
          </a:solidFill>
          <a:ln w="5080">
            <a:solidFill>
              <a:srgbClr val="D3DCE5"/>
            </a:solidFill>
            <a:prstDash val="solid"/>
          </a:ln>
        </p:spPr>
      </p:sp>
      <p:sp>
        <p:nvSpPr>
          <p:cNvPr id="175" name="Text 173"/>
          <p:cNvSpPr txBox="1"/>
          <p:nvPr/>
        </p:nvSpPr>
        <p:spPr>
          <a:xfrm>
            <a:off x="475488" y="314096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6" name="Shape 174"/>
          <p:cNvSpPr/>
          <p:nvPr/>
        </p:nvSpPr>
        <p:spPr>
          <a:xfrm>
            <a:off x="3200400" y="3140964"/>
            <a:ext cx="660478" cy="251460"/>
          </a:xfrm>
          <a:prstGeom prst="rect">
            <a:avLst/>
          </a:prstGeom>
          <a:solidFill>
            <a:srgbClr val="D6EBE7"/>
          </a:solidFill>
          <a:ln w="5080">
            <a:solidFill>
              <a:srgbClr val="D3DCE5"/>
            </a:solidFill>
            <a:prstDash val="solid"/>
          </a:ln>
        </p:spPr>
      </p:sp>
      <p:sp>
        <p:nvSpPr>
          <p:cNvPr id="177" name="Text 175"/>
          <p:cNvSpPr txBox="1"/>
          <p:nvPr/>
        </p:nvSpPr>
        <p:spPr>
          <a:xfrm>
            <a:off x="3200400"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40964"/>
            <a:ext cx="660478" cy="251460"/>
          </a:xfrm>
          <a:prstGeom prst="rect">
            <a:avLst/>
          </a:prstGeom>
          <a:solidFill>
            <a:srgbClr val="D6EBE7"/>
          </a:solidFill>
          <a:ln w="5080">
            <a:solidFill>
              <a:srgbClr val="D3DCE5"/>
            </a:solidFill>
            <a:prstDash val="solid"/>
          </a:ln>
        </p:spPr>
      </p:sp>
      <p:sp>
        <p:nvSpPr>
          <p:cNvPr id="179" name="Text 177"/>
          <p:cNvSpPr txBox="1"/>
          <p:nvPr/>
        </p:nvSpPr>
        <p:spPr>
          <a:xfrm>
            <a:off x="3860878"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40964"/>
            <a:ext cx="660478" cy="251460"/>
          </a:xfrm>
          <a:prstGeom prst="rect">
            <a:avLst/>
          </a:prstGeom>
          <a:solidFill>
            <a:srgbClr val="D6EBE7"/>
          </a:solidFill>
          <a:ln w="5080">
            <a:solidFill>
              <a:srgbClr val="D3DCE5"/>
            </a:solidFill>
            <a:prstDash val="solid"/>
          </a:ln>
        </p:spPr>
      </p:sp>
      <p:sp>
        <p:nvSpPr>
          <p:cNvPr id="181" name="Text 179"/>
          <p:cNvSpPr txBox="1"/>
          <p:nvPr/>
        </p:nvSpPr>
        <p:spPr>
          <a:xfrm>
            <a:off x="4521356"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2" name="Shape 180"/>
          <p:cNvSpPr/>
          <p:nvPr/>
        </p:nvSpPr>
        <p:spPr>
          <a:xfrm>
            <a:off x="5181834" y="3140964"/>
            <a:ext cx="660478" cy="251460"/>
          </a:xfrm>
          <a:prstGeom prst="rect">
            <a:avLst/>
          </a:prstGeom>
          <a:solidFill>
            <a:srgbClr val="D6EBE7"/>
          </a:solidFill>
          <a:ln w="5080">
            <a:solidFill>
              <a:srgbClr val="D3DCE5"/>
            </a:solidFill>
            <a:prstDash val="solid"/>
          </a:ln>
        </p:spPr>
      </p:sp>
      <p:sp>
        <p:nvSpPr>
          <p:cNvPr id="183" name="Text 181"/>
          <p:cNvSpPr txBox="1"/>
          <p:nvPr/>
        </p:nvSpPr>
        <p:spPr>
          <a:xfrm>
            <a:off x="5181834"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4" name="Shape 182"/>
          <p:cNvSpPr/>
          <p:nvPr/>
        </p:nvSpPr>
        <p:spPr>
          <a:xfrm>
            <a:off x="5842313" y="3140964"/>
            <a:ext cx="660478" cy="251460"/>
          </a:xfrm>
          <a:prstGeom prst="rect">
            <a:avLst/>
          </a:prstGeom>
          <a:solidFill>
            <a:srgbClr val="D6EBE7"/>
          </a:solidFill>
          <a:ln w="5080">
            <a:solidFill>
              <a:srgbClr val="D3DCE5"/>
            </a:solidFill>
            <a:prstDash val="solid"/>
          </a:ln>
        </p:spPr>
      </p:sp>
      <p:sp>
        <p:nvSpPr>
          <p:cNvPr id="185" name="Text 183"/>
          <p:cNvSpPr txBox="1"/>
          <p:nvPr/>
        </p:nvSpPr>
        <p:spPr>
          <a:xfrm>
            <a:off x="584231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6" name="Shape 184"/>
          <p:cNvSpPr/>
          <p:nvPr/>
        </p:nvSpPr>
        <p:spPr>
          <a:xfrm>
            <a:off x="6502791" y="3140964"/>
            <a:ext cx="660478" cy="251460"/>
          </a:xfrm>
          <a:prstGeom prst="rect">
            <a:avLst/>
          </a:prstGeom>
          <a:solidFill>
            <a:srgbClr val="D6EBE7"/>
          </a:solidFill>
          <a:ln w="5080">
            <a:solidFill>
              <a:srgbClr val="D3DCE5"/>
            </a:solidFill>
            <a:prstDash val="solid"/>
          </a:ln>
        </p:spPr>
      </p:sp>
      <p:sp>
        <p:nvSpPr>
          <p:cNvPr id="187" name="Text 185"/>
          <p:cNvSpPr txBox="1"/>
          <p:nvPr/>
        </p:nvSpPr>
        <p:spPr>
          <a:xfrm>
            <a:off x="6502791"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8" name="Shape 186"/>
          <p:cNvSpPr/>
          <p:nvPr/>
        </p:nvSpPr>
        <p:spPr>
          <a:xfrm>
            <a:off x="7163269" y="3140964"/>
            <a:ext cx="660478" cy="251460"/>
          </a:xfrm>
          <a:prstGeom prst="rect">
            <a:avLst/>
          </a:prstGeom>
          <a:solidFill>
            <a:srgbClr val="D6EBE7"/>
          </a:solidFill>
          <a:ln w="5080">
            <a:solidFill>
              <a:srgbClr val="D3DCE5"/>
            </a:solidFill>
            <a:prstDash val="solid"/>
          </a:ln>
        </p:spPr>
      </p:sp>
      <p:sp>
        <p:nvSpPr>
          <p:cNvPr id="189" name="Text 187"/>
          <p:cNvSpPr txBox="1"/>
          <p:nvPr/>
        </p:nvSpPr>
        <p:spPr>
          <a:xfrm>
            <a:off x="7163269"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0" name="Shape 188"/>
          <p:cNvSpPr/>
          <p:nvPr/>
        </p:nvSpPr>
        <p:spPr>
          <a:xfrm>
            <a:off x="7823747" y="3140964"/>
            <a:ext cx="660478" cy="251460"/>
          </a:xfrm>
          <a:prstGeom prst="rect">
            <a:avLst/>
          </a:prstGeom>
          <a:solidFill>
            <a:srgbClr val="D6EBE7"/>
          </a:solidFill>
          <a:ln w="5080">
            <a:solidFill>
              <a:srgbClr val="D3DCE5"/>
            </a:solidFill>
            <a:prstDash val="solid"/>
          </a:ln>
        </p:spPr>
      </p:sp>
      <p:sp>
        <p:nvSpPr>
          <p:cNvPr id="191" name="Text 189"/>
          <p:cNvSpPr txBox="1"/>
          <p:nvPr/>
        </p:nvSpPr>
        <p:spPr>
          <a:xfrm>
            <a:off x="7823747"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2" name="Shape 190"/>
          <p:cNvSpPr/>
          <p:nvPr/>
        </p:nvSpPr>
        <p:spPr>
          <a:xfrm>
            <a:off x="8484225" y="3140964"/>
            <a:ext cx="660478" cy="251460"/>
          </a:xfrm>
          <a:prstGeom prst="rect">
            <a:avLst/>
          </a:prstGeom>
          <a:solidFill>
            <a:srgbClr val="D6EBE7"/>
          </a:solidFill>
          <a:ln w="5080">
            <a:solidFill>
              <a:srgbClr val="D3DCE5"/>
            </a:solidFill>
            <a:prstDash val="solid"/>
          </a:ln>
        </p:spPr>
      </p:sp>
      <p:sp>
        <p:nvSpPr>
          <p:cNvPr id="193" name="Text 191"/>
          <p:cNvSpPr txBox="1"/>
          <p:nvPr/>
        </p:nvSpPr>
        <p:spPr>
          <a:xfrm>
            <a:off x="8484225"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4" name="Shape 192"/>
          <p:cNvSpPr/>
          <p:nvPr/>
        </p:nvSpPr>
        <p:spPr>
          <a:xfrm>
            <a:off x="9144703" y="3140964"/>
            <a:ext cx="660478" cy="251460"/>
          </a:xfrm>
          <a:prstGeom prst="rect">
            <a:avLst/>
          </a:prstGeom>
          <a:solidFill>
            <a:srgbClr val="D6EBE7"/>
          </a:solidFill>
          <a:ln w="5080">
            <a:solidFill>
              <a:srgbClr val="D3DCE5"/>
            </a:solidFill>
            <a:prstDash val="solid"/>
          </a:ln>
        </p:spPr>
      </p:sp>
      <p:sp>
        <p:nvSpPr>
          <p:cNvPr id="195" name="Text 193"/>
          <p:cNvSpPr txBox="1"/>
          <p:nvPr/>
        </p:nvSpPr>
        <p:spPr>
          <a:xfrm>
            <a:off x="914470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6" name="Shape 194"/>
          <p:cNvSpPr/>
          <p:nvPr/>
        </p:nvSpPr>
        <p:spPr>
          <a:xfrm>
            <a:off x="9805182" y="3140964"/>
            <a:ext cx="660478" cy="251460"/>
          </a:xfrm>
          <a:prstGeom prst="rect">
            <a:avLst/>
          </a:prstGeom>
          <a:solidFill>
            <a:srgbClr val="D6EBE7"/>
          </a:solidFill>
          <a:ln w="5080">
            <a:solidFill>
              <a:srgbClr val="D3DCE5"/>
            </a:solidFill>
            <a:prstDash val="solid"/>
          </a:ln>
        </p:spPr>
      </p:sp>
      <p:sp>
        <p:nvSpPr>
          <p:cNvPr id="197" name="Text 195"/>
          <p:cNvSpPr txBox="1"/>
          <p:nvPr/>
        </p:nvSpPr>
        <p:spPr>
          <a:xfrm>
            <a:off x="9805182"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8" name="Shape 196"/>
          <p:cNvSpPr/>
          <p:nvPr/>
        </p:nvSpPr>
        <p:spPr>
          <a:xfrm>
            <a:off x="10465660" y="3140964"/>
            <a:ext cx="660478" cy="251460"/>
          </a:xfrm>
          <a:prstGeom prst="rect">
            <a:avLst/>
          </a:prstGeom>
          <a:solidFill>
            <a:srgbClr val="D6EBE7"/>
          </a:solidFill>
          <a:ln w="5080">
            <a:solidFill>
              <a:srgbClr val="D3DCE5"/>
            </a:solidFill>
            <a:prstDash val="solid"/>
          </a:ln>
        </p:spPr>
      </p:sp>
      <p:sp>
        <p:nvSpPr>
          <p:cNvPr id="199" name="Text 197"/>
          <p:cNvSpPr txBox="1"/>
          <p:nvPr/>
        </p:nvSpPr>
        <p:spPr>
          <a:xfrm>
            <a:off x="10465660"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0" name="Shape 198"/>
          <p:cNvSpPr/>
          <p:nvPr/>
        </p:nvSpPr>
        <p:spPr>
          <a:xfrm>
            <a:off x="11126138" y="3140964"/>
            <a:ext cx="660478" cy="251460"/>
          </a:xfrm>
          <a:prstGeom prst="rect">
            <a:avLst/>
          </a:prstGeom>
          <a:solidFill>
            <a:srgbClr val="D6EBE7"/>
          </a:solidFill>
          <a:ln w="5080">
            <a:solidFill>
              <a:srgbClr val="D3DCE5"/>
            </a:solidFill>
            <a:prstDash val="solid"/>
          </a:ln>
        </p:spPr>
      </p:sp>
      <p:sp>
        <p:nvSpPr>
          <p:cNvPr id="201" name="Text 199"/>
          <p:cNvSpPr txBox="1"/>
          <p:nvPr/>
        </p:nvSpPr>
        <p:spPr>
          <a:xfrm>
            <a:off x="11126138"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2" name="Shape 200"/>
          <p:cNvSpPr/>
          <p:nvPr/>
        </p:nvSpPr>
        <p:spPr>
          <a:xfrm>
            <a:off x="411480" y="3392424"/>
            <a:ext cx="2788920" cy="251460"/>
          </a:xfrm>
          <a:prstGeom prst="rect">
            <a:avLst/>
          </a:prstGeom>
          <a:solidFill>
            <a:srgbClr val="FFFFFF"/>
          </a:solidFill>
          <a:ln w="5080">
            <a:solidFill>
              <a:srgbClr val="D3DCE5"/>
            </a:solidFill>
            <a:prstDash val="solid"/>
          </a:ln>
        </p:spPr>
      </p:sp>
      <p:sp>
        <p:nvSpPr>
          <p:cNvPr id="203" name="Text 201"/>
          <p:cNvSpPr txBox="1"/>
          <p:nvPr/>
        </p:nvSpPr>
        <p:spPr>
          <a:xfrm>
            <a:off x="475488" y="339242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4" name="Shape 202"/>
          <p:cNvSpPr/>
          <p:nvPr/>
        </p:nvSpPr>
        <p:spPr>
          <a:xfrm>
            <a:off x="3200400" y="3392424"/>
            <a:ext cx="660478" cy="251460"/>
          </a:xfrm>
          <a:prstGeom prst="rect">
            <a:avLst/>
          </a:prstGeom>
          <a:solidFill>
            <a:srgbClr val="FFFFFF"/>
          </a:solidFill>
          <a:ln w="5080">
            <a:solidFill>
              <a:srgbClr val="D3DCE5"/>
            </a:solidFill>
            <a:prstDash val="solid"/>
          </a:ln>
        </p:spPr>
      </p:sp>
      <p:sp>
        <p:nvSpPr>
          <p:cNvPr id="205" name="Text 203"/>
          <p:cNvSpPr txBox="1"/>
          <p:nvPr/>
        </p:nvSpPr>
        <p:spPr>
          <a:xfrm>
            <a:off x="3200400"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92424"/>
            <a:ext cx="660478" cy="251460"/>
          </a:xfrm>
          <a:prstGeom prst="rect">
            <a:avLst/>
          </a:prstGeom>
          <a:solidFill>
            <a:srgbClr val="FFFFFF"/>
          </a:solidFill>
          <a:ln w="5080">
            <a:solidFill>
              <a:srgbClr val="D3DCE5"/>
            </a:solidFill>
            <a:prstDash val="solid"/>
          </a:ln>
        </p:spPr>
      </p:sp>
      <p:sp>
        <p:nvSpPr>
          <p:cNvPr id="207" name="Text 205"/>
          <p:cNvSpPr txBox="1"/>
          <p:nvPr/>
        </p:nvSpPr>
        <p:spPr>
          <a:xfrm>
            <a:off x="3860878"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92424"/>
            <a:ext cx="660478" cy="251460"/>
          </a:xfrm>
          <a:prstGeom prst="rect">
            <a:avLst/>
          </a:prstGeom>
          <a:solidFill>
            <a:srgbClr val="FFFFFF"/>
          </a:solidFill>
          <a:ln w="5080">
            <a:solidFill>
              <a:srgbClr val="D3DCE5"/>
            </a:solidFill>
            <a:prstDash val="solid"/>
          </a:ln>
        </p:spPr>
      </p:sp>
      <p:sp>
        <p:nvSpPr>
          <p:cNvPr id="209" name="Text 207"/>
          <p:cNvSpPr txBox="1"/>
          <p:nvPr/>
        </p:nvSpPr>
        <p:spPr>
          <a:xfrm>
            <a:off x="4521356"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92424"/>
            <a:ext cx="660478" cy="251460"/>
          </a:xfrm>
          <a:prstGeom prst="rect">
            <a:avLst/>
          </a:prstGeom>
          <a:solidFill>
            <a:srgbClr val="FFFFFF"/>
          </a:solidFill>
          <a:ln w="5080">
            <a:solidFill>
              <a:srgbClr val="D3DCE5"/>
            </a:solidFill>
            <a:prstDash val="solid"/>
          </a:ln>
        </p:spPr>
      </p:sp>
      <p:sp>
        <p:nvSpPr>
          <p:cNvPr id="211" name="Text 209"/>
          <p:cNvSpPr txBox="1"/>
          <p:nvPr/>
        </p:nvSpPr>
        <p:spPr>
          <a:xfrm>
            <a:off x="5181834"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2" name="Shape 210"/>
          <p:cNvSpPr/>
          <p:nvPr/>
        </p:nvSpPr>
        <p:spPr>
          <a:xfrm>
            <a:off x="5842313" y="3392424"/>
            <a:ext cx="660478" cy="251460"/>
          </a:xfrm>
          <a:prstGeom prst="rect">
            <a:avLst/>
          </a:prstGeom>
          <a:solidFill>
            <a:srgbClr val="FFFFFF"/>
          </a:solidFill>
          <a:ln w="5080">
            <a:solidFill>
              <a:srgbClr val="D3DCE5"/>
            </a:solidFill>
            <a:prstDash val="solid"/>
          </a:ln>
        </p:spPr>
      </p:sp>
      <p:sp>
        <p:nvSpPr>
          <p:cNvPr id="213" name="Text 211"/>
          <p:cNvSpPr txBox="1"/>
          <p:nvPr/>
        </p:nvSpPr>
        <p:spPr>
          <a:xfrm>
            <a:off x="584231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4" name="Shape 212"/>
          <p:cNvSpPr/>
          <p:nvPr/>
        </p:nvSpPr>
        <p:spPr>
          <a:xfrm>
            <a:off x="6502791" y="3392424"/>
            <a:ext cx="660478" cy="251460"/>
          </a:xfrm>
          <a:prstGeom prst="rect">
            <a:avLst/>
          </a:prstGeom>
          <a:solidFill>
            <a:srgbClr val="FFFFFF"/>
          </a:solidFill>
          <a:ln w="5080">
            <a:solidFill>
              <a:srgbClr val="D3DCE5"/>
            </a:solidFill>
            <a:prstDash val="solid"/>
          </a:ln>
        </p:spPr>
      </p:sp>
      <p:sp>
        <p:nvSpPr>
          <p:cNvPr id="215" name="Text 213"/>
          <p:cNvSpPr txBox="1"/>
          <p:nvPr/>
        </p:nvSpPr>
        <p:spPr>
          <a:xfrm>
            <a:off x="6502791"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6" name="Shape 214"/>
          <p:cNvSpPr/>
          <p:nvPr/>
        </p:nvSpPr>
        <p:spPr>
          <a:xfrm>
            <a:off x="7163269" y="3392424"/>
            <a:ext cx="660478" cy="251460"/>
          </a:xfrm>
          <a:prstGeom prst="rect">
            <a:avLst/>
          </a:prstGeom>
          <a:solidFill>
            <a:srgbClr val="FFFFFF"/>
          </a:solidFill>
          <a:ln w="5080">
            <a:solidFill>
              <a:srgbClr val="D3DCE5"/>
            </a:solidFill>
            <a:prstDash val="solid"/>
          </a:ln>
        </p:spPr>
      </p:sp>
      <p:sp>
        <p:nvSpPr>
          <p:cNvPr id="217" name="Text 215"/>
          <p:cNvSpPr txBox="1"/>
          <p:nvPr/>
        </p:nvSpPr>
        <p:spPr>
          <a:xfrm>
            <a:off x="7163269"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8" name="Shape 216"/>
          <p:cNvSpPr/>
          <p:nvPr/>
        </p:nvSpPr>
        <p:spPr>
          <a:xfrm>
            <a:off x="7823747" y="3392424"/>
            <a:ext cx="660478" cy="251460"/>
          </a:xfrm>
          <a:prstGeom prst="rect">
            <a:avLst/>
          </a:prstGeom>
          <a:solidFill>
            <a:srgbClr val="FFFFFF"/>
          </a:solidFill>
          <a:ln w="5080">
            <a:solidFill>
              <a:srgbClr val="D3DCE5"/>
            </a:solidFill>
            <a:prstDash val="solid"/>
          </a:ln>
        </p:spPr>
      </p:sp>
      <p:sp>
        <p:nvSpPr>
          <p:cNvPr id="219" name="Text 217"/>
          <p:cNvSpPr txBox="1"/>
          <p:nvPr/>
        </p:nvSpPr>
        <p:spPr>
          <a:xfrm>
            <a:off x="7823747"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0" name="Shape 218"/>
          <p:cNvSpPr/>
          <p:nvPr/>
        </p:nvSpPr>
        <p:spPr>
          <a:xfrm>
            <a:off x="8484225" y="3392424"/>
            <a:ext cx="660478" cy="251460"/>
          </a:xfrm>
          <a:prstGeom prst="rect">
            <a:avLst/>
          </a:prstGeom>
          <a:solidFill>
            <a:srgbClr val="FFFFFF"/>
          </a:solidFill>
          <a:ln w="5080">
            <a:solidFill>
              <a:srgbClr val="D3DCE5"/>
            </a:solidFill>
            <a:prstDash val="solid"/>
          </a:ln>
        </p:spPr>
      </p:sp>
      <p:sp>
        <p:nvSpPr>
          <p:cNvPr id="221" name="Text 219"/>
          <p:cNvSpPr txBox="1"/>
          <p:nvPr/>
        </p:nvSpPr>
        <p:spPr>
          <a:xfrm>
            <a:off x="8484225"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2" name="Shape 220"/>
          <p:cNvSpPr/>
          <p:nvPr/>
        </p:nvSpPr>
        <p:spPr>
          <a:xfrm>
            <a:off x="9144703" y="3392424"/>
            <a:ext cx="660478" cy="251460"/>
          </a:xfrm>
          <a:prstGeom prst="rect">
            <a:avLst/>
          </a:prstGeom>
          <a:solidFill>
            <a:srgbClr val="FFFFFF"/>
          </a:solidFill>
          <a:ln w="5080">
            <a:solidFill>
              <a:srgbClr val="D3DCE5"/>
            </a:solidFill>
            <a:prstDash val="solid"/>
          </a:ln>
        </p:spPr>
      </p:sp>
      <p:sp>
        <p:nvSpPr>
          <p:cNvPr id="223" name="Text 221"/>
          <p:cNvSpPr txBox="1"/>
          <p:nvPr/>
        </p:nvSpPr>
        <p:spPr>
          <a:xfrm>
            <a:off x="914470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4" name="Shape 222"/>
          <p:cNvSpPr/>
          <p:nvPr/>
        </p:nvSpPr>
        <p:spPr>
          <a:xfrm>
            <a:off x="9805182" y="3392424"/>
            <a:ext cx="660478" cy="251460"/>
          </a:xfrm>
          <a:prstGeom prst="rect">
            <a:avLst/>
          </a:prstGeom>
          <a:solidFill>
            <a:srgbClr val="FFFFFF"/>
          </a:solidFill>
          <a:ln w="5080">
            <a:solidFill>
              <a:srgbClr val="D3DCE5"/>
            </a:solidFill>
            <a:prstDash val="solid"/>
          </a:ln>
        </p:spPr>
      </p:sp>
      <p:sp>
        <p:nvSpPr>
          <p:cNvPr id="225" name="Text 223"/>
          <p:cNvSpPr txBox="1"/>
          <p:nvPr/>
        </p:nvSpPr>
        <p:spPr>
          <a:xfrm>
            <a:off x="9805182"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6" name="Shape 224"/>
          <p:cNvSpPr/>
          <p:nvPr/>
        </p:nvSpPr>
        <p:spPr>
          <a:xfrm>
            <a:off x="10465660" y="3392424"/>
            <a:ext cx="660478" cy="251460"/>
          </a:xfrm>
          <a:prstGeom prst="rect">
            <a:avLst/>
          </a:prstGeom>
          <a:solidFill>
            <a:srgbClr val="FFFFFF"/>
          </a:solidFill>
          <a:ln w="5080">
            <a:solidFill>
              <a:srgbClr val="D3DCE5"/>
            </a:solidFill>
            <a:prstDash val="solid"/>
          </a:ln>
        </p:spPr>
      </p:sp>
      <p:sp>
        <p:nvSpPr>
          <p:cNvPr id="227" name="Text 225"/>
          <p:cNvSpPr txBox="1"/>
          <p:nvPr/>
        </p:nvSpPr>
        <p:spPr>
          <a:xfrm>
            <a:off x="10465660"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8" name="Shape 226"/>
          <p:cNvSpPr/>
          <p:nvPr/>
        </p:nvSpPr>
        <p:spPr>
          <a:xfrm>
            <a:off x="11126138" y="3392424"/>
            <a:ext cx="660478" cy="251460"/>
          </a:xfrm>
          <a:prstGeom prst="rect">
            <a:avLst/>
          </a:prstGeom>
          <a:solidFill>
            <a:srgbClr val="FFFFFF"/>
          </a:solidFill>
          <a:ln w="5080">
            <a:solidFill>
              <a:srgbClr val="D3DCE5"/>
            </a:solidFill>
            <a:prstDash val="solid"/>
          </a:ln>
        </p:spPr>
      </p:sp>
      <p:sp>
        <p:nvSpPr>
          <p:cNvPr id="229" name="Text 227"/>
          <p:cNvSpPr txBox="1"/>
          <p:nvPr/>
        </p:nvSpPr>
        <p:spPr>
          <a:xfrm>
            <a:off x="11126138"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0" name="Shape 228"/>
          <p:cNvSpPr/>
          <p:nvPr/>
        </p:nvSpPr>
        <p:spPr>
          <a:xfrm>
            <a:off x="411480" y="3643884"/>
            <a:ext cx="2788920" cy="251460"/>
          </a:xfrm>
          <a:prstGeom prst="rect">
            <a:avLst/>
          </a:prstGeom>
          <a:solidFill>
            <a:srgbClr val="F7F9FB"/>
          </a:solidFill>
          <a:ln w="5080">
            <a:solidFill>
              <a:srgbClr val="D3DCE5"/>
            </a:solidFill>
            <a:prstDash val="solid"/>
          </a:ln>
        </p:spPr>
      </p:sp>
      <p:sp>
        <p:nvSpPr>
          <p:cNvPr id="231" name="Text 229"/>
          <p:cNvSpPr txBox="1"/>
          <p:nvPr/>
        </p:nvSpPr>
        <p:spPr>
          <a:xfrm>
            <a:off x="475488" y="364388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2" name="Shape 230"/>
          <p:cNvSpPr/>
          <p:nvPr/>
        </p:nvSpPr>
        <p:spPr>
          <a:xfrm>
            <a:off x="3200400" y="3643884"/>
            <a:ext cx="660478" cy="251460"/>
          </a:xfrm>
          <a:prstGeom prst="rect">
            <a:avLst/>
          </a:prstGeom>
          <a:solidFill>
            <a:srgbClr val="F7F9FB"/>
          </a:solidFill>
          <a:ln w="5080">
            <a:solidFill>
              <a:srgbClr val="D3DCE5"/>
            </a:solidFill>
            <a:prstDash val="solid"/>
          </a:ln>
        </p:spPr>
      </p:sp>
      <p:sp>
        <p:nvSpPr>
          <p:cNvPr id="233" name="Text 231"/>
          <p:cNvSpPr txBox="1"/>
          <p:nvPr/>
        </p:nvSpPr>
        <p:spPr>
          <a:xfrm>
            <a:off x="3200400"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43884"/>
            <a:ext cx="660478" cy="251460"/>
          </a:xfrm>
          <a:prstGeom prst="rect">
            <a:avLst/>
          </a:prstGeom>
          <a:solidFill>
            <a:srgbClr val="F7F9FB"/>
          </a:solidFill>
          <a:ln w="5080">
            <a:solidFill>
              <a:srgbClr val="D3DCE5"/>
            </a:solidFill>
            <a:prstDash val="solid"/>
          </a:ln>
        </p:spPr>
      </p:sp>
      <p:sp>
        <p:nvSpPr>
          <p:cNvPr id="235" name="Text 233"/>
          <p:cNvSpPr txBox="1"/>
          <p:nvPr/>
        </p:nvSpPr>
        <p:spPr>
          <a:xfrm>
            <a:off x="3860878"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43884"/>
            <a:ext cx="660478" cy="251460"/>
          </a:xfrm>
          <a:prstGeom prst="rect">
            <a:avLst/>
          </a:prstGeom>
          <a:solidFill>
            <a:srgbClr val="F7F9FB"/>
          </a:solidFill>
          <a:ln w="5080">
            <a:solidFill>
              <a:srgbClr val="D3DCE5"/>
            </a:solidFill>
            <a:prstDash val="solid"/>
          </a:ln>
        </p:spPr>
      </p:sp>
      <p:sp>
        <p:nvSpPr>
          <p:cNvPr id="237" name="Text 235"/>
          <p:cNvSpPr txBox="1"/>
          <p:nvPr/>
        </p:nvSpPr>
        <p:spPr>
          <a:xfrm>
            <a:off x="4521356"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43884"/>
            <a:ext cx="660478" cy="251460"/>
          </a:xfrm>
          <a:prstGeom prst="rect">
            <a:avLst/>
          </a:prstGeom>
          <a:solidFill>
            <a:srgbClr val="F7F9FB"/>
          </a:solidFill>
          <a:ln w="5080">
            <a:solidFill>
              <a:srgbClr val="D3DCE5"/>
            </a:solidFill>
            <a:prstDash val="solid"/>
          </a:ln>
        </p:spPr>
      </p:sp>
      <p:sp>
        <p:nvSpPr>
          <p:cNvPr id="239" name="Text 237"/>
          <p:cNvSpPr txBox="1"/>
          <p:nvPr/>
        </p:nvSpPr>
        <p:spPr>
          <a:xfrm>
            <a:off x="5181834"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0" name="Shape 238"/>
          <p:cNvSpPr/>
          <p:nvPr/>
        </p:nvSpPr>
        <p:spPr>
          <a:xfrm>
            <a:off x="5842313" y="3643884"/>
            <a:ext cx="660478" cy="251460"/>
          </a:xfrm>
          <a:prstGeom prst="rect">
            <a:avLst/>
          </a:prstGeom>
          <a:solidFill>
            <a:srgbClr val="F7F9FB"/>
          </a:solidFill>
          <a:ln w="5080">
            <a:solidFill>
              <a:srgbClr val="D3DCE5"/>
            </a:solidFill>
            <a:prstDash val="solid"/>
          </a:ln>
        </p:spPr>
      </p:sp>
      <p:sp>
        <p:nvSpPr>
          <p:cNvPr id="241" name="Text 239"/>
          <p:cNvSpPr txBox="1"/>
          <p:nvPr/>
        </p:nvSpPr>
        <p:spPr>
          <a:xfrm>
            <a:off x="584231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2" name="Shape 240"/>
          <p:cNvSpPr/>
          <p:nvPr/>
        </p:nvSpPr>
        <p:spPr>
          <a:xfrm>
            <a:off x="6502791" y="3643884"/>
            <a:ext cx="660478" cy="251460"/>
          </a:xfrm>
          <a:prstGeom prst="rect">
            <a:avLst/>
          </a:prstGeom>
          <a:solidFill>
            <a:srgbClr val="F7F9FB"/>
          </a:solidFill>
          <a:ln w="5080">
            <a:solidFill>
              <a:srgbClr val="D3DCE5"/>
            </a:solidFill>
            <a:prstDash val="solid"/>
          </a:ln>
        </p:spPr>
      </p:sp>
      <p:sp>
        <p:nvSpPr>
          <p:cNvPr id="243" name="Text 241"/>
          <p:cNvSpPr txBox="1"/>
          <p:nvPr/>
        </p:nvSpPr>
        <p:spPr>
          <a:xfrm>
            <a:off x="6502791"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4" name="Shape 242"/>
          <p:cNvSpPr/>
          <p:nvPr/>
        </p:nvSpPr>
        <p:spPr>
          <a:xfrm>
            <a:off x="7163269" y="3643884"/>
            <a:ext cx="660478" cy="251460"/>
          </a:xfrm>
          <a:prstGeom prst="rect">
            <a:avLst/>
          </a:prstGeom>
          <a:solidFill>
            <a:srgbClr val="F7F9FB"/>
          </a:solidFill>
          <a:ln w="5080">
            <a:solidFill>
              <a:srgbClr val="D3DCE5"/>
            </a:solidFill>
            <a:prstDash val="solid"/>
          </a:ln>
        </p:spPr>
      </p:sp>
      <p:sp>
        <p:nvSpPr>
          <p:cNvPr id="245" name="Text 243"/>
          <p:cNvSpPr txBox="1"/>
          <p:nvPr/>
        </p:nvSpPr>
        <p:spPr>
          <a:xfrm>
            <a:off x="7163269"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6" name="Shape 244"/>
          <p:cNvSpPr/>
          <p:nvPr/>
        </p:nvSpPr>
        <p:spPr>
          <a:xfrm>
            <a:off x="7823747" y="3643884"/>
            <a:ext cx="660478" cy="251460"/>
          </a:xfrm>
          <a:prstGeom prst="rect">
            <a:avLst/>
          </a:prstGeom>
          <a:solidFill>
            <a:srgbClr val="F7F9FB"/>
          </a:solidFill>
          <a:ln w="5080">
            <a:solidFill>
              <a:srgbClr val="D3DCE5"/>
            </a:solidFill>
            <a:prstDash val="solid"/>
          </a:ln>
        </p:spPr>
      </p:sp>
      <p:sp>
        <p:nvSpPr>
          <p:cNvPr id="247" name="Text 245"/>
          <p:cNvSpPr txBox="1"/>
          <p:nvPr/>
        </p:nvSpPr>
        <p:spPr>
          <a:xfrm>
            <a:off x="7823747"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8" name="Shape 246"/>
          <p:cNvSpPr/>
          <p:nvPr/>
        </p:nvSpPr>
        <p:spPr>
          <a:xfrm>
            <a:off x="8484225" y="3643884"/>
            <a:ext cx="660478" cy="251460"/>
          </a:xfrm>
          <a:prstGeom prst="rect">
            <a:avLst/>
          </a:prstGeom>
          <a:solidFill>
            <a:srgbClr val="F7F9FB"/>
          </a:solidFill>
          <a:ln w="5080">
            <a:solidFill>
              <a:srgbClr val="D3DCE5"/>
            </a:solidFill>
            <a:prstDash val="solid"/>
          </a:ln>
        </p:spPr>
      </p:sp>
      <p:sp>
        <p:nvSpPr>
          <p:cNvPr id="249" name="Text 247"/>
          <p:cNvSpPr txBox="1"/>
          <p:nvPr/>
        </p:nvSpPr>
        <p:spPr>
          <a:xfrm>
            <a:off x="8484225"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0" name="Shape 248"/>
          <p:cNvSpPr/>
          <p:nvPr/>
        </p:nvSpPr>
        <p:spPr>
          <a:xfrm>
            <a:off x="9144703" y="3643884"/>
            <a:ext cx="660478" cy="251460"/>
          </a:xfrm>
          <a:prstGeom prst="rect">
            <a:avLst/>
          </a:prstGeom>
          <a:solidFill>
            <a:srgbClr val="F7F9FB"/>
          </a:solidFill>
          <a:ln w="5080">
            <a:solidFill>
              <a:srgbClr val="D3DCE5"/>
            </a:solidFill>
            <a:prstDash val="solid"/>
          </a:ln>
        </p:spPr>
      </p:sp>
      <p:sp>
        <p:nvSpPr>
          <p:cNvPr id="251" name="Text 249"/>
          <p:cNvSpPr txBox="1"/>
          <p:nvPr/>
        </p:nvSpPr>
        <p:spPr>
          <a:xfrm>
            <a:off x="914470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2" name="Shape 250"/>
          <p:cNvSpPr/>
          <p:nvPr/>
        </p:nvSpPr>
        <p:spPr>
          <a:xfrm>
            <a:off x="9805182" y="3643884"/>
            <a:ext cx="660478" cy="251460"/>
          </a:xfrm>
          <a:prstGeom prst="rect">
            <a:avLst/>
          </a:prstGeom>
          <a:solidFill>
            <a:srgbClr val="F7F9FB"/>
          </a:solidFill>
          <a:ln w="5080">
            <a:solidFill>
              <a:srgbClr val="D3DCE5"/>
            </a:solidFill>
            <a:prstDash val="solid"/>
          </a:ln>
        </p:spPr>
      </p:sp>
      <p:sp>
        <p:nvSpPr>
          <p:cNvPr id="253" name="Text 251"/>
          <p:cNvSpPr txBox="1"/>
          <p:nvPr/>
        </p:nvSpPr>
        <p:spPr>
          <a:xfrm>
            <a:off x="9805182"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4" name="Shape 252"/>
          <p:cNvSpPr/>
          <p:nvPr/>
        </p:nvSpPr>
        <p:spPr>
          <a:xfrm>
            <a:off x="10465660" y="3643884"/>
            <a:ext cx="660478" cy="251460"/>
          </a:xfrm>
          <a:prstGeom prst="rect">
            <a:avLst/>
          </a:prstGeom>
          <a:solidFill>
            <a:srgbClr val="F7F9FB"/>
          </a:solidFill>
          <a:ln w="5080">
            <a:solidFill>
              <a:srgbClr val="D3DCE5"/>
            </a:solidFill>
            <a:prstDash val="solid"/>
          </a:ln>
        </p:spPr>
      </p:sp>
      <p:sp>
        <p:nvSpPr>
          <p:cNvPr id="255" name="Text 253"/>
          <p:cNvSpPr txBox="1"/>
          <p:nvPr/>
        </p:nvSpPr>
        <p:spPr>
          <a:xfrm>
            <a:off x="10465660"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6" name="Shape 254"/>
          <p:cNvSpPr/>
          <p:nvPr/>
        </p:nvSpPr>
        <p:spPr>
          <a:xfrm>
            <a:off x="11126138" y="3643884"/>
            <a:ext cx="660478" cy="251460"/>
          </a:xfrm>
          <a:prstGeom prst="rect">
            <a:avLst/>
          </a:prstGeom>
          <a:solidFill>
            <a:srgbClr val="F7F9FB"/>
          </a:solidFill>
          <a:ln w="5080">
            <a:solidFill>
              <a:srgbClr val="D3DCE5"/>
            </a:solidFill>
            <a:prstDash val="solid"/>
          </a:ln>
        </p:spPr>
      </p:sp>
      <p:sp>
        <p:nvSpPr>
          <p:cNvPr id="257" name="Text 255"/>
          <p:cNvSpPr txBox="1"/>
          <p:nvPr/>
        </p:nvSpPr>
        <p:spPr>
          <a:xfrm>
            <a:off x="11126138"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8" name="Shape 256"/>
          <p:cNvSpPr/>
          <p:nvPr/>
        </p:nvSpPr>
        <p:spPr>
          <a:xfrm>
            <a:off x="411480" y="3986784"/>
            <a:ext cx="4526280" cy="292608"/>
          </a:xfrm>
          <a:prstGeom prst="rect">
            <a:avLst/>
          </a:prstGeom>
          <a:solidFill>
            <a:srgbClr val="10233A"/>
          </a:solidFill>
          <a:ln/>
        </p:spPr>
      </p:sp>
      <p:sp>
        <p:nvSpPr>
          <p:cNvPr id="259" name="Text 257"/>
          <p:cNvSpPr txBox="1"/>
          <p:nvPr/>
        </p:nvSpPr>
        <p:spPr>
          <a:xfrm>
            <a:off x="475488" y="3986784"/>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0" name="Shape 258"/>
          <p:cNvSpPr/>
          <p:nvPr/>
        </p:nvSpPr>
        <p:spPr>
          <a:xfrm>
            <a:off x="4937760" y="3986784"/>
            <a:ext cx="1874520" cy="292608"/>
          </a:xfrm>
          <a:prstGeom prst="rect">
            <a:avLst/>
          </a:prstGeom>
          <a:solidFill>
            <a:srgbClr val="10233A"/>
          </a:solidFill>
          <a:ln/>
        </p:spPr>
      </p:sp>
      <p:sp>
        <p:nvSpPr>
          <p:cNvPr id="261" name="Text 259"/>
          <p:cNvSpPr txBox="1"/>
          <p:nvPr/>
        </p:nvSpPr>
        <p:spPr>
          <a:xfrm>
            <a:off x="5001768" y="3986784"/>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2" name="Shape 260"/>
          <p:cNvSpPr/>
          <p:nvPr/>
        </p:nvSpPr>
        <p:spPr>
          <a:xfrm>
            <a:off x="411480" y="4279392"/>
            <a:ext cx="4526280" cy="222199"/>
          </a:xfrm>
          <a:prstGeom prst="rect">
            <a:avLst/>
          </a:prstGeom>
          <a:solidFill>
            <a:srgbClr val="FFFFFF"/>
          </a:solidFill>
          <a:ln w="6350">
            <a:solidFill>
              <a:srgbClr val="D3DCE5"/>
            </a:solidFill>
            <a:prstDash val="solid"/>
          </a:ln>
        </p:spPr>
      </p:sp>
      <p:sp>
        <p:nvSpPr>
          <p:cNvPr id="263" name="Text 261"/>
          <p:cNvSpPr txBox="1"/>
          <p:nvPr/>
        </p:nvSpPr>
        <p:spPr>
          <a:xfrm>
            <a:off x="475488" y="4279392"/>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4" name="Shape 262"/>
          <p:cNvSpPr/>
          <p:nvPr/>
        </p:nvSpPr>
        <p:spPr>
          <a:xfrm>
            <a:off x="4937760" y="4279392"/>
            <a:ext cx="1874520" cy="222199"/>
          </a:xfrm>
          <a:prstGeom prst="rect">
            <a:avLst/>
          </a:prstGeom>
          <a:solidFill>
            <a:srgbClr val="FFFFFF"/>
          </a:solidFill>
          <a:ln w="6350">
            <a:solidFill>
              <a:srgbClr val="D3DCE5"/>
            </a:solidFill>
            <a:prstDash val="solid"/>
          </a:ln>
        </p:spPr>
      </p:sp>
      <p:sp>
        <p:nvSpPr>
          <p:cNvPr id="265" name="Text 263"/>
          <p:cNvSpPr txBox="1"/>
          <p:nvPr/>
        </p:nvSpPr>
        <p:spPr>
          <a:xfrm>
            <a:off x="5001768" y="4279392"/>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9,566</a:t>
            </a:r>
            <a:endParaRPr lang="en-US" sz="860" dirty="0"/>
          </a:p>
        </p:txBody>
      </p:sp>
      <p:sp>
        <p:nvSpPr>
          <p:cNvPr id="266" name="Shape 264"/>
          <p:cNvSpPr/>
          <p:nvPr/>
        </p:nvSpPr>
        <p:spPr>
          <a:xfrm>
            <a:off x="411480" y="4501591"/>
            <a:ext cx="4526280" cy="222199"/>
          </a:xfrm>
          <a:prstGeom prst="rect">
            <a:avLst/>
          </a:prstGeom>
          <a:solidFill>
            <a:srgbClr val="F7F9FB"/>
          </a:solidFill>
          <a:ln w="6350">
            <a:solidFill>
              <a:srgbClr val="D3DCE5"/>
            </a:solidFill>
            <a:prstDash val="solid"/>
          </a:ln>
        </p:spPr>
      </p:sp>
      <p:sp>
        <p:nvSpPr>
          <p:cNvPr id="267" name="Text 265"/>
          <p:cNvSpPr txBox="1"/>
          <p:nvPr/>
        </p:nvSpPr>
        <p:spPr>
          <a:xfrm>
            <a:off x="475488" y="4501591"/>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8" name="Shape 266"/>
          <p:cNvSpPr/>
          <p:nvPr/>
        </p:nvSpPr>
        <p:spPr>
          <a:xfrm>
            <a:off x="4937760" y="4501591"/>
            <a:ext cx="1874520" cy="222199"/>
          </a:xfrm>
          <a:prstGeom prst="rect">
            <a:avLst/>
          </a:prstGeom>
          <a:solidFill>
            <a:srgbClr val="F7F9FB"/>
          </a:solidFill>
          <a:ln w="6350">
            <a:solidFill>
              <a:srgbClr val="D3DCE5"/>
            </a:solidFill>
            <a:prstDash val="solid"/>
          </a:ln>
        </p:spPr>
      </p:sp>
      <p:sp>
        <p:nvSpPr>
          <p:cNvPr id="269" name="Text 267"/>
          <p:cNvSpPr txBox="1"/>
          <p:nvPr/>
        </p:nvSpPr>
        <p:spPr>
          <a:xfrm>
            <a:off x="5001768" y="4501591"/>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9,894</a:t>
            </a:r>
            <a:endParaRPr lang="en-US" sz="860" dirty="0"/>
          </a:p>
        </p:txBody>
      </p:sp>
      <p:sp>
        <p:nvSpPr>
          <p:cNvPr id="270" name="Shape 268"/>
          <p:cNvSpPr/>
          <p:nvPr/>
        </p:nvSpPr>
        <p:spPr>
          <a:xfrm>
            <a:off x="411480" y="4723790"/>
            <a:ext cx="4526280" cy="222199"/>
          </a:xfrm>
          <a:prstGeom prst="rect">
            <a:avLst/>
          </a:prstGeom>
          <a:solidFill>
            <a:srgbClr val="FFFFFF"/>
          </a:solidFill>
          <a:ln w="6350">
            <a:solidFill>
              <a:srgbClr val="D3DCE5"/>
            </a:solidFill>
            <a:prstDash val="solid"/>
          </a:ln>
        </p:spPr>
      </p:sp>
      <p:sp>
        <p:nvSpPr>
          <p:cNvPr id="271" name="Text 269"/>
          <p:cNvSpPr txBox="1"/>
          <p:nvPr/>
        </p:nvSpPr>
        <p:spPr>
          <a:xfrm>
            <a:off x="475488" y="4723790"/>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2" name="Shape 270"/>
          <p:cNvSpPr/>
          <p:nvPr/>
        </p:nvSpPr>
        <p:spPr>
          <a:xfrm>
            <a:off x="4937760" y="4723790"/>
            <a:ext cx="1874520" cy="222199"/>
          </a:xfrm>
          <a:prstGeom prst="rect">
            <a:avLst/>
          </a:prstGeom>
          <a:solidFill>
            <a:srgbClr val="FFFFFF"/>
          </a:solidFill>
          <a:ln w="6350">
            <a:solidFill>
              <a:srgbClr val="D3DCE5"/>
            </a:solidFill>
            <a:prstDash val="solid"/>
          </a:ln>
        </p:spPr>
      </p:sp>
      <p:sp>
        <p:nvSpPr>
          <p:cNvPr id="273" name="Text 271"/>
          <p:cNvSpPr txBox="1"/>
          <p:nvPr/>
        </p:nvSpPr>
        <p:spPr>
          <a:xfrm>
            <a:off x="5001768" y="4723790"/>
            <a:ext cx="1746504" cy="222199"/>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19,460</a:t>
            </a:r>
            <a:endParaRPr lang="en-US" sz="860" dirty="0"/>
          </a:p>
        </p:txBody>
      </p:sp>
      <p:sp>
        <p:nvSpPr>
          <p:cNvPr id="274" name="Shape 272"/>
          <p:cNvSpPr/>
          <p:nvPr/>
        </p:nvSpPr>
        <p:spPr>
          <a:xfrm>
            <a:off x="411480" y="4945990"/>
            <a:ext cx="4526280" cy="222199"/>
          </a:xfrm>
          <a:prstGeom prst="rect">
            <a:avLst/>
          </a:prstGeom>
          <a:solidFill>
            <a:srgbClr val="F7F9FB"/>
          </a:solidFill>
          <a:ln w="6350">
            <a:solidFill>
              <a:srgbClr val="D3DCE5"/>
            </a:solidFill>
            <a:prstDash val="solid"/>
          </a:ln>
        </p:spPr>
      </p:sp>
      <p:sp>
        <p:nvSpPr>
          <p:cNvPr id="275" name="Text 273"/>
          <p:cNvSpPr txBox="1"/>
          <p:nvPr/>
        </p:nvSpPr>
        <p:spPr>
          <a:xfrm>
            <a:off x="475488" y="4945990"/>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6" name="Shape 274"/>
          <p:cNvSpPr/>
          <p:nvPr/>
        </p:nvSpPr>
        <p:spPr>
          <a:xfrm>
            <a:off x="4937760" y="4945990"/>
            <a:ext cx="1874520" cy="222199"/>
          </a:xfrm>
          <a:prstGeom prst="rect">
            <a:avLst/>
          </a:prstGeom>
          <a:solidFill>
            <a:srgbClr val="F7F9FB"/>
          </a:solidFill>
          <a:ln w="6350">
            <a:solidFill>
              <a:srgbClr val="D3DCE5"/>
            </a:solidFill>
            <a:prstDash val="solid"/>
          </a:ln>
        </p:spPr>
      </p:sp>
      <p:sp>
        <p:nvSpPr>
          <p:cNvPr id="277" name="Text 275"/>
          <p:cNvSpPr txBox="1"/>
          <p:nvPr/>
        </p:nvSpPr>
        <p:spPr>
          <a:xfrm>
            <a:off x="5001768" y="4945990"/>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278" name="Shape 276"/>
          <p:cNvSpPr/>
          <p:nvPr/>
        </p:nvSpPr>
        <p:spPr>
          <a:xfrm>
            <a:off x="411480" y="5168189"/>
            <a:ext cx="4526280" cy="222199"/>
          </a:xfrm>
          <a:prstGeom prst="rect">
            <a:avLst/>
          </a:prstGeom>
          <a:solidFill>
            <a:srgbClr val="FFFFFF"/>
          </a:solidFill>
          <a:ln w="6350">
            <a:solidFill>
              <a:srgbClr val="D3DCE5"/>
            </a:solidFill>
            <a:prstDash val="solid"/>
          </a:ln>
        </p:spPr>
      </p:sp>
      <p:sp>
        <p:nvSpPr>
          <p:cNvPr id="279" name="Text 277"/>
          <p:cNvSpPr txBox="1"/>
          <p:nvPr/>
        </p:nvSpPr>
        <p:spPr>
          <a:xfrm>
            <a:off x="475488" y="5168189"/>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0" name="Shape 278"/>
          <p:cNvSpPr/>
          <p:nvPr/>
        </p:nvSpPr>
        <p:spPr>
          <a:xfrm>
            <a:off x="4937760" y="5168189"/>
            <a:ext cx="1874520" cy="222199"/>
          </a:xfrm>
          <a:prstGeom prst="rect">
            <a:avLst/>
          </a:prstGeom>
          <a:solidFill>
            <a:srgbClr val="FFFFFF"/>
          </a:solidFill>
          <a:ln w="6350">
            <a:solidFill>
              <a:srgbClr val="D3DCE5"/>
            </a:solidFill>
            <a:prstDash val="solid"/>
          </a:ln>
        </p:spPr>
      </p:sp>
      <p:sp>
        <p:nvSpPr>
          <p:cNvPr id="281" name="Text 279"/>
          <p:cNvSpPr txBox="1"/>
          <p:nvPr/>
        </p:nvSpPr>
        <p:spPr>
          <a:xfrm>
            <a:off x="5001768" y="5168189"/>
            <a:ext cx="1746504" cy="222199"/>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20,922</a:t>
            </a:r>
            <a:endParaRPr lang="en-US" sz="860" dirty="0"/>
          </a:p>
        </p:txBody>
      </p:sp>
      <p:sp>
        <p:nvSpPr>
          <p:cNvPr id="282" name="Shape 280"/>
          <p:cNvSpPr/>
          <p:nvPr/>
        </p:nvSpPr>
        <p:spPr>
          <a:xfrm>
            <a:off x="411480" y="5390388"/>
            <a:ext cx="4526280" cy="222199"/>
          </a:xfrm>
          <a:prstGeom prst="rect">
            <a:avLst/>
          </a:prstGeom>
          <a:solidFill>
            <a:srgbClr val="F7F9FB"/>
          </a:solidFill>
          <a:ln w="6350">
            <a:solidFill>
              <a:srgbClr val="D3DCE5"/>
            </a:solidFill>
            <a:prstDash val="solid"/>
          </a:ln>
        </p:spPr>
      </p:sp>
      <p:sp>
        <p:nvSpPr>
          <p:cNvPr id="283" name="Text 281"/>
          <p:cNvSpPr txBox="1"/>
          <p:nvPr/>
        </p:nvSpPr>
        <p:spPr>
          <a:xfrm>
            <a:off x="475488" y="5390388"/>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4" name="Shape 282"/>
          <p:cNvSpPr/>
          <p:nvPr/>
        </p:nvSpPr>
        <p:spPr>
          <a:xfrm>
            <a:off x="4937760" y="5390388"/>
            <a:ext cx="1874520" cy="222199"/>
          </a:xfrm>
          <a:prstGeom prst="rect">
            <a:avLst/>
          </a:prstGeom>
          <a:solidFill>
            <a:srgbClr val="F7F9FB"/>
          </a:solidFill>
          <a:ln w="6350">
            <a:solidFill>
              <a:srgbClr val="D3DCE5"/>
            </a:solidFill>
            <a:prstDash val="solid"/>
          </a:ln>
        </p:spPr>
      </p:sp>
      <p:sp>
        <p:nvSpPr>
          <p:cNvPr id="285" name="Text 283"/>
          <p:cNvSpPr txBox="1"/>
          <p:nvPr/>
        </p:nvSpPr>
        <p:spPr>
          <a:xfrm>
            <a:off x="5001768" y="5390388"/>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6" name="Shape 284"/>
          <p:cNvSpPr/>
          <p:nvPr/>
        </p:nvSpPr>
        <p:spPr>
          <a:xfrm>
            <a:off x="411480" y="5612587"/>
            <a:ext cx="4526280" cy="222199"/>
          </a:xfrm>
          <a:prstGeom prst="rect">
            <a:avLst/>
          </a:prstGeom>
          <a:solidFill>
            <a:srgbClr val="FFFFFF"/>
          </a:solidFill>
          <a:ln w="6350">
            <a:solidFill>
              <a:srgbClr val="D3DCE5"/>
            </a:solidFill>
            <a:prstDash val="solid"/>
          </a:ln>
        </p:spPr>
      </p:sp>
      <p:sp>
        <p:nvSpPr>
          <p:cNvPr id="287" name="Text 285"/>
          <p:cNvSpPr txBox="1"/>
          <p:nvPr/>
        </p:nvSpPr>
        <p:spPr>
          <a:xfrm>
            <a:off x="475488" y="5612587"/>
            <a:ext cx="4398264" cy="222199"/>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8" name="Shape 286"/>
          <p:cNvSpPr/>
          <p:nvPr/>
        </p:nvSpPr>
        <p:spPr>
          <a:xfrm>
            <a:off x="4937760" y="5612587"/>
            <a:ext cx="1874520" cy="222199"/>
          </a:xfrm>
          <a:prstGeom prst="rect">
            <a:avLst/>
          </a:prstGeom>
          <a:solidFill>
            <a:srgbClr val="FFFFFF"/>
          </a:solidFill>
          <a:ln w="6350">
            <a:solidFill>
              <a:srgbClr val="D3DCE5"/>
            </a:solidFill>
            <a:prstDash val="solid"/>
          </a:ln>
        </p:spPr>
      </p:sp>
      <p:sp>
        <p:nvSpPr>
          <p:cNvPr id="289" name="Text 287"/>
          <p:cNvSpPr txBox="1"/>
          <p:nvPr/>
        </p:nvSpPr>
        <p:spPr>
          <a:xfrm>
            <a:off x="5001768" y="5612587"/>
            <a:ext cx="1746504" cy="222199"/>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6.50</a:t>
            </a:r>
            <a:endParaRPr lang="en-US" sz="860" dirty="0"/>
          </a:p>
        </p:txBody>
      </p:sp>
      <p:sp>
        <p:nvSpPr>
          <p:cNvPr id="290" name="Shape 288"/>
          <p:cNvSpPr/>
          <p:nvPr/>
        </p:nvSpPr>
        <p:spPr>
          <a:xfrm>
            <a:off x="411480" y="5834786"/>
            <a:ext cx="4526280" cy="222199"/>
          </a:xfrm>
          <a:prstGeom prst="rect">
            <a:avLst/>
          </a:prstGeom>
          <a:solidFill>
            <a:srgbClr val="F7F9FB"/>
          </a:solidFill>
          <a:ln w="6350">
            <a:solidFill>
              <a:srgbClr val="D3DCE5"/>
            </a:solidFill>
            <a:prstDash val="solid"/>
          </a:ln>
        </p:spPr>
      </p:sp>
      <p:sp>
        <p:nvSpPr>
          <p:cNvPr id="291" name="Text 289"/>
          <p:cNvSpPr txBox="1"/>
          <p:nvPr/>
        </p:nvSpPr>
        <p:spPr>
          <a:xfrm>
            <a:off x="475488" y="5834786"/>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2" name="Shape 290"/>
          <p:cNvSpPr/>
          <p:nvPr/>
        </p:nvSpPr>
        <p:spPr>
          <a:xfrm>
            <a:off x="4937760" y="5834786"/>
            <a:ext cx="1874520" cy="222199"/>
          </a:xfrm>
          <a:prstGeom prst="rect">
            <a:avLst/>
          </a:prstGeom>
          <a:solidFill>
            <a:srgbClr val="F7F9FB"/>
          </a:solidFill>
          <a:ln w="6350">
            <a:solidFill>
              <a:srgbClr val="D3DCE5"/>
            </a:solidFill>
            <a:prstDash val="solid"/>
          </a:ln>
        </p:spPr>
      </p:sp>
      <p:sp>
        <p:nvSpPr>
          <p:cNvPr id="293" name="Text 291"/>
          <p:cNvSpPr txBox="1"/>
          <p:nvPr/>
        </p:nvSpPr>
        <p:spPr>
          <a:xfrm>
            <a:off x="5001768" y="5834786"/>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4" name="Shape 292"/>
          <p:cNvSpPr/>
          <p:nvPr/>
        </p:nvSpPr>
        <p:spPr>
          <a:xfrm>
            <a:off x="411480" y="6056986"/>
            <a:ext cx="4526280" cy="222199"/>
          </a:xfrm>
          <a:prstGeom prst="rect">
            <a:avLst/>
          </a:prstGeom>
          <a:solidFill>
            <a:srgbClr val="FFFFFF"/>
          </a:solidFill>
          <a:ln w="6350">
            <a:solidFill>
              <a:srgbClr val="D3DCE5"/>
            </a:solidFill>
            <a:prstDash val="solid"/>
          </a:ln>
        </p:spPr>
      </p:sp>
      <p:sp>
        <p:nvSpPr>
          <p:cNvPr id="295" name="Text 293"/>
          <p:cNvSpPr txBox="1"/>
          <p:nvPr/>
        </p:nvSpPr>
        <p:spPr>
          <a:xfrm>
            <a:off x="475488" y="6056986"/>
            <a:ext cx="4398264" cy="222199"/>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6" name="Shape 294"/>
          <p:cNvSpPr/>
          <p:nvPr/>
        </p:nvSpPr>
        <p:spPr>
          <a:xfrm>
            <a:off x="4937760" y="6056986"/>
            <a:ext cx="1874520" cy="222199"/>
          </a:xfrm>
          <a:prstGeom prst="rect">
            <a:avLst/>
          </a:prstGeom>
          <a:solidFill>
            <a:srgbClr val="FFFFFF"/>
          </a:solidFill>
          <a:ln w="6350">
            <a:solidFill>
              <a:srgbClr val="D3DCE5"/>
            </a:solidFill>
            <a:prstDash val="solid"/>
          </a:ln>
        </p:spPr>
      </p:sp>
      <p:sp>
        <p:nvSpPr>
          <p:cNvPr id="297" name="Text 295"/>
          <p:cNvSpPr txBox="1"/>
          <p:nvPr/>
        </p:nvSpPr>
        <p:spPr>
          <a:xfrm>
            <a:off x="5001768" y="6056986"/>
            <a:ext cx="1746504" cy="222199"/>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+18.6%</a:t>
            </a:r>
            <a:endParaRPr lang="en-US" sz="860" dirty="0"/>
          </a:p>
        </p:txBody>
      </p:sp>
      <p:sp>
        <p:nvSpPr>
          <p:cNvPr id="298" name="Shape 296"/>
          <p:cNvSpPr/>
          <p:nvPr/>
        </p:nvSpPr>
        <p:spPr>
          <a:xfrm>
            <a:off x="411480" y="6279185"/>
            <a:ext cx="4526280" cy="222199"/>
          </a:xfrm>
          <a:prstGeom prst="rect">
            <a:avLst/>
          </a:prstGeom>
          <a:solidFill>
            <a:srgbClr val="F7F9FB"/>
          </a:solidFill>
          <a:ln w="6350">
            <a:solidFill>
              <a:srgbClr val="D3DCE5"/>
            </a:solidFill>
            <a:prstDash val="solid"/>
          </a:ln>
        </p:spPr>
      </p:sp>
      <p:sp>
        <p:nvSpPr>
          <p:cNvPr id="299" name="Text 297"/>
          <p:cNvSpPr txBox="1"/>
          <p:nvPr/>
        </p:nvSpPr>
        <p:spPr>
          <a:xfrm>
            <a:off x="475488" y="6279185"/>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0" name="Shape 298"/>
          <p:cNvSpPr/>
          <p:nvPr/>
        </p:nvSpPr>
        <p:spPr>
          <a:xfrm>
            <a:off x="4937760" y="6279185"/>
            <a:ext cx="1874520" cy="222199"/>
          </a:xfrm>
          <a:prstGeom prst="rect">
            <a:avLst/>
          </a:prstGeom>
          <a:solidFill>
            <a:srgbClr val="F7F9FB"/>
          </a:solidFill>
          <a:ln w="6350">
            <a:solidFill>
              <a:srgbClr val="D3DCE5"/>
            </a:solidFill>
            <a:prstDash val="solid"/>
          </a:ln>
        </p:spPr>
      </p:sp>
      <p:sp>
        <p:nvSpPr>
          <p:cNvPr id="301" name="Text 299"/>
          <p:cNvSpPr txBox="1"/>
          <p:nvPr/>
        </p:nvSpPr>
        <p:spPr>
          <a:xfrm>
            <a:off x="5001768" y="6279185"/>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50.8%</a:t>
            </a:r>
            <a:endParaRPr lang="en-US" sz="860" dirty="0"/>
          </a:p>
        </p:txBody>
      </p:sp>
      <p:sp>
        <p:nvSpPr>
          <p:cNvPr id="302" name="Shape 300"/>
          <p:cNvSpPr/>
          <p:nvPr/>
        </p:nvSpPr>
        <p:spPr>
          <a:xfrm>
            <a:off x="7086600" y="3986784"/>
            <a:ext cx="4700016" cy="2496312"/>
          </a:xfrm>
          <a:prstGeom prst="rect">
            <a:avLst/>
          </a:prstGeom>
          <a:solidFill>
            <a:srgbClr val="D6EBE7"/>
          </a:solidFill>
          <a:ln w="9525">
            <a:solidFill>
              <a:srgbClr val="AFD3CC"/>
            </a:solidFill>
            <a:prstDash val="solid"/>
          </a:ln>
        </p:spPr>
      </p:sp>
      <p:sp>
        <p:nvSpPr>
          <p:cNvPr id="303" name="Text 301"/>
          <p:cNvSpPr txBox="1"/>
          <p:nvPr/>
        </p:nvSpPr>
        <p:spPr>
          <a:xfrm>
            <a:off x="7251192" y="4114800"/>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4" name="Text 302"/>
          <p:cNvSpPr txBox="1"/>
          <p:nvPr/>
        </p:nvSpPr>
        <p:spPr>
          <a:xfrm>
            <a:off x="7251192" y="4443984"/>
            <a:ext cx="4370832" cy="194767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a growing perpetuity, the terminal period would have been A$18.9bn and roughly 68% of enterprise value - meaning most of the answer would rest on an assumption about the year 2037 onward.</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reserve-life annuity brings it to A$9.9bn and 50.8%. That is still a lot, and it is the honest position for a long-life mining asset: half the value is in the ten years we forecast explicitly, half in the sixteen years of ore that follow.</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900" dirty="0"/>
          </a:p>
        </p:txBody>
      </p:sp>
      <p:sp>
        <p:nvSpPr>
          <p:cNvPr id="305" name="Text 30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50" dirty="0"/>
          </a:p>
        </p:txBody>
      </p:sp>
      <p:sp>
        <p:nvSpPr>
          <p:cNvPr id="306" name="Text 30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E9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Bear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Restart supply overwhelms demand, prices revert toward the marginal cost, P2000 is never sanctioned, Colina never proceeds and Ngungaju is throttled back.</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294</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334</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254</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236</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318</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421</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518</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610</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666</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709</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24028"/>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24028"/>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2,695</a:t>
            </a:r>
            <a:endParaRPr lang="en-US" sz="860" dirty="0"/>
          </a:p>
        </p:txBody>
      </p:sp>
      <p:sp>
        <p:nvSpPr>
          <p:cNvPr id="168" name="Shape 166"/>
          <p:cNvSpPr/>
          <p:nvPr/>
        </p:nvSpPr>
        <p:spPr>
          <a:xfrm>
            <a:off x="411480" y="4137660"/>
            <a:ext cx="4206240" cy="224028"/>
          </a:xfrm>
          <a:prstGeom prst="rect">
            <a:avLst/>
          </a:prstGeom>
          <a:solidFill>
            <a:srgbClr val="F7F9FB"/>
          </a:solidFill>
          <a:ln w="6350">
            <a:solidFill>
              <a:srgbClr val="D3DCE5"/>
            </a:solidFill>
            <a:prstDash val="solid"/>
          </a:ln>
        </p:spPr>
      </p:sp>
      <p:sp>
        <p:nvSpPr>
          <p:cNvPr id="169" name="Text 167"/>
          <p:cNvSpPr txBox="1"/>
          <p:nvPr/>
        </p:nvSpPr>
        <p:spPr>
          <a:xfrm>
            <a:off x="475488" y="4137660"/>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37660"/>
            <a:ext cx="1920240" cy="224028"/>
          </a:xfrm>
          <a:prstGeom prst="rect">
            <a:avLst/>
          </a:prstGeom>
          <a:solidFill>
            <a:srgbClr val="F7F9FB"/>
          </a:solidFill>
          <a:ln w="6350">
            <a:solidFill>
              <a:srgbClr val="D3DCE5"/>
            </a:solidFill>
            <a:prstDash val="solid"/>
          </a:ln>
        </p:spPr>
      </p:sp>
      <p:sp>
        <p:nvSpPr>
          <p:cNvPr id="171" name="Text 169"/>
          <p:cNvSpPr txBox="1"/>
          <p:nvPr/>
        </p:nvSpPr>
        <p:spPr>
          <a:xfrm>
            <a:off x="4681728" y="4137660"/>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3,135</a:t>
            </a:r>
            <a:endParaRPr lang="en-US" sz="860" dirty="0"/>
          </a:p>
        </p:txBody>
      </p:sp>
      <p:sp>
        <p:nvSpPr>
          <p:cNvPr id="172" name="Shape 170"/>
          <p:cNvSpPr/>
          <p:nvPr/>
        </p:nvSpPr>
        <p:spPr>
          <a:xfrm>
            <a:off x="411480" y="4361688"/>
            <a:ext cx="4206240" cy="224028"/>
          </a:xfrm>
          <a:prstGeom prst="rect">
            <a:avLst/>
          </a:prstGeom>
          <a:solidFill>
            <a:srgbClr val="FFFFFF"/>
          </a:solidFill>
          <a:ln w="6350">
            <a:solidFill>
              <a:srgbClr val="D3DCE5"/>
            </a:solidFill>
            <a:prstDash val="solid"/>
          </a:ln>
        </p:spPr>
      </p:sp>
      <p:sp>
        <p:nvSpPr>
          <p:cNvPr id="173" name="Text 171"/>
          <p:cNvSpPr txBox="1"/>
          <p:nvPr/>
        </p:nvSpPr>
        <p:spPr>
          <a:xfrm>
            <a:off x="475488" y="4361688"/>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61688"/>
            <a:ext cx="1920240" cy="224028"/>
          </a:xfrm>
          <a:prstGeom prst="rect">
            <a:avLst/>
          </a:prstGeom>
          <a:solidFill>
            <a:srgbClr val="FFFFFF"/>
          </a:solidFill>
          <a:ln w="6350">
            <a:solidFill>
              <a:srgbClr val="D3DCE5"/>
            </a:solidFill>
            <a:prstDash val="solid"/>
          </a:ln>
        </p:spPr>
      </p:sp>
      <p:sp>
        <p:nvSpPr>
          <p:cNvPr id="175" name="Text 173"/>
          <p:cNvSpPr txBox="1"/>
          <p:nvPr/>
        </p:nvSpPr>
        <p:spPr>
          <a:xfrm>
            <a:off x="4681728" y="4361688"/>
            <a:ext cx="1792224" cy="224028"/>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4,347</a:t>
            </a:r>
            <a:endParaRPr lang="en-US" sz="860" dirty="0"/>
          </a:p>
        </p:txBody>
      </p:sp>
      <p:sp>
        <p:nvSpPr>
          <p:cNvPr id="176" name="Shape 174"/>
          <p:cNvSpPr/>
          <p:nvPr/>
        </p:nvSpPr>
        <p:spPr>
          <a:xfrm>
            <a:off x="411480" y="4585716"/>
            <a:ext cx="4206240" cy="224028"/>
          </a:xfrm>
          <a:prstGeom prst="rect">
            <a:avLst/>
          </a:prstGeom>
          <a:solidFill>
            <a:srgbClr val="F7F9FB"/>
          </a:solidFill>
          <a:ln w="6350">
            <a:solidFill>
              <a:srgbClr val="D3DCE5"/>
            </a:solidFill>
            <a:prstDash val="solid"/>
          </a:ln>
        </p:spPr>
      </p:sp>
      <p:sp>
        <p:nvSpPr>
          <p:cNvPr id="177" name="Text 175"/>
          <p:cNvSpPr txBox="1"/>
          <p:nvPr/>
        </p:nvSpPr>
        <p:spPr>
          <a:xfrm>
            <a:off x="475488" y="4585716"/>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85716"/>
            <a:ext cx="1920240" cy="224028"/>
          </a:xfrm>
          <a:prstGeom prst="rect">
            <a:avLst/>
          </a:prstGeom>
          <a:solidFill>
            <a:srgbClr val="F7F9FB"/>
          </a:solidFill>
          <a:ln w="6350">
            <a:solidFill>
              <a:srgbClr val="D3DCE5"/>
            </a:solidFill>
            <a:prstDash val="solid"/>
          </a:ln>
        </p:spPr>
      </p:sp>
      <p:sp>
        <p:nvSpPr>
          <p:cNvPr id="179" name="Text 177"/>
          <p:cNvSpPr txBox="1"/>
          <p:nvPr/>
        </p:nvSpPr>
        <p:spPr>
          <a:xfrm>
            <a:off x="4681728" y="4585716"/>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5,830</a:t>
            </a:r>
            <a:endParaRPr lang="en-US" sz="860" dirty="0"/>
          </a:p>
        </p:txBody>
      </p:sp>
      <p:sp>
        <p:nvSpPr>
          <p:cNvPr id="180" name="Shape 178"/>
          <p:cNvSpPr/>
          <p:nvPr/>
        </p:nvSpPr>
        <p:spPr>
          <a:xfrm>
            <a:off x="411480" y="4809744"/>
            <a:ext cx="4206240" cy="224028"/>
          </a:xfrm>
          <a:prstGeom prst="rect">
            <a:avLst/>
          </a:prstGeom>
          <a:solidFill>
            <a:srgbClr val="FFFFFF"/>
          </a:solidFill>
          <a:ln w="6350">
            <a:solidFill>
              <a:srgbClr val="D3DCE5"/>
            </a:solidFill>
            <a:prstDash val="solid"/>
          </a:ln>
        </p:spPr>
      </p:sp>
      <p:sp>
        <p:nvSpPr>
          <p:cNvPr id="181" name="Text 179"/>
          <p:cNvSpPr txBox="1"/>
          <p:nvPr/>
        </p:nvSpPr>
        <p:spPr>
          <a:xfrm>
            <a:off x="475488" y="4809744"/>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809744"/>
            <a:ext cx="1920240" cy="224028"/>
          </a:xfrm>
          <a:prstGeom prst="rect">
            <a:avLst/>
          </a:prstGeom>
          <a:solidFill>
            <a:srgbClr val="FFFFFF"/>
          </a:solidFill>
          <a:ln w="6350">
            <a:solidFill>
              <a:srgbClr val="D3DCE5"/>
            </a:solidFill>
            <a:prstDash val="solid"/>
          </a:ln>
        </p:spPr>
      </p:sp>
      <p:sp>
        <p:nvSpPr>
          <p:cNvPr id="183" name="Text 181"/>
          <p:cNvSpPr txBox="1"/>
          <p:nvPr/>
        </p:nvSpPr>
        <p:spPr>
          <a:xfrm>
            <a:off x="4681728" y="4809744"/>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184" name="Shape 182"/>
          <p:cNvSpPr/>
          <p:nvPr/>
        </p:nvSpPr>
        <p:spPr>
          <a:xfrm>
            <a:off x="411480" y="5033772"/>
            <a:ext cx="4206240" cy="224028"/>
          </a:xfrm>
          <a:prstGeom prst="rect">
            <a:avLst/>
          </a:prstGeom>
          <a:solidFill>
            <a:srgbClr val="F7F9FB"/>
          </a:solidFill>
          <a:ln w="6350">
            <a:solidFill>
              <a:srgbClr val="D3DCE5"/>
            </a:solidFill>
            <a:prstDash val="solid"/>
          </a:ln>
        </p:spPr>
      </p:sp>
      <p:sp>
        <p:nvSpPr>
          <p:cNvPr id="185" name="Text 183"/>
          <p:cNvSpPr txBox="1"/>
          <p:nvPr/>
        </p:nvSpPr>
        <p:spPr>
          <a:xfrm>
            <a:off x="475488" y="503377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5033772"/>
            <a:ext cx="1920240" cy="224028"/>
          </a:xfrm>
          <a:prstGeom prst="rect">
            <a:avLst/>
          </a:prstGeom>
          <a:solidFill>
            <a:srgbClr val="F7F9FB"/>
          </a:solidFill>
          <a:ln w="6350">
            <a:solidFill>
              <a:srgbClr val="D3DCE5"/>
            </a:solidFill>
            <a:prstDash val="solid"/>
          </a:ln>
        </p:spPr>
      </p:sp>
      <p:sp>
        <p:nvSpPr>
          <p:cNvPr id="187" name="Text 185"/>
          <p:cNvSpPr txBox="1"/>
          <p:nvPr/>
        </p:nvSpPr>
        <p:spPr>
          <a:xfrm>
            <a:off x="4681728" y="5033772"/>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7,292</a:t>
            </a:r>
            <a:endParaRPr lang="en-US" sz="860" dirty="0"/>
          </a:p>
        </p:txBody>
      </p:sp>
      <p:sp>
        <p:nvSpPr>
          <p:cNvPr id="188" name="Shape 186"/>
          <p:cNvSpPr/>
          <p:nvPr/>
        </p:nvSpPr>
        <p:spPr>
          <a:xfrm>
            <a:off x="411480" y="5257800"/>
            <a:ext cx="4206240" cy="224028"/>
          </a:xfrm>
          <a:prstGeom prst="rect">
            <a:avLst/>
          </a:prstGeom>
          <a:solidFill>
            <a:srgbClr val="FFFFFF"/>
          </a:solidFill>
          <a:ln w="6350">
            <a:solidFill>
              <a:srgbClr val="D3DCE5"/>
            </a:solidFill>
            <a:prstDash val="solid"/>
          </a:ln>
        </p:spPr>
      </p:sp>
      <p:sp>
        <p:nvSpPr>
          <p:cNvPr id="189" name="Text 187"/>
          <p:cNvSpPr txBox="1"/>
          <p:nvPr/>
        </p:nvSpPr>
        <p:spPr>
          <a:xfrm>
            <a:off x="475488" y="5257800"/>
            <a:ext cx="4078224" cy="224028"/>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57800"/>
            <a:ext cx="1920240" cy="224028"/>
          </a:xfrm>
          <a:prstGeom prst="rect">
            <a:avLst/>
          </a:prstGeom>
          <a:solidFill>
            <a:srgbClr val="FFFFFF"/>
          </a:solidFill>
          <a:ln w="6350">
            <a:solidFill>
              <a:srgbClr val="D3DCE5"/>
            </a:solidFill>
            <a:prstDash val="solid"/>
          </a:ln>
        </p:spPr>
      </p:sp>
      <p:sp>
        <p:nvSpPr>
          <p:cNvPr id="191" name="Text 189"/>
          <p:cNvSpPr txBox="1"/>
          <p:nvPr/>
        </p:nvSpPr>
        <p:spPr>
          <a:xfrm>
            <a:off x="4681728" y="5257800"/>
            <a:ext cx="1792224" cy="224028"/>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2.27</a:t>
            </a:r>
            <a:endParaRPr lang="en-US" sz="860" dirty="0"/>
          </a:p>
        </p:txBody>
      </p:sp>
      <p:sp>
        <p:nvSpPr>
          <p:cNvPr id="192" name="Shape 190"/>
          <p:cNvSpPr/>
          <p:nvPr/>
        </p:nvSpPr>
        <p:spPr>
          <a:xfrm>
            <a:off x="411480" y="5481828"/>
            <a:ext cx="4206240" cy="224028"/>
          </a:xfrm>
          <a:prstGeom prst="rect">
            <a:avLst/>
          </a:prstGeom>
          <a:solidFill>
            <a:srgbClr val="F7F9FB"/>
          </a:solidFill>
          <a:ln w="6350">
            <a:solidFill>
              <a:srgbClr val="D3DCE5"/>
            </a:solidFill>
            <a:prstDash val="solid"/>
          </a:ln>
        </p:spPr>
      </p:sp>
      <p:sp>
        <p:nvSpPr>
          <p:cNvPr id="193" name="Text 191"/>
          <p:cNvSpPr txBox="1"/>
          <p:nvPr/>
        </p:nvSpPr>
        <p:spPr>
          <a:xfrm>
            <a:off x="475488" y="5481828"/>
            <a:ext cx="4078224" cy="224028"/>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81828"/>
            <a:ext cx="1920240" cy="224028"/>
          </a:xfrm>
          <a:prstGeom prst="rect">
            <a:avLst/>
          </a:prstGeom>
          <a:solidFill>
            <a:srgbClr val="F7F9FB"/>
          </a:solidFill>
          <a:ln w="6350">
            <a:solidFill>
              <a:srgbClr val="D3DCE5"/>
            </a:solidFill>
            <a:prstDash val="solid"/>
          </a:ln>
        </p:spPr>
      </p:sp>
      <p:sp>
        <p:nvSpPr>
          <p:cNvPr id="195" name="Text 193"/>
          <p:cNvSpPr txBox="1"/>
          <p:nvPr/>
        </p:nvSpPr>
        <p:spPr>
          <a:xfrm>
            <a:off x="4681728" y="5481828"/>
            <a:ext cx="1792224" cy="224028"/>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-58.7%</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6" name="Shape 214"/>
          <p:cNvSpPr/>
          <p:nvPr/>
        </p:nvSpPr>
        <p:spPr>
          <a:xfrm>
            <a:off x="6812280" y="4809744"/>
            <a:ext cx="4974336" cy="1225296"/>
          </a:xfrm>
          <a:prstGeom prst="rect">
            <a:avLst/>
          </a:prstGeom>
          <a:solidFill>
            <a:srgbClr val="F7E2E2"/>
          </a:solidFill>
          <a:ln w="9525">
            <a:solidFill>
              <a:srgbClr val="D3DCE5"/>
            </a:solidFill>
            <a:prstDash val="solid"/>
          </a:ln>
        </p:spPr>
      </p:sp>
      <p:sp>
        <p:nvSpPr>
          <p:cNvPr id="217" name="Text 215"/>
          <p:cNvSpPr txBox="1"/>
          <p:nvPr/>
        </p:nvSpPr>
        <p:spPr>
          <a:xfrm>
            <a:off x="6976872" y="4937760"/>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66944"/>
            <a:ext cx="4645152" cy="67665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A$2.26 is still 19%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19" name="Shape 217"/>
          <p:cNvSpPr/>
          <p:nvPr/>
        </p:nvSpPr>
        <p:spPr>
          <a:xfrm>
            <a:off x="411480" y="5705856"/>
            <a:ext cx="11375136" cy="621792"/>
          </a:xfrm>
          <a:prstGeom prst="rect">
            <a:avLst/>
          </a:prstGeom>
          <a:solidFill>
            <a:srgbClr val="EEF2F6"/>
          </a:solidFill>
          <a:ln w="9525">
            <a:solidFill>
              <a:srgbClr val="D3DCE5"/>
            </a:solidFill>
            <a:prstDash val="solid"/>
          </a:ln>
        </p:spPr>
      </p:sp>
      <p:sp>
        <p:nvSpPr>
          <p:cNvPr id="220" name="Text 218"/>
          <p:cNvSpPr txBox="1"/>
          <p:nvPr/>
        </p:nvSpPr>
        <p:spPr>
          <a:xfrm>
            <a:off x="576072" y="5833872"/>
            <a:ext cx="11045952" cy="40233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Scenario narrative: Restart supply overwhelms demand, prices revert toward the marginal cost, P2000 is never sanctioned, Colina never proceeds and Ngungaju is throttled back.</a:t>
            </a:r>
            <a:endParaRPr lang="en-US" sz="880" dirty="0"/>
          </a:p>
        </p:txBody>
      </p:sp>
      <p:sp>
        <p:nvSpPr>
          <p:cNvPr id="221" name="Text 2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50" dirty="0"/>
          </a:p>
        </p:txBody>
      </p:sp>
      <p:sp>
        <p:nvSpPr>
          <p:cNvPr id="222" name="Text 2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E10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Bull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2027-29 deficit called by Fastmarkets, Morgan Stanley and UBS arrives, prices overshoot the incentive level before mean-reverting, and both P2000 and Colina proceed on schedule.</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954</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1,140</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1,500</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2,147</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2,911</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3,341</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3,500</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3,465</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3,363</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3,288</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24028"/>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24028"/>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15,743</a:t>
            </a:r>
            <a:endParaRPr lang="en-US" sz="860" dirty="0"/>
          </a:p>
        </p:txBody>
      </p:sp>
      <p:sp>
        <p:nvSpPr>
          <p:cNvPr id="168" name="Shape 166"/>
          <p:cNvSpPr/>
          <p:nvPr/>
        </p:nvSpPr>
        <p:spPr>
          <a:xfrm>
            <a:off x="411480" y="4137660"/>
            <a:ext cx="4206240" cy="224028"/>
          </a:xfrm>
          <a:prstGeom prst="rect">
            <a:avLst/>
          </a:prstGeom>
          <a:solidFill>
            <a:srgbClr val="F7F9FB"/>
          </a:solidFill>
          <a:ln w="6350">
            <a:solidFill>
              <a:srgbClr val="D3DCE5"/>
            </a:solidFill>
            <a:prstDash val="solid"/>
          </a:ln>
        </p:spPr>
      </p:sp>
      <p:sp>
        <p:nvSpPr>
          <p:cNvPr id="169" name="Text 167"/>
          <p:cNvSpPr txBox="1"/>
          <p:nvPr/>
        </p:nvSpPr>
        <p:spPr>
          <a:xfrm>
            <a:off x="475488" y="4137660"/>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37660"/>
            <a:ext cx="1920240" cy="224028"/>
          </a:xfrm>
          <a:prstGeom prst="rect">
            <a:avLst/>
          </a:prstGeom>
          <a:solidFill>
            <a:srgbClr val="F7F9FB"/>
          </a:solidFill>
          <a:ln w="6350">
            <a:solidFill>
              <a:srgbClr val="D3DCE5"/>
            </a:solidFill>
            <a:prstDash val="solid"/>
          </a:ln>
        </p:spPr>
      </p:sp>
      <p:sp>
        <p:nvSpPr>
          <p:cNvPr id="171" name="Text 169"/>
          <p:cNvSpPr txBox="1"/>
          <p:nvPr/>
        </p:nvSpPr>
        <p:spPr>
          <a:xfrm>
            <a:off x="4681728" y="4137660"/>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11,563</a:t>
            </a:r>
            <a:endParaRPr lang="en-US" sz="860" dirty="0"/>
          </a:p>
        </p:txBody>
      </p:sp>
      <p:sp>
        <p:nvSpPr>
          <p:cNvPr id="172" name="Shape 170"/>
          <p:cNvSpPr/>
          <p:nvPr/>
        </p:nvSpPr>
        <p:spPr>
          <a:xfrm>
            <a:off x="411480" y="4361688"/>
            <a:ext cx="4206240" cy="224028"/>
          </a:xfrm>
          <a:prstGeom prst="rect">
            <a:avLst/>
          </a:prstGeom>
          <a:solidFill>
            <a:srgbClr val="FFFFFF"/>
          </a:solidFill>
          <a:ln w="6350">
            <a:solidFill>
              <a:srgbClr val="D3DCE5"/>
            </a:solidFill>
            <a:prstDash val="solid"/>
          </a:ln>
        </p:spPr>
      </p:sp>
      <p:sp>
        <p:nvSpPr>
          <p:cNvPr id="173" name="Text 171"/>
          <p:cNvSpPr txBox="1"/>
          <p:nvPr/>
        </p:nvSpPr>
        <p:spPr>
          <a:xfrm>
            <a:off x="475488" y="4361688"/>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61688"/>
            <a:ext cx="1920240" cy="224028"/>
          </a:xfrm>
          <a:prstGeom prst="rect">
            <a:avLst/>
          </a:prstGeom>
          <a:solidFill>
            <a:srgbClr val="FFFFFF"/>
          </a:solidFill>
          <a:ln w="6350">
            <a:solidFill>
              <a:srgbClr val="D3DCE5"/>
            </a:solidFill>
            <a:prstDash val="solid"/>
          </a:ln>
        </p:spPr>
      </p:sp>
      <p:sp>
        <p:nvSpPr>
          <p:cNvPr id="175" name="Text 173"/>
          <p:cNvSpPr txBox="1"/>
          <p:nvPr/>
        </p:nvSpPr>
        <p:spPr>
          <a:xfrm>
            <a:off x="4681728" y="4361688"/>
            <a:ext cx="1792224" cy="224028"/>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25,668</a:t>
            </a:r>
            <a:endParaRPr lang="en-US" sz="860" dirty="0"/>
          </a:p>
        </p:txBody>
      </p:sp>
      <p:sp>
        <p:nvSpPr>
          <p:cNvPr id="176" name="Shape 174"/>
          <p:cNvSpPr/>
          <p:nvPr/>
        </p:nvSpPr>
        <p:spPr>
          <a:xfrm>
            <a:off x="411480" y="4585716"/>
            <a:ext cx="4206240" cy="224028"/>
          </a:xfrm>
          <a:prstGeom prst="rect">
            <a:avLst/>
          </a:prstGeom>
          <a:solidFill>
            <a:srgbClr val="F7F9FB"/>
          </a:solidFill>
          <a:ln w="6350">
            <a:solidFill>
              <a:srgbClr val="D3DCE5"/>
            </a:solidFill>
            <a:prstDash val="solid"/>
          </a:ln>
        </p:spPr>
      </p:sp>
      <p:sp>
        <p:nvSpPr>
          <p:cNvPr id="177" name="Text 175"/>
          <p:cNvSpPr txBox="1"/>
          <p:nvPr/>
        </p:nvSpPr>
        <p:spPr>
          <a:xfrm>
            <a:off x="475488" y="4585716"/>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85716"/>
            <a:ext cx="1920240" cy="224028"/>
          </a:xfrm>
          <a:prstGeom prst="rect">
            <a:avLst/>
          </a:prstGeom>
          <a:solidFill>
            <a:srgbClr val="F7F9FB"/>
          </a:solidFill>
          <a:ln w="6350">
            <a:solidFill>
              <a:srgbClr val="D3DCE5"/>
            </a:solidFill>
            <a:prstDash val="solid"/>
          </a:ln>
        </p:spPr>
      </p:sp>
      <p:sp>
        <p:nvSpPr>
          <p:cNvPr id="179" name="Text 177"/>
          <p:cNvSpPr txBox="1"/>
          <p:nvPr/>
        </p:nvSpPr>
        <p:spPr>
          <a:xfrm>
            <a:off x="4681728" y="4585716"/>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27,307</a:t>
            </a:r>
            <a:endParaRPr lang="en-US" sz="860" dirty="0"/>
          </a:p>
        </p:txBody>
      </p:sp>
      <p:sp>
        <p:nvSpPr>
          <p:cNvPr id="180" name="Shape 178"/>
          <p:cNvSpPr/>
          <p:nvPr/>
        </p:nvSpPr>
        <p:spPr>
          <a:xfrm>
            <a:off x="411480" y="4809744"/>
            <a:ext cx="4206240" cy="224028"/>
          </a:xfrm>
          <a:prstGeom prst="rect">
            <a:avLst/>
          </a:prstGeom>
          <a:solidFill>
            <a:srgbClr val="FFFFFF"/>
          </a:solidFill>
          <a:ln w="6350">
            <a:solidFill>
              <a:srgbClr val="D3DCE5"/>
            </a:solidFill>
            <a:prstDash val="solid"/>
          </a:ln>
        </p:spPr>
      </p:sp>
      <p:sp>
        <p:nvSpPr>
          <p:cNvPr id="181" name="Text 179"/>
          <p:cNvSpPr txBox="1"/>
          <p:nvPr/>
        </p:nvSpPr>
        <p:spPr>
          <a:xfrm>
            <a:off x="475488" y="4809744"/>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809744"/>
            <a:ext cx="1920240" cy="224028"/>
          </a:xfrm>
          <a:prstGeom prst="rect">
            <a:avLst/>
          </a:prstGeom>
          <a:solidFill>
            <a:srgbClr val="FFFFFF"/>
          </a:solidFill>
          <a:ln w="6350">
            <a:solidFill>
              <a:srgbClr val="D3DCE5"/>
            </a:solidFill>
            <a:prstDash val="solid"/>
          </a:ln>
        </p:spPr>
      </p:sp>
      <p:sp>
        <p:nvSpPr>
          <p:cNvPr id="183" name="Text 181"/>
          <p:cNvSpPr txBox="1"/>
          <p:nvPr/>
        </p:nvSpPr>
        <p:spPr>
          <a:xfrm>
            <a:off x="4681728" y="4809744"/>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184" name="Shape 182"/>
          <p:cNvSpPr/>
          <p:nvPr/>
        </p:nvSpPr>
        <p:spPr>
          <a:xfrm>
            <a:off x="411480" y="5033772"/>
            <a:ext cx="4206240" cy="224028"/>
          </a:xfrm>
          <a:prstGeom prst="rect">
            <a:avLst/>
          </a:prstGeom>
          <a:solidFill>
            <a:srgbClr val="F7F9FB"/>
          </a:solidFill>
          <a:ln w="6350">
            <a:solidFill>
              <a:srgbClr val="D3DCE5"/>
            </a:solidFill>
            <a:prstDash val="solid"/>
          </a:ln>
        </p:spPr>
      </p:sp>
      <p:sp>
        <p:nvSpPr>
          <p:cNvPr id="185" name="Text 183"/>
          <p:cNvSpPr txBox="1"/>
          <p:nvPr/>
        </p:nvSpPr>
        <p:spPr>
          <a:xfrm>
            <a:off x="475488" y="503377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5033772"/>
            <a:ext cx="1920240" cy="224028"/>
          </a:xfrm>
          <a:prstGeom prst="rect">
            <a:avLst/>
          </a:prstGeom>
          <a:solidFill>
            <a:srgbClr val="F7F9FB"/>
          </a:solidFill>
          <a:ln w="6350">
            <a:solidFill>
              <a:srgbClr val="D3DCE5"/>
            </a:solidFill>
            <a:prstDash val="solid"/>
          </a:ln>
        </p:spPr>
      </p:sp>
      <p:sp>
        <p:nvSpPr>
          <p:cNvPr id="187" name="Text 185"/>
          <p:cNvSpPr txBox="1"/>
          <p:nvPr/>
        </p:nvSpPr>
        <p:spPr>
          <a:xfrm>
            <a:off x="4681728" y="5033772"/>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28,769</a:t>
            </a:r>
            <a:endParaRPr lang="en-US" sz="860" dirty="0"/>
          </a:p>
        </p:txBody>
      </p:sp>
      <p:sp>
        <p:nvSpPr>
          <p:cNvPr id="188" name="Shape 186"/>
          <p:cNvSpPr/>
          <p:nvPr/>
        </p:nvSpPr>
        <p:spPr>
          <a:xfrm>
            <a:off x="411480" y="5257800"/>
            <a:ext cx="4206240" cy="224028"/>
          </a:xfrm>
          <a:prstGeom prst="rect">
            <a:avLst/>
          </a:prstGeom>
          <a:solidFill>
            <a:srgbClr val="FFFFFF"/>
          </a:solidFill>
          <a:ln w="6350">
            <a:solidFill>
              <a:srgbClr val="D3DCE5"/>
            </a:solidFill>
            <a:prstDash val="solid"/>
          </a:ln>
        </p:spPr>
      </p:sp>
      <p:sp>
        <p:nvSpPr>
          <p:cNvPr id="189" name="Text 187"/>
          <p:cNvSpPr txBox="1"/>
          <p:nvPr/>
        </p:nvSpPr>
        <p:spPr>
          <a:xfrm>
            <a:off x="475488" y="5257800"/>
            <a:ext cx="4078224" cy="224028"/>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57800"/>
            <a:ext cx="1920240" cy="224028"/>
          </a:xfrm>
          <a:prstGeom prst="rect">
            <a:avLst/>
          </a:prstGeom>
          <a:solidFill>
            <a:srgbClr val="FFFFFF"/>
          </a:solidFill>
          <a:ln w="6350">
            <a:solidFill>
              <a:srgbClr val="D3DCE5"/>
            </a:solidFill>
            <a:prstDash val="solid"/>
          </a:ln>
        </p:spPr>
      </p:sp>
      <p:sp>
        <p:nvSpPr>
          <p:cNvPr id="191" name="Text 189"/>
          <p:cNvSpPr txBox="1"/>
          <p:nvPr/>
        </p:nvSpPr>
        <p:spPr>
          <a:xfrm>
            <a:off x="4681728" y="5257800"/>
            <a:ext cx="1792224" cy="224028"/>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8.93</a:t>
            </a:r>
            <a:endParaRPr lang="en-US" sz="860" dirty="0"/>
          </a:p>
        </p:txBody>
      </p:sp>
      <p:sp>
        <p:nvSpPr>
          <p:cNvPr id="192" name="Shape 190"/>
          <p:cNvSpPr/>
          <p:nvPr/>
        </p:nvSpPr>
        <p:spPr>
          <a:xfrm>
            <a:off x="411480" y="5481828"/>
            <a:ext cx="4206240" cy="224028"/>
          </a:xfrm>
          <a:prstGeom prst="rect">
            <a:avLst/>
          </a:prstGeom>
          <a:solidFill>
            <a:srgbClr val="F7F9FB"/>
          </a:solidFill>
          <a:ln w="6350">
            <a:solidFill>
              <a:srgbClr val="D3DCE5"/>
            </a:solidFill>
            <a:prstDash val="solid"/>
          </a:ln>
        </p:spPr>
      </p:sp>
      <p:sp>
        <p:nvSpPr>
          <p:cNvPr id="193" name="Text 191"/>
          <p:cNvSpPr txBox="1"/>
          <p:nvPr/>
        </p:nvSpPr>
        <p:spPr>
          <a:xfrm>
            <a:off x="475488" y="5481828"/>
            <a:ext cx="4078224" cy="224028"/>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81828"/>
            <a:ext cx="1920240" cy="224028"/>
          </a:xfrm>
          <a:prstGeom prst="rect">
            <a:avLst/>
          </a:prstGeom>
          <a:solidFill>
            <a:srgbClr val="F7F9FB"/>
          </a:solidFill>
          <a:ln w="6350">
            <a:solidFill>
              <a:srgbClr val="D3DCE5"/>
            </a:solidFill>
            <a:prstDash val="solid"/>
          </a:ln>
        </p:spPr>
      </p:sp>
      <p:sp>
        <p:nvSpPr>
          <p:cNvPr id="195" name="Text 193"/>
          <p:cNvSpPr txBox="1"/>
          <p:nvPr/>
        </p:nvSpPr>
        <p:spPr>
          <a:xfrm>
            <a:off x="4681728" y="5481828"/>
            <a:ext cx="1792224" cy="224028"/>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+63.0%</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6" name="Shape 214"/>
          <p:cNvSpPr/>
          <p:nvPr/>
        </p:nvSpPr>
        <p:spPr>
          <a:xfrm>
            <a:off x="6812280" y="4809744"/>
            <a:ext cx="4974336" cy="1225296"/>
          </a:xfrm>
          <a:prstGeom prst="rect">
            <a:avLst/>
          </a:prstGeom>
          <a:solidFill>
            <a:srgbClr val="D6EBE7"/>
          </a:solidFill>
          <a:ln w="9525">
            <a:solidFill>
              <a:srgbClr val="D3DCE5"/>
            </a:solidFill>
            <a:prstDash val="solid"/>
          </a:ln>
        </p:spPr>
      </p:sp>
      <p:sp>
        <p:nvSpPr>
          <p:cNvPr id="217" name="Text 215"/>
          <p:cNvSpPr txBox="1"/>
          <p:nvPr/>
        </p:nvSpPr>
        <p:spPr>
          <a:xfrm>
            <a:off x="6976872" y="4937760"/>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66944"/>
            <a:ext cx="4645152" cy="67665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19" name="Shape 217"/>
          <p:cNvSpPr/>
          <p:nvPr/>
        </p:nvSpPr>
        <p:spPr>
          <a:xfrm>
            <a:off x="411480" y="5705856"/>
            <a:ext cx="11375136" cy="621792"/>
          </a:xfrm>
          <a:prstGeom prst="rect">
            <a:avLst/>
          </a:prstGeom>
          <a:solidFill>
            <a:srgbClr val="EEF2F6"/>
          </a:solidFill>
          <a:ln w="9525">
            <a:solidFill>
              <a:srgbClr val="D3DCE5"/>
            </a:solidFill>
            <a:prstDash val="solid"/>
          </a:ln>
        </p:spPr>
      </p:sp>
      <p:sp>
        <p:nvSpPr>
          <p:cNvPr id="220" name="Text 218"/>
          <p:cNvSpPr txBox="1"/>
          <p:nvPr/>
        </p:nvSpPr>
        <p:spPr>
          <a:xfrm>
            <a:off x="576072" y="5833872"/>
            <a:ext cx="11045952" cy="40233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Scenario narrative: The 2027-29 deficit called by Fastmarkets, Morgan Stanley and UBS arrives, prices overshoot the incentive level before mean-reverting, and both P2000 and Colina proceed on schedule.</a:t>
            </a:r>
            <a:endParaRPr lang="en-US" sz="880" dirty="0"/>
          </a:p>
        </p:txBody>
      </p:sp>
      <p:sp>
        <p:nvSpPr>
          <p:cNvPr id="221" name="Text 2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50" dirty="0"/>
          </a:p>
        </p:txBody>
      </p:sp>
      <p:sp>
        <p:nvSpPr>
          <p:cNvPr id="222" name="Text 2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Sensitivities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price coefficient is A$46,304m per 100% change and the cost coefficient A$11,628m. Price matters four times as much as cost.</a:t>
            </a:r>
            <a:endParaRPr lang="en-US" sz="1200" dirty="0"/>
          </a:p>
        </p:txBody>
      </p:sp>
      <p:sp>
        <p:nvSpPr>
          <p:cNvPr id="6" name="Text 4"/>
          <p:cNvSpPr txBox="1"/>
          <p:nvPr/>
        </p:nvSpPr>
        <p:spPr>
          <a:xfrm>
            <a:off x="411480" y="1627632"/>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 name="Shape 5"/>
          <p:cNvSpPr/>
          <p:nvPr/>
        </p:nvSpPr>
        <p:spPr>
          <a:xfrm>
            <a:off x="1737360" y="1920240"/>
            <a:ext cx="960120" cy="274320"/>
          </a:xfrm>
          <a:prstGeom prst="rect">
            <a:avLst/>
          </a:prstGeom>
          <a:solidFill>
            <a:srgbClr val="10233A"/>
          </a:solidFill>
          <a:ln/>
        </p:spPr>
      </p:sp>
      <p:sp>
        <p:nvSpPr>
          <p:cNvPr id="8" name="Text 6"/>
          <p:cNvSpPr txBox="1"/>
          <p:nvPr/>
        </p:nvSpPr>
        <p:spPr>
          <a:xfrm>
            <a:off x="173736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9" name="Shape 7"/>
          <p:cNvSpPr/>
          <p:nvPr/>
        </p:nvSpPr>
        <p:spPr>
          <a:xfrm>
            <a:off x="2697480" y="1920240"/>
            <a:ext cx="960120" cy="274320"/>
          </a:xfrm>
          <a:prstGeom prst="rect">
            <a:avLst/>
          </a:prstGeom>
          <a:solidFill>
            <a:srgbClr val="10233A"/>
          </a:solidFill>
          <a:ln/>
        </p:spPr>
      </p:sp>
      <p:sp>
        <p:nvSpPr>
          <p:cNvPr id="10" name="Text 8"/>
          <p:cNvSpPr txBox="1"/>
          <p:nvPr/>
        </p:nvSpPr>
        <p:spPr>
          <a:xfrm>
            <a:off x="269748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1" name="Shape 9"/>
          <p:cNvSpPr/>
          <p:nvPr/>
        </p:nvSpPr>
        <p:spPr>
          <a:xfrm>
            <a:off x="3657600" y="1920240"/>
            <a:ext cx="960120" cy="274320"/>
          </a:xfrm>
          <a:prstGeom prst="rect">
            <a:avLst/>
          </a:prstGeom>
          <a:solidFill>
            <a:srgbClr val="10233A"/>
          </a:solidFill>
          <a:ln/>
        </p:spPr>
      </p:sp>
      <p:sp>
        <p:nvSpPr>
          <p:cNvPr id="12" name="Text 10"/>
          <p:cNvSpPr txBox="1"/>
          <p:nvPr/>
        </p:nvSpPr>
        <p:spPr>
          <a:xfrm>
            <a:off x="365760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3" name="Shape 11"/>
          <p:cNvSpPr/>
          <p:nvPr/>
        </p:nvSpPr>
        <p:spPr>
          <a:xfrm>
            <a:off x="4617720" y="1920240"/>
            <a:ext cx="960120" cy="274320"/>
          </a:xfrm>
          <a:prstGeom prst="rect">
            <a:avLst/>
          </a:prstGeom>
          <a:solidFill>
            <a:srgbClr val="10233A"/>
          </a:solidFill>
          <a:ln/>
        </p:spPr>
      </p:sp>
      <p:sp>
        <p:nvSpPr>
          <p:cNvPr id="14" name="Text 12"/>
          <p:cNvSpPr txBox="1"/>
          <p:nvPr/>
        </p:nvSpPr>
        <p:spPr>
          <a:xfrm>
            <a:off x="461772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5" name="Shape 13"/>
          <p:cNvSpPr/>
          <p:nvPr/>
        </p:nvSpPr>
        <p:spPr>
          <a:xfrm>
            <a:off x="5577840" y="1920240"/>
            <a:ext cx="960120" cy="274320"/>
          </a:xfrm>
          <a:prstGeom prst="rect">
            <a:avLst/>
          </a:prstGeom>
          <a:solidFill>
            <a:srgbClr val="10233A"/>
          </a:solidFill>
          <a:ln/>
        </p:spPr>
      </p:sp>
      <p:sp>
        <p:nvSpPr>
          <p:cNvPr id="16" name="Text 14"/>
          <p:cNvSpPr txBox="1"/>
          <p:nvPr/>
        </p:nvSpPr>
        <p:spPr>
          <a:xfrm>
            <a:off x="557784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7" name="Text 15"/>
          <p:cNvSpPr txBox="1"/>
          <p:nvPr/>
        </p:nvSpPr>
        <p:spPr>
          <a:xfrm>
            <a:off x="411480" y="1920240"/>
            <a:ext cx="1307592"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Unit cost</a:t>
            </a:r>
            <a:endParaRPr lang="en-US" sz="800" dirty="0"/>
          </a:p>
        </p:txBody>
      </p:sp>
      <p:sp>
        <p:nvSpPr>
          <p:cNvPr id="18" name="Shape 16"/>
          <p:cNvSpPr/>
          <p:nvPr/>
        </p:nvSpPr>
        <p:spPr>
          <a:xfrm>
            <a:off x="411480" y="2194560"/>
            <a:ext cx="1307592" cy="274320"/>
          </a:xfrm>
          <a:prstGeom prst="rect">
            <a:avLst/>
          </a:prstGeom>
          <a:solidFill>
            <a:srgbClr val="10233A"/>
          </a:solidFill>
          <a:ln/>
        </p:spPr>
      </p:sp>
      <p:sp>
        <p:nvSpPr>
          <p:cNvPr id="19" name="Text 17"/>
          <p:cNvSpPr txBox="1"/>
          <p:nvPr/>
        </p:nvSpPr>
        <p:spPr>
          <a:xfrm>
            <a:off x="411480" y="219456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0" name="Shape 18"/>
          <p:cNvSpPr/>
          <p:nvPr/>
        </p:nvSpPr>
        <p:spPr>
          <a:xfrm>
            <a:off x="1737360" y="2194560"/>
            <a:ext cx="960120" cy="274320"/>
          </a:xfrm>
          <a:prstGeom prst="rect">
            <a:avLst/>
          </a:prstGeom>
          <a:solidFill>
            <a:srgbClr val="F7E2E2"/>
          </a:solidFill>
          <a:ln w="6350">
            <a:solidFill>
              <a:srgbClr val="D3DCE5"/>
            </a:solidFill>
            <a:prstDash val="solid"/>
          </a:ln>
        </p:spPr>
      </p:sp>
      <p:sp>
        <p:nvSpPr>
          <p:cNvPr id="21" name="Text 19"/>
          <p:cNvSpPr txBox="1"/>
          <p:nvPr/>
        </p:nvSpPr>
        <p:spPr>
          <a:xfrm>
            <a:off x="173736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3.98</a:t>
            </a:r>
            <a:endParaRPr lang="en-US" sz="860" dirty="0"/>
          </a:p>
        </p:txBody>
      </p:sp>
      <p:sp>
        <p:nvSpPr>
          <p:cNvPr id="22" name="Shape 20"/>
          <p:cNvSpPr/>
          <p:nvPr/>
        </p:nvSpPr>
        <p:spPr>
          <a:xfrm>
            <a:off x="2697480" y="2194560"/>
            <a:ext cx="960120" cy="274320"/>
          </a:xfrm>
          <a:prstGeom prst="rect">
            <a:avLst/>
          </a:prstGeom>
          <a:solidFill>
            <a:srgbClr val="F7E2E2"/>
          </a:solidFill>
          <a:ln w="6350">
            <a:solidFill>
              <a:srgbClr val="D3DCE5"/>
            </a:solidFill>
            <a:prstDash val="solid"/>
          </a:ln>
        </p:spPr>
      </p:sp>
      <p:sp>
        <p:nvSpPr>
          <p:cNvPr id="23" name="Text 21"/>
          <p:cNvSpPr txBox="1"/>
          <p:nvPr/>
        </p:nvSpPr>
        <p:spPr>
          <a:xfrm>
            <a:off x="269748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5.42</a:t>
            </a:r>
            <a:endParaRPr lang="en-US" sz="860" dirty="0"/>
          </a:p>
        </p:txBody>
      </p:sp>
      <p:sp>
        <p:nvSpPr>
          <p:cNvPr id="24" name="Shape 22"/>
          <p:cNvSpPr/>
          <p:nvPr/>
        </p:nvSpPr>
        <p:spPr>
          <a:xfrm>
            <a:off x="3657600" y="2194560"/>
            <a:ext cx="960120" cy="274320"/>
          </a:xfrm>
          <a:prstGeom prst="rect">
            <a:avLst/>
          </a:prstGeom>
          <a:solidFill>
            <a:srgbClr val="F7F9FB"/>
          </a:solidFill>
          <a:ln w="6350">
            <a:solidFill>
              <a:srgbClr val="D3DCE5"/>
            </a:solidFill>
            <a:prstDash val="solid"/>
          </a:ln>
        </p:spPr>
      </p:sp>
      <p:sp>
        <p:nvSpPr>
          <p:cNvPr id="25" name="Text 23"/>
          <p:cNvSpPr txBox="1"/>
          <p:nvPr/>
        </p:nvSpPr>
        <p:spPr>
          <a:xfrm>
            <a:off x="365760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6.86</a:t>
            </a:r>
            <a:endParaRPr lang="en-US" sz="860" dirty="0"/>
          </a:p>
        </p:txBody>
      </p:sp>
      <p:sp>
        <p:nvSpPr>
          <p:cNvPr id="26" name="Shape 24"/>
          <p:cNvSpPr/>
          <p:nvPr/>
        </p:nvSpPr>
        <p:spPr>
          <a:xfrm>
            <a:off x="4617720" y="2194560"/>
            <a:ext cx="960120" cy="274320"/>
          </a:xfrm>
          <a:prstGeom prst="rect">
            <a:avLst/>
          </a:prstGeom>
          <a:solidFill>
            <a:srgbClr val="F7F9FB"/>
          </a:solidFill>
          <a:ln w="6350">
            <a:solidFill>
              <a:srgbClr val="D3DCE5"/>
            </a:solidFill>
            <a:prstDash val="solid"/>
          </a:ln>
        </p:spPr>
      </p:sp>
      <p:sp>
        <p:nvSpPr>
          <p:cNvPr id="27" name="Text 25"/>
          <p:cNvSpPr txBox="1"/>
          <p:nvPr/>
        </p:nvSpPr>
        <p:spPr>
          <a:xfrm>
            <a:off x="461772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8.30</a:t>
            </a:r>
            <a:endParaRPr lang="en-US" sz="860" dirty="0"/>
          </a:p>
        </p:txBody>
      </p:sp>
      <p:sp>
        <p:nvSpPr>
          <p:cNvPr id="28" name="Shape 26"/>
          <p:cNvSpPr/>
          <p:nvPr/>
        </p:nvSpPr>
        <p:spPr>
          <a:xfrm>
            <a:off x="5577840" y="2194560"/>
            <a:ext cx="960120" cy="274320"/>
          </a:xfrm>
          <a:prstGeom prst="rect">
            <a:avLst/>
          </a:prstGeom>
          <a:solidFill>
            <a:srgbClr val="F7F9FB"/>
          </a:solidFill>
          <a:ln w="6350">
            <a:solidFill>
              <a:srgbClr val="D3DCE5"/>
            </a:solidFill>
            <a:prstDash val="solid"/>
          </a:ln>
        </p:spPr>
      </p:sp>
      <p:sp>
        <p:nvSpPr>
          <p:cNvPr id="29" name="Text 27"/>
          <p:cNvSpPr txBox="1"/>
          <p:nvPr/>
        </p:nvSpPr>
        <p:spPr>
          <a:xfrm>
            <a:off x="557784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9.73</a:t>
            </a:r>
            <a:endParaRPr lang="en-US" sz="860" dirty="0"/>
          </a:p>
        </p:txBody>
      </p:sp>
      <p:sp>
        <p:nvSpPr>
          <p:cNvPr id="30" name="Shape 28"/>
          <p:cNvSpPr/>
          <p:nvPr/>
        </p:nvSpPr>
        <p:spPr>
          <a:xfrm>
            <a:off x="411480" y="2468880"/>
            <a:ext cx="1307592" cy="274320"/>
          </a:xfrm>
          <a:prstGeom prst="rect">
            <a:avLst/>
          </a:prstGeom>
          <a:solidFill>
            <a:srgbClr val="10233A"/>
          </a:solidFill>
          <a:ln/>
        </p:spPr>
      </p:sp>
      <p:sp>
        <p:nvSpPr>
          <p:cNvPr id="31" name="Text 29"/>
          <p:cNvSpPr txBox="1"/>
          <p:nvPr/>
        </p:nvSpPr>
        <p:spPr>
          <a:xfrm>
            <a:off x="411480" y="246888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2" name="Shape 30"/>
          <p:cNvSpPr/>
          <p:nvPr/>
        </p:nvSpPr>
        <p:spPr>
          <a:xfrm>
            <a:off x="1737360" y="2468880"/>
            <a:ext cx="960120" cy="274320"/>
          </a:xfrm>
          <a:prstGeom prst="rect">
            <a:avLst/>
          </a:prstGeom>
          <a:solidFill>
            <a:srgbClr val="F7E2E2"/>
          </a:solidFill>
          <a:ln w="6350">
            <a:solidFill>
              <a:srgbClr val="D3DCE5"/>
            </a:solidFill>
            <a:prstDash val="solid"/>
          </a:ln>
        </p:spPr>
      </p:sp>
      <p:sp>
        <p:nvSpPr>
          <p:cNvPr id="33" name="Text 31"/>
          <p:cNvSpPr txBox="1"/>
          <p:nvPr/>
        </p:nvSpPr>
        <p:spPr>
          <a:xfrm>
            <a:off x="173736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3.80</a:t>
            </a:r>
            <a:endParaRPr lang="en-US" sz="860" dirty="0"/>
          </a:p>
        </p:txBody>
      </p:sp>
      <p:sp>
        <p:nvSpPr>
          <p:cNvPr id="34" name="Shape 32"/>
          <p:cNvSpPr/>
          <p:nvPr/>
        </p:nvSpPr>
        <p:spPr>
          <a:xfrm>
            <a:off x="2697480" y="2468880"/>
            <a:ext cx="960120" cy="274320"/>
          </a:xfrm>
          <a:prstGeom prst="rect">
            <a:avLst/>
          </a:prstGeom>
          <a:solidFill>
            <a:srgbClr val="F7E2E2"/>
          </a:solidFill>
          <a:ln w="6350">
            <a:solidFill>
              <a:srgbClr val="D3DCE5"/>
            </a:solidFill>
            <a:prstDash val="solid"/>
          </a:ln>
        </p:spPr>
      </p:sp>
      <p:sp>
        <p:nvSpPr>
          <p:cNvPr id="35" name="Text 33"/>
          <p:cNvSpPr txBox="1"/>
          <p:nvPr/>
        </p:nvSpPr>
        <p:spPr>
          <a:xfrm>
            <a:off x="269748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5.24</a:t>
            </a:r>
            <a:endParaRPr lang="en-US" sz="860" dirty="0"/>
          </a:p>
        </p:txBody>
      </p:sp>
      <p:sp>
        <p:nvSpPr>
          <p:cNvPr id="36" name="Shape 34"/>
          <p:cNvSpPr/>
          <p:nvPr/>
        </p:nvSpPr>
        <p:spPr>
          <a:xfrm>
            <a:off x="3657600" y="2468880"/>
            <a:ext cx="960120" cy="274320"/>
          </a:xfrm>
          <a:prstGeom prst="rect">
            <a:avLst/>
          </a:prstGeom>
          <a:solidFill>
            <a:srgbClr val="F7F9FB"/>
          </a:solidFill>
          <a:ln w="6350">
            <a:solidFill>
              <a:srgbClr val="D3DCE5"/>
            </a:solidFill>
            <a:prstDash val="solid"/>
          </a:ln>
        </p:spPr>
      </p:sp>
      <p:sp>
        <p:nvSpPr>
          <p:cNvPr id="37" name="Text 35"/>
          <p:cNvSpPr txBox="1"/>
          <p:nvPr/>
        </p:nvSpPr>
        <p:spPr>
          <a:xfrm>
            <a:off x="365760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6.68</a:t>
            </a:r>
            <a:endParaRPr lang="en-US" sz="860" dirty="0"/>
          </a:p>
        </p:txBody>
      </p:sp>
      <p:sp>
        <p:nvSpPr>
          <p:cNvPr id="38" name="Shape 36"/>
          <p:cNvSpPr/>
          <p:nvPr/>
        </p:nvSpPr>
        <p:spPr>
          <a:xfrm>
            <a:off x="4617720" y="2468880"/>
            <a:ext cx="960120" cy="274320"/>
          </a:xfrm>
          <a:prstGeom prst="rect">
            <a:avLst/>
          </a:prstGeom>
          <a:solidFill>
            <a:srgbClr val="F7F9FB"/>
          </a:solidFill>
          <a:ln w="6350">
            <a:solidFill>
              <a:srgbClr val="D3DCE5"/>
            </a:solidFill>
            <a:prstDash val="solid"/>
          </a:ln>
        </p:spPr>
      </p:sp>
      <p:sp>
        <p:nvSpPr>
          <p:cNvPr id="39" name="Text 37"/>
          <p:cNvSpPr txBox="1"/>
          <p:nvPr/>
        </p:nvSpPr>
        <p:spPr>
          <a:xfrm>
            <a:off x="461772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8.12</a:t>
            </a:r>
            <a:endParaRPr lang="en-US" sz="860" dirty="0"/>
          </a:p>
        </p:txBody>
      </p:sp>
      <p:sp>
        <p:nvSpPr>
          <p:cNvPr id="40" name="Shape 38"/>
          <p:cNvSpPr/>
          <p:nvPr/>
        </p:nvSpPr>
        <p:spPr>
          <a:xfrm>
            <a:off x="5577840" y="2468880"/>
            <a:ext cx="960120" cy="274320"/>
          </a:xfrm>
          <a:prstGeom prst="rect">
            <a:avLst/>
          </a:prstGeom>
          <a:solidFill>
            <a:srgbClr val="F7F9FB"/>
          </a:solidFill>
          <a:ln w="6350">
            <a:solidFill>
              <a:srgbClr val="D3DCE5"/>
            </a:solidFill>
            <a:prstDash val="solid"/>
          </a:ln>
        </p:spPr>
      </p:sp>
      <p:sp>
        <p:nvSpPr>
          <p:cNvPr id="41" name="Text 39"/>
          <p:cNvSpPr txBox="1"/>
          <p:nvPr/>
        </p:nvSpPr>
        <p:spPr>
          <a:xfrm>
            <a:off x="557784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9.55</a:t>
            </a:r>
            <a:endParaRPr lang="en-US" sz="860" dirty="0"/>
          </a:p>
        </p:txBody>
      </p:sp>
      <p:sp>
        <p:nvSpPr>
          <p:cNvPr id="42" name="Shape 40"/>
          <p:cNvSpPr/>
          <p:nvPr/>
        </p:nvSpPr>
        <p:spPr>
          <a:xfrm>
            <a:off x="411480" y="2743200"/>
            <a:ext cx="1307592" cy="274320"/>
          </a:xfrm>
          <a:prstGeom prst="rect">
            <a:avLst/>
          </a:prstGeom>
          <a:solidFill>
            <a:srgbClr val="10233A"/>
          </a:solidFill>
          <a:ln/>
        </p:spPr>
      </p:sp>
      <p:sp>
        <p:nvSpPr>
          <p:cNvPr id="43" name="Text 41"/>
          <p:cNvSpPr txBox="1"/>
          <p:nvPr/>
        </p:nvSpPr>
        <p:spPr>
          <a:xfrm>
            <a:off x="411480" y="274320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4" name="Shape 42"/>
          <p:cNvSpPr/>
          <p:nvPr/>
        </p:nvSpPr>
        <p:spPr>
          <a:xfrm>
            <a:off x="1737360" y="2743200"/>
            <a:ext cx="960120" cy="274320"/>
          </a:xfrm>
          <a:prstGeom prst="rect">
            <a:avLst/>
          </a:prstGeom>
          <a:solidFill>
            <a:srgbClr val="F7E2E2"/>
          </a:solidFill>
          <a:ln w="6350">
            <a:solidFill>
              <a:srgbClr val="D3DCE5"/>
            </a:solidFill>
            <a:prstDash val="solid"/>
          </a:ln>
        </p:spPr>
      </p:sp>
      <p:sp>
        <p:nvSpPr>
          <p:cNvPr id="45" name="Text 43"/>
          <p:cNvSpPr txBox="1"/>
          <p:nvPr/>
        </p:nvSpPr>
        <p:spPr>
          <a:xfrm>
            <a:off x="173736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3.62</a:t>
            </a:r>
            <a:endParaRPr lang="en-US" sz="860" dirty="0"/>
          </a:p>
        </p:txBody>
      </p:sp>
      <p:sp>
        <p:nvSpPr>
          <p:cNvPr id="46" name="Shape 44"/>
          <p:cNvSpPr/>
          <p:nvPr/>
        </p:nvSpPr>
        <p:spPr>
          <a:xfrm>
            <a:off x="2697480" y="2743200"/>
            <a:ext cx="960120" cy="274320"/>
          </a:xfrm>
          <a:prstGeom prst="rect">
            <a:avLst/>
          </a:prstGeom>
          <a:solidFill>
            <a:srgbClr val="F7E2E2"/>
          </a:solidFill>
          <a:ln w="6350">
            <a:solidFill>
              <a:srgbClr val="D3DCE5"/>
            </a:solidFill>
            <a:prstDash val="solid"/>
          </a:ln>
        </p:spPr>
      </p:sp>
      <p:sp>
        <p:nvSpPr>
          <p:cNvPr id="47" name="Text 45"/>
          <p:cNvSpPr txBox="1"/>
          <p:nvPr/>
        </p:nvSpPr>
        <p:spPr>
          <a:xfrm>
            <a:off x="269748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5.06</a:t>
            </a:r>
            <a:endParaRPr lang="en-US" sz="860" dirty="0"/>
          </a:p>
        </p:txBody>
      </p:sp>
      <p:sp>
        <p:nvSpPr>
          <p:cNvPr id="48" name="Shape 46"/>
          <p:cNvSpPr/>
          <p:nvPr/>
        </p:nvSpPr>
        <p:spPr>
          <a:xfrm>
            <a:off x="3657600" y="2743200"/>
            <a:ext cx="960120" cy="274320"/>
          </a:xfrm>
          <a:prstGeom prst="rect">
            <a:avLst/>
          </a:prstGeom>
          <a:solidFill>
            <a:srgbClr val="D6EBE7"/>
          </a:solidFill>
          <a:ln w="6350">
            <a:solidFill>
              <a:srgbClr val="D3DCE5"/>
            </a:solidFill>
            <a:prstDash val="solid"/>
          </a:ln>
        </p:spPr>
      </p:sp>
      <p:sp>
        <p:nvSpPr>
          <p:cNvPr id="49" name="Text 47"/>
          <p:cNvSpPr txBox="1"/>
          <p:nvPr/>
        </p:nvSpPr>
        <p:spPr>
          <a:xfrm>
            <a:off x="3657600" y="2743200"/>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6.50</a:t>
            </a:r>
            <a:endParaRPr lang="en-US" sz="860" dirty="0"/>
          </a:p>
        </p:txBody>
      </p:sp>
      <p:sp>
        <p:nvSpPr>
          <p:cNvPr id="50" name="Shape 48"/>
          <p:cNvSpPr/>
          <p:nvPr/>
        </p:nvSpPr>
        <p:spPr>
          <a:xfrm>
            <a:off x="4617720" y="2743200"/>
            <a:ext cx="960120" cy="274320"/>
          </a:xfrm>
          <a:prstGeom prst="rect">
            <a:avLst/>
          </a:prstGeom>
          <a:solidFill>
            <a:srgbClr val="F7F9FB"/>
          </a:solidFill>
          <a:ln w="6350">
            <a:solidFill>
              <a:srgbClr val="D3DCE5"/>
            </a:solidFill>
            <a:prstDash val="solid"/>
          </a:ln>
        </p:spPr>
      </p:sp>
      <p:sp>
        <p:nvSpPr>
          <p:cNvPr id="51" name="Text 49"/>
          <p:cNvSpPr txBox="1"/>
          <p:nvPr/>
        </p:nvSpPr>
        <p:spPr>
          <a:xfrm>
            <a:off x="461772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7.94</a:t>
            </a:r>
            <a:endParaRPr lang="en-US" sz="860" dirty="0"/>
          </a:p>
        </p:txBody>
      </p:sp>
      <p:sp>
        <p:nvSpPr>
          <p:cNvPr id="52" name="Shape 50"/>
          <p:cNvSpPr/>
          <p:nvPr/>
        </p:nvSpPr>
        <p:spPr>
          <a:xfrm>
            <a:off x="5577840" y="2743200"/>
            <a:ext cx="960120" cy="274320"/>
          </a:xfrm>
          <a:prstGeom prst="rect">
            <a:avLst/>
          </a:prstGeom>
          <a:solidFill>
            <a:srgbClr val="F7F9FB"/>
          </a:solidFill>
          <a:ln w="6350">
            <a:solidFill>
              <a:srgbClr val="D3DCE5"/>
            </a:solidFill>
            <a:prstDash val="solid"/>
          </a:ln>
        </p:spPr>
      </p:sp>
      <p:sp>
        <p:nvSpPr>
          <p:cNvPr id="53" name="Text 51"/>
          <p:cNvSpPr txBox="1"/>
          <p:nvPr/>
        </p:nvSpPr>
        <p:spPr>
          <a:xfrm>
            <a:off x="557784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9.37</a:t>
            </a:r>
            <a:endParaRPr lang="en-US" sz="860" dirty="0"/>
          </a:p>
        </p:txBody>
      </p:sp>
      <p:sp>
        <p:nvSpPr>
          <p:cNvPr id="54" name="Shape 52"/>
          <p:cNvSpPr/>
          <p:nvPr/>
        </p:nvSpPr>
        <p:spPr>
          <a:xfrm>
            <a:off x="411480" y="3017520"/>
            <a:ext cx="1307592" cy="274320"/>
          </a:xfrm>
          <a:prstGeom prst="rect">
            <a:avLst/>
          </a:prstGeom>
          <a:solidFill>
            <a:srgbClr val="10233A"/>
          </a:solidFill>
          <a:ln/>
        </p:spPr>
      </p:sp>
      <p:sp>
        <p:nvSpPr>
          <p:cNvPr id="55" name="Text 53"/>
          <p:cNvSpPr txBox="1"/>
          <p:nvPr/>
        </p:nvSpPr>
        <p:spPr>
          <a:xfrm>
            <a:off x="411480" y="301752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6" name="Shape 54"/>
          <p:cNvSpPr/>
          <p:nvPr/>
        </p:nvSpPr>
        <p:spPr>
          <a:xfrm>
            <a:off x="1737360" y="3017520"/>
            <a:ext cx="960120" cy="274320"/>
          </a:xfrm>
          <a:prstGeom prst="rect">
            <a:avLst/>
          </a:prstGeom>
          <a:solidFill>
            <a:srgbClr val="F7E2E2"/>
          </a:solidFill>
          <a:ln w="6350">
            <a:solidFill>
              <a:srgbClr val="D3DCE5"/>
            </a:solidFill>
            <a:prstDash val="solid"/>
          </a:ln>
        </p:spPr>
      </p:sp>
      <p:sp>
        <p:nvSpPr>
          <p:cNvPr id="57" name="Text 55"/>
          <p:cNvSpPr txBox="1"/>
          <p:nvPr/>
        </p:nvSpPr>
        <p:spPr>
          <a:xfrm>
            <a:off x="173736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3.44</a:t>
            </a:r>
            <a:endParaRPr lang="en-US" sz="860" dirty="0"/>
          </a:p>
        </p:txBody>
      </p:sp>
      <p:sp>
        <p:nvSpPr>
          <p:cNvPr id="58" name="Shape 56"/>
          <p:cNvSpPr/>
          <p:nvPr/>
        </p:nvSpPr>
        <p:spPr>
          <a:xfrm>
            <a:off x="2697480" y="3017520"/>
            <a:ext cx="960120" cy="274320"/>
          </a:xfrm>
          <a:prstGeom prst="rect">
            <a:avLst/>
          </a:prstGeom>
          <a:solidFill>
            <a:srgbClr val="F7E2E2"/>
          </a:solidFill>
          <a:ln w="6350">
            <a:solidFill>
              <a:srgbClr val="D3DCE5"/>
            </a:solidFill>
            <a:prstDash val="solid"/>
          </a:ln>
        </p:spPr>
      </p:sp>
      <p:sp>
        <p:nvSpPr>
          <p:cNvPr id="59" name="Text 57"/>
          <p:cNvSpPr txBox="1"/>
          <p:nvPr/>
        </p:nvSpPr>
        <p:spPr>
          <a:xfrm>
            <a:off x="269748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4.88</a:t>
            </a:r>
            <a:endParaRPr lang="en-US" sz="860" dirty="0"/>
          </a:p>
        </p:txBody>
      </p:sp>
      <p:sp>
        <p:nvSpPr>
          <p:cNvPr id="60" name="Shape 58"/>
          <p:cNvSpPr/>
          <p:nvPr/>
        </p:nvSpPr>
        <p:spPr>
          <a:xfrm>
            <a:off x="3657600" y="3017520"/>
            <a:ext cx="960120" cy="274320"/>
          </a:xfrm>
          <a:prstGeom prst="rect">
            <a:avLst/>
          </a:prstGeom>
          <a:solidFill>
            <a:srgbClr val="F7F9FB"/>
          </a:solidFill>
          <a:ln w="6350">
            <a:solidFill>
              <a:srgbClr val="D3DCE5"/>
            </a:solidFill>
            <a:prstDash val="solid"/>
          </a:ln>
        </p:spPr>
      </p:sp>
      <p:sp>
        <p:nvSpPr>
          <p:cNvPr id="61" name="Text 59"/>
          <p:cNvSpPr txBox="1"/>
          <p:nvPr/>
        </p:nvSpPr>
        <p:spPr>
          <a:xfrm>
            <a:off x="365760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6.32</a:t>
            </a:r>
            <a:endParaRPr lang="en-US" sz="860" dirty="0"/>
          </a:p>
        </p:txBody>
      </p:sp>
      <p:sp>
        <p:nvSpPr>
          <p:cNvPr id="62" name="Shape 60"/>
          <p:cNvSpPr/>
          <p:nvPr/>
        </p:nvSpPr>
        <p:spPr>
          <a:xfrm>
            <a:off x="4617720" y="3017520"/>
            <a:ext cx="960120" cy="274320"/>
          </a:xfrm>
          <a:prstGeom prst="rect">
            <a:avLst/>
          </a:prstGeom>
          <a:solidFill>
            <a:srgbClr val="F7F9FB"/>
          </a:solidFill>
          <a:ln w="6350">
            <a:solidFill>
              <a:srgbClr val="D3DCE5"/>
            </a:solidFill>
            <a:prstDash val="solid"/>
          </a:ln>
        </p:spPr>
      </p:sp>
      <p:sp>
        <p:nvSpPr>
          <p:cNvPr id="63" name="Text 61"/>
          <p:cNvSpPr txBox="1"/>
          <p:nvPr/>
        </p:nvSpPr>
        <p:spPr>
          <a:xfrm>
            <a:off x="461772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7.76</a:t>
            </a:r>
            <a:endParaRPr lang="en-US" sz="860" dirty="0"/>
          </a:p>
        </p:txBody>
      </p:sp>
      <p:sp>
        <p:nvSpPr>
          <p:cNvPr id="64" name="Shape 62"/>
          <p:cNvSpPr/>
          <p:nvPr/>
        </p:nvSpPr>
        <p:spPr>
          <a:xfrm>
            <a:off x="5577840" y="3017520"/>
            <a:ext cx="960120" cy="274320"/>
          </a:xfrm>
          <a:prstGeom prst="rect">
            <a:avLst/>
          </a:prstGeom>
          <a:solidFill>
            <a:srgbClr val="F7F9FB"/>
          </a:solidFill>
          <a:ln w="6350">
            <a:solidFill>
              <a:srgbClr val="D3DCE5"/>
            </a:solidFill>
            <a:prstDash val="solid"/>
          </a:ln>
        </p:spPr>
      </p:sp>
      <p:sp>
        <p:nvSpPr>
          <p:cNvPr id="65" name="Text 63"/>
          <p:cNvSpPr txBox="1"/>
          <p:nvPr/>
        </p:nvSpPr>
        <p:spPr>
          <a:xfrm>
            <a:off x="557784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9.19</a:t>
            </a:r>
            <a:endParaRPr lang="en-US" sz="860" dirty="0"/>
          </a:p>
        </p:txBody>
      </p:sp>
      <p:sp>
        <p:nvSpPr>
          <p:cNvPr id="66" name="Shape 64"/>
          <p:cNvSpPr/>
          <p:nvPr/>
        </p:nvSpPr>
        <p:spPr>
          <a:xfrm>
            <a:off x="411480" y="3291840"/>
            <a:ext cx="1307592" cy="274320"/>
          </a:xfrm>
          <a:prstGeom prst="rect">
            <a:avLst/>
          </a:prstGeom>
          <a:solidFill>
            <a:srgbClr val="10233A"/>
          </a:solidFill>
          <a:ln/>
        </p:spPr>
      </p:sp>
      <p:sp>
        <p:nvSpPr>
          <p:cNvPr id="67" name="Text 65"/>
          <p:cNvSpPr txBox="1"/>
          <p:nvPr/>
        </p:nvSpPr>
        <p:spPr>
          <a:xfrm>
            <a:off x="411480" y="329184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68" name="Shape 66"/>
          <p:cNvSpPr/>
          <p:nvPr/>
        </p:nvSpPr>
        <p:spPr>
          <a:xfrm>
            <a:off x="1737360" y="3291840"/>
            <a:ext cx="960120" cy="274320"/>
          </a:xfrm>
          <a:prstGeom prst="rect">
            <a:avLst/>
          </a:prstGeom>
          <a:solidFill>
            <a:srgbClr val="F7E2E2"/>
          </a:solidFill>
          <a:ln w="6350">
            <a:solidFill>
              <a:srgbClr val="D3DCE5"/>
            </a:solidFill>
            <a:prstDash val="solid"/>
          </a:ln>
        </p:spPr>
      </p:sp>
      <p:sp>
        <p:nvSpPr>
          <p:cNvPr id="69" name="Text 67"/>
          <p:cNvSpPr txBox="1"/>
          <p:nvPr/>
        </p:nvSpPr>
        <p:spPr>
          <a:xfrm>
            <a:off x="173736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3.26</a:t>
            </a:r>
            <a:endParaRPr lang="en-US" sz="860" dirty="0"/>
          </a:p>
        </p:txBody>
      </p:sp>
      <p:sp>
        <p:nvSpPr>
          <p:cNvPr id="70" name="Shape 68"/>
          <p:cNvSpPr/>
          <p:nvPr/>
        </p:nvSpPr>
        <p:spPr>
          <a:xfrm>
            <a:off x="2697480" y="3291840"/>
            <a:ext cx="960120" cy="274320"/>
          </a:xfrm>
          <a:prstGeom prst="rect">
            <a:avLst/>
          </a:prstGeom>
          <a:solidFill>
            <a:srgbClr val="F7E2E2"/>
          </a:solidFill>
          <a:ln w="6350">
            <a:solidFill>
              <a:srgbClr val="D3DCE5"/>
            </a:solidFill>
            <a:prstDash val="solid"/>
          </a:ln>
        </p:spPr>
      </p:sp>
      <p:sp>
        <p:nvSpPr>
          <p:cNvPr id="71" name="Text 69"/>
          <p:cNvSpPr txBox="1"/>
          <p:nvPr/>
        </p:nvSpPr>
        <p:spPr>
          <a:xfrm>
            <a:off x="269748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4.70</a:t>
            </a:r>
            <a:endParaRPr lang="en-US" sz="860" dirty="0"/>
          </a:p>
        </p:txBody>
      </p:sp>
      <p:sp>
        <p:nvSpPr>
          <p:cNvPr id="72" name="Shape 70"/>
          <p:cNvSpPr/>
          <p:nvPr/>
        </p:nvSpPr>
        <p:spPr>
          <a:xfrm>
            <a:off x="3657600" y="3291840"/>
            <a:ext cx="960120" cy="274320"/>
          </a:xfrm>
          <a:prstGeom prst="rect">
            <a:avLst/>
          </a:prstGeom>
          <a:solidFill>
            <a:srgbClr val="F7F9FB"/>
          </a:solidFill>
          <a:ln w="6350">
            <a:solidFill>
              <a:srgbClr val="D3DCE5"/>
            </a:solidFill>
            <a:prstDash val="solid"/>
          </a:ln>
        </p:spPr>
      </p:sp>
      <p:sp>
        <p:nvSpPr>
          <p:cNvPr id="73" name="Text 71"/>
          <p:cNvSpPr txBox="1"/>
          <p:nvPr/>
        </p:nvSpPr>
        <p:spPr>
          <a:xfrm>
            <a:off x="365760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6.14</a:t>
            </a:r>
            <a:endParaRPr lang="en-US" sz="860" dirty="0"/>
          </a:p>
        </p:txBody>
      </p:sp>
      <p:sp>
        <p:nvSpPr>
          <p:cNvPr id="74" name="Shape 72"/>
          <p:cNvSpPr/>
          <p:nvPr/>
        </p:nvSpPr>
        <p:spPr>
          <a:xfrm>
            <a:off x="4617720" y="3291840"/>
            <a:ext cx="960120" cy="274320"/>
          </a:xfrm>
          <a:prstGeom prst="rect">
            <a:avLst/>
          </a:prstGeom>
          <a:solidFill>
            <a:srgbClr val="F7F9FB"/>
          </a:solidFill>
          <a:ln w="6350">
            <a:solidFill>
              <a:srgbClr val="D3DCE5"/>
            </a:solidFill>
            <a:prstDash val="solid"/>
          </a:ln>
        </p:spPr>
      </p:sp>
      <p:sp>
        <p:nvSpPr>
          <p:cNvPr id="75" name="Text 73"/>
          <p:cNvSpPr txBox="1"/>
          <p:nvPr/>
        </p:nvSpPr>
        <p:spPr>
          <a:xfrm>
            <a:off x="461772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7.57</a:t>
            </a:r>
            <a:endParaRPr lang="en-US" sz="860" dirty="0"/>
          </a:p>
        </p:txBody>
      </p:sp>
      <p:sp>
        <p:nvSpPr>
          <p:cNvPr id="76" name="Shape 74"/>
          <p:cNvSpPr/>
          <p:nvPr/>
        </p:nvSpPr>
        <p:spPr>
          <a:xfrm>
            <a:off x="5577840" y="3291840"/>
            <a:ext cx="960120" cy="274320"/>
          </a:xfrm>
          <a:prstGeom prst="rect">
            <a:avLst/>
          </a:prstGeom>
          <a:solidFill>
            <a:srgbClr val="F7F9FB"/>
          </a:solidFill>
          <a:ln w="6350">
            <a:solidFill>
              <a:srgbClr val="D3DCE5"/>
            </a:solidFill>
            <a:prstDash val="solid"/>
          </a:ln>
        </p:spPr>
      </p:sp>
      <p:sp>
        <p:nvSpPr>
          <p:cNvPr id="77" name="Text 75"/>
          <p:cNvSpPr txBox="1"/>
          <p:nvPr/>
        </p:nvSpPr>
        <p:spPr>
          <a:xfrm>
            <a:off x="557784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9.01</a:t>
            </a:r>
            <a:endParaRPr lang="en-US" sz="860" dirty="0"/>
          </a:p>
        </p:txBody>
      </p:sp>
      <p:sp>
        <p:nvSpPr>
          <p:cNvPr id="78" name="Shape 76"/>
          <p:cNvSpPr/>
          <p:nvPr/>
        </p:nvSpPr>
        <p:spPr>
          <a:xfrm>
            <a:off x="6903720" y="1627632"/>
            <a:ext cx="4882896" cy="1938528"/>
          </a:xfrm>
          <a:prstGeom prst="rect">
            <a:avLst/>
          </a:prstGeom>
          <a:solidFill>
            <a:srgbClr val="D6EBE7"/>
          </a:solidFill>
          <a:ln w="9525">
            <a:solidFill>
              <a:srgbClr val="AFD3CC"/>
            </a:solidFill>
            <a:prstDash val="solid"/>
          </a:ln>
        </p:spPr>
      </p:sp>
      <p:sp>
        <p:nvSpPr>
          <p:cNvPr id="79" name="Text 77"/>
          <p:cNvSpPr txBox="1"/>
          <p:nvPr/>
        </p:nvSpPr>
        <p:spPr>
          <a:xfrm>
            <a:off x="7068312" y="1755648"/>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0" name="Text 78"/>
          <p:cNvSpPr txBox="1"/>
          <p:nvPr/>
        </p:nvSpPr>
        <p:spPr>
          <a:xfrm>
            <a:off x="7086600" y="2194560"/>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Shaded cells sit below the current share price of A$5.48.</a:t>
            </a:r>
            <a:endParaRPr lang="en-US" sz="880" dirty="0"/>
          </a:p>
        </p:txBody>
      </p:sp>
      <p:sp>
        <p:nvSpPr>
          <p:cNvPr id="81" name="Shape 79"/>
          <p:cNvSpPr/>
          <p:nvPr/>
        </p:nvSpPr>
        <p:spPr>
          <a:xfrm>
            <a:off x="411480" y="3785616"/>
            <a:ext cx="11375136" cy="1152144"/>
          </a:xfrm>
          <a:prstGeom prst="rect">
            <a:avLst/>
          </a:prstGeom>
          <a:solidFill>
            <a:srgbClr val="EEF2F6"/>
          </a:solidFill>
          <a:ln w="9525">
            <a:solidFill>
              <a:srgbClr val="D3DCE5"/>
            </a:solidFill>
            <a:prstDash val="solid"/>
          </a:ln>
        </p:spPr>
      </p:sp>
      <p:sp>
        <p:nvSpPr>
          <p:cNvPr id="82" name="Text 80"/>
          <p:cNvSpPr txBox="1"/>
          <p:nvPr/>
        </p:nvSpPr>
        <p:spPr>
          <a:xfrm>
            <a:off x="576072" y="39136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3" name="Text 81"/>
          <p:cNvSpPr txBox="1"/>
          <p:nvPr/>
        </p:nvSpPr>
        <p:spPr>
          <a:xfrm>
            <a:off x="576072" y="4242816"/>
            <a:ext cx="11045952" cy="60350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Trading comparables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8.0x to 11.0x FY27 estimated EBITDA against a diversified peer median near 7.8x. A premium for growth, capped for single-commodity risk.</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560320" y="1627632"/>
            <a:ext cx="1691640" cy="292608"/>
          </a:xfrm>
          <a:prstGeom prst="rect">
            <a:avLst/>
          </a:prstGeom>
          <a:solidFill>
            <a:srgbClr val="10233A"/>
          </a:solidFill>
          <a:ln/>
        </p:spPr>
      </p:sp>
      <p:sp>
        <p:nvSpPr>
          <p:cNvPr id="9" name="Text 7"/>
          <p:cNvSpPr txBox="1"/>
          <p:nvPr/>
        </p:nvSpPr>
        <p:spPr>
          <a:xfrm>
            <a:off x="2624328" y="1627632"/>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0" name="Shape 8"/>
          <p:cNvSpPr/>
          <p:nvPr/>
        </p:nvSpPr>
        <p:spPr>
          <a:xfrm>
            <a:off x="4251960" y="1627632"/>
            <a:ext cx="1600200" cy="292608"/>
          </a:xfrm>
          <a:prstGeom prst="rect">
            <a:avLst/>
          </a:prstGeom>
          <a:solidFill>
            <a:srgbClr val="10233A"/>
          </a:solidFill>
          <a:ln/>
        </p:spPr>
      </p:sp>
      <p:sp>
        <p:nvSpPr>
          <p:cNvPr id="11" name="Text 9"/>
          <p:cNvSpPr txBox="1"/>
          <p:nvPr/>
        </p:nvSpPr>
        <p:spPr>
          <a:xfrm>
            <a:off x="4315968" y="1627632"/>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2" name="Shape 10"/>
          <p:cNvSpPr/>
          <p:nvPr/>
        </p:nvSpPr>
        <p:spPr>
          <a:xfrm>
            <a:off x="5852160" y="1627632"/>
            <a:ext cx="1783080" cy="292608"/>
          </a:xfrm>
          <a:prstGeom prst="rect">
            <a:avLst/>
          </a:prstGeom>
          <a:solidFill>
            <a:srgbClr val="10233A"/>
          </a:solidFill>
          <a:ln/>
        </p:spPr>
      </p:sp>
      <p:sp>
        <p:nvSpPr>
          <p:cNvPr id="13" name="Text 11"/>
          <p:cNvSpPr txBox="1"/>
          <p:nvPr/>
        </p:nvSpPr>
        <p:spPr>
          <a:xfrm>
            <a:off x="5916168" y="1627632"/>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4" name="Shape 12"/>
          <p:cNvSpPr/>
          <p:nvPr/>
        </p:nvSpPr>
        <p:spPr>
          <a:xfrm>
            <a:off x="7635240" y="1627632"/>
            <a:ext cx="1234440" cy="292608"/>
          </a:xfrm>
          <a:prstGeom prst="rect">
            <a:avLst/>
          </a:prstGeom>
          <a:solidFill>
            <a:srgbClr val="10233A"/>
          </a:solidFill>
          <a:ln/>
        </p:spPr>
      </p:sp>
      <p:sp>
        <p:nvSpPr>
          <p:cNvPr id="15" name="Text 13"/>
          <p:cNvSpPr txBox="1"/>
          <p:nvPr/>
        </p:nvSpPr>
        <p:spPr>
          <a:xfrm>
            <a:off x="769924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6" name="Shape 14"/>
          <p:cNvSpPr/>
          <p:nvPr/>
        </p:nvSpPr>
        <p:spPr>
          <a:xfrm>
            <a:off x="8869680" y="1627632"/>
            <a:ext cx="1234440" cy="292608"/>
          </a:xfrm>
          <a:prstGeom prst="rect">
            <a:avLst/>
          </a:prstGeom>
          <a:solidFill>
            <a:srgbClr val="10233A"/>
          </a:solidFill>
          <a:ln/>
        </p:spPr>
      </p:sp>
      <p:sp>
        <p:nvSpPr>
          <p:cNvPr id="17" name="Text 15"/>
          <p:cNvSpPr txBox="1"/>
          <p:nvPr/>
        </p:nvSpPr>
        <p:spPr>
          <a:xfrm>
            <a:off x="893368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8" name="Shape 16"/>
          <p:cNvSpPr/>
          <p:nvPr/>
        </p:nvSpPr>
        <p:spPr>
          <a:xfrm>
            <a:off x="10104120" y="1627632"/>
            <a:ext cx="1682496" cy="292608"/>
          </a:xfrm>
          <a:prstGeom prst="rect">
            <a:avLst/>
          </a:prstGeom>
          <a:solidFill>
            <a:srgbClr val="10233A"/>
          </a:solidFill>
          <a:ln/>
        </p:spPr>
      </p:sp>
      <p:sp>
        <p:nvSpPr>
          <p:cNvPr id="19" name="Text 17"/>
          <p:cNvSpPr txBox="1"/>
          <p:nvPr/>
        </p:nvSpPr>
        <p:spPr>
          <a:xfrm>
            <a:off x="10168128" y="1627632"/>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0" name="Shape 18"/>
          <p:cNvSpPr/>
          <p:nvPr/>
        </p:nvSpPr>
        <p:spPr>
          <a:xfrm>
            <a:off x="411480" y="1920240"/>
            <a:ext cx="2148840" cy="274320"/>
          </a:xfrm>
          <a:prstGeom prst="rect">
            <a:avLst/>
          </a:prstGeom>
          <a:solidFill>
            <a:srgbClr val="FFFFFF"/>
          </a:solidFill>
          <a:ln w="6350">
            <a:solidFill>
              <a:srgbClr val="D3DCE5"/>
            </a:solidFill>
            <a:prstDash val="solid"/>
          </a:ln>
        </p:spPr>
      </p:sp>
      <p:sp>
        <p:nvSpPr>
          <p:cNvPr id="21" name="Text 19"/>
          <p:cNvSpPr txBox="1"/>
          <p:nvPr/>
        </p:nvSpPr>
        <p:spPr>
          <a:xfrm>
            <a:off x="475488" y="19202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2" name="Shape 20"/>
          <p:cNvSpPr/>
          <p:nvPr/>
        </p:nvSpPr>
        <p:spPr>
          <a:xfrm>
            <a:off x="2560320" y="1920240"/>
            <a:ext cx="1691640" cy="274320"/>
          </a:xfrm>
          <a:prstGeom prst="rect">
            <a:avLst/>
          </a:prstGeom>
          <a:solidFill>
            <a:srgbClr val="FFFFFF"/>
          </a:solidFill>
          <a:ln w="6350">
            <a:solidFill>
              <a:srgbClr val="D3DCE5"/>
            </a:solidFill>
            <a:prstDash val="solid"/>
          </a:ln>
        </p:spPr>
      </p:sp>
      <p:sp>
        <p:nvSpPr>
          <p:cNvPr id="23" name="Text 21"/>
          <p:cNvSpPr txBox="1"/>
          <p:nvPr/>
        </p:nvSpPr>
        <p:spPr>
          <a:xfrm>
            <a:off x="2624328" y="192024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4" name="Shape 22"/>
          <p:cNvSpPr/>
          <p:nvPr/>
        </p:nvSpPr>
        <p:spPr>
          <a:xfrm>
            <a:off x="4251960" y="1920240"/>
            <a:ext cx="1600200" cy="274320"/>
          </a:xfrm>
          <a:prstGeom prst="rect">
            <a:avLst/>
          </a:prstGeom>
          <a:solidFill>
            <a:srgbClr val="FFFFFF"/>
          </a:solidFill>
          <a:ln w="6350">
            <a:solidFill>
              <a:srgbClr val="D3DCE5"/>
            </a:solidFill>
            <a:prstDash val="solid"/>
          </a:ln>
        </p:spPr>
      </p:sp>
      <p:sp>
        <p:nvSpPr>
          <p:cNvPr id="25" name="Text 23"/>
          <p:cNvSpPr txBox="1"/>
          <p:nvPr/>
        </p:nvSpPr>
        <p:spPr>
          <a:xfrm>
            <a:off x="4315968" y="192024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6" name="Shape 24"/>
          <p:cNvSpPr/>
          <p:nvPr/>
        </p:nvSpPr>
        <p:spPr>
          <a:xfrm>
            <a:off x="5852160" y="1920240"/>
            <a:ext cx="1783080" cy="274320"/>
          </a:xfrm>
          <a:prstGeom prst="rect">
            <a:avLst/>
          </a:prstGeom>
          <a:solidFill>
            <a:srgbClr val="FFFFFF"/>
          </a:solidFill>
          <a:ln w="6350">
            <a:solidFill>
              <a:srgbClr val="D3DCE5"/>
            </a:solidFill>
            <a:prstDash val="solid"/>
          </a:ln>
        </p:spPr>
      </p:sp>
      <p:sp>
        <p:nvSpPr>
          <p:cNvPr id="27" name="Text 25"/>
          <p:cNvSpPr txBox="1"/>
          <p:nvPr/>
        </p:nvSpPr>
        <p:spPr>
          <a:xfrm>
            <a:off x="5916168" y="192024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8" name="Shape 26"/>
          <p:cNvSpPr/>
          <p:nvPr/>
        </p:nvSpPr>
        <p:spPr>
          <a:xfrm>
            <a:off x="7635240" y="1920240"/>
            <a:ext cx="1234440" cy="274320"/>
          </a:xfrm>
          <a:prstGeom prst="rect">
            <a:avLst/>
          </a:prstGeom>
          <a:solidFill>
            <a:srgbClr val="FFFFFF"/>
          </a:solidFill>
          <a:ln w="6350">
            <a:solidFill>
              <a:srgbClr val="D3DCE5"/>
            </a:solidFill>
            <a:prstDash val="solid"/>
          </a:ln>
        </p:spPr>
      </p:sp>
      <p:sp>
        <p:nvSpPr>
          <p:cNvPr id="29" name="Text 27"/>
          <p:cNvSpPr txBox="1"/>
          <p:nvPr/>
        </p:nvSpPr>
        <p:spPr>
          <a:xfrm>
            <a:off x="769924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0" name="Shape 28"/>
          <p:cNvSpPr/>
          <p:nvPr/>
        </p:nvSpPr>
        <p:spPr>
          <a:xfrm>
            <a:off x="8869680" y="1920240"/>
            <a:ext cx="1234440" cy="274320"/>
          </a:xfrm>
          <a:prstGeom prst="rect">
            <a:avLst/>
          </a:prstGeom>
          <a:solidFill>
            <a:srgbClr val="FFFFFF"/>
          </a:solidFill>
          <a:ln w="6350">
            <a:solidFill>
              <a:srgbClr val="D3DCE5"/>
            </a:solidFill>
            <a:prstDash val="solid"/>
          </a:ln>
        </p:spPr>
      </p:sp>
      <p:sp>
        <p:nvSpPr>
          <p:cNvPr id="31" name="Text 29"/>
          <p:cNvSpPr txBox="1"/>
          <p:nvPr/>
        </p:nvSpPr>
        <p:spPr>
          <a:xfrm>
            <a:off x="893368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2" name="Shape 30"/>
          <p:cNvSpPr/>
          <p:nvPr/>
        </p:nvSpPr>
        <p:spPr>
          <a:xfrm>
            <a:off x="10104120" y="1920240"/>
            <a:ext cx="1682496" cy="274320"/>
          </a:xfrm>
          <a:prstGeom prst="rect">
            <a:avLst/>
          </a:prstGeom>
          <a:solidFill>
            <a:srgbClr val="FFFFFF"/>
          </a:solidFill>
          <a:ln w="6350">
            <a:solidFill>
              <a:srgbClr val="D3DCE5"/>
            </a:solidFill>
            <a:prstDash val="solid"/>
          </a:ln>
        </p:spPr>
      </p:sp>
      <p:sp>
        <p:nvSpPr>
          <p:cNvPr id="33" name="Text 31"/>
          <p:cNvSpPr txBox="1"/>
          <p:nvPr/>
        </p:nvSpPr>
        <p:spPr>
          <a:xfrm>
            <a:off x="10168128" y="192024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4" name="Shape 32"/>
          <p:cNvSpPr/>
          <p:nvPr/>
        </p:nvSpPr>
        <p:spPr>
          <a:xfrm>
            <a:off x="411480" y="2194560"/>
            <a:ext cx="2148840" cy="274320"/>
          </a:xfrm>
          <a:prstGeom prst="rect">
            <a:avLst/>
          </a:prstGeom>
          <a:solidFill>
            <a:srgbClr val="F7F9FB"/>
          </a:solidFill>
          <a:ln w="6350">
            <a:solidFill>
              <a:srgbClr val="D3DCE5"/>
            </a:solidFill>
            <a:prstDash val="solid"/>
          </a:ln>
        </p:spPr>
      </p:sp>
      <p:sp>
        <p:nvSpPr>
          <p:cNvPr id="35" name="Text 33"/>
          <p:cNvSpPr txBox="1"/>
          <p:nvPr/>
        </p:nvSpPr>
        <p:spPr>
          <a:xfrm>
            <a:off x="475488" y="219456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6" name="Shape 34"/>
          <p:cNvSpPr/>
          <p:nvPr/>
        </p:nvSpPr>
        <p:spPr>
          <a:xfrm>
            <a:off x="2560320" y="2194560"/>
            <a:ext cx="1691640" cy="274320"/>
          </a:xfrm>
          <a:prstGeom prst="rect">
            <a:avLst/>
          </a:prstGeom>
          <a:solidFill>
            <a:srgbClr val="F7F9FB"/>
          </a:solidFill>
          <a:ln w="6350">
            <a:solidFill>
              <a:srgbClr val="D3DCE5"/>
            </a:solidFill>
            <a:prstDash val="solid"/>
          </a:ln>
        </p:spPr>
      </p:sp>
      <p:sp>
        <p:nvSpPr>
          <p:cNvPr id="37" name="Text 35"/>
          <p:cNvSpPr txBox="1"/>
          <p:nvPr/>
        </p:nvSpPr>
        <p:spPr>
          <a:xfrm>
            <a:off x="2624328" y="219456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8" name="Shape 36"/>
          <p:cNvSpPr/>
          <p:nvPr/>
        </p:nvSpPr>
        <p:spPr>
          <a:xfrm>
            <a:off x="4251960" y="2194560"/>
            <a:ext cx="1600200" cy="274320"/>
          </a:xfrm>
          <a:prstGeom prst="rect">
            <a:avLst/>
          </a:prstGeom>
          <a:solidFill>
            <a:srgbClr val="F7F9FB"/>
          </a:solidFill>
          <a:ln w="6350">
            <a:solidFill>
              <a:srgbClr val="D3DCE5"/>
            </a:solidFill>
            <a:prstDash val="solid"/>
          </a:ln>
        </p:spPr>
      </p:sp>
      <p:sp>
        <p:nvSpPr>
          <p:cNvPr id="39" name="Text 37"/>
          <p:cNvSpPr txBox="1"/>
          <p:nvPr/>
        </p:nvSpPr>
        <p:spPr>
          <a:xfrm>
            <a:off x="4315968" y="219456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0" name="Shape 38"/>
          <p:cNvSpPr/>
          <p:nvPr/>
        </p:nvSpPr>
        <p:spPr>
          <a:xfrm>
            <a:off x="5852160" y="2194560"/>
            <a:ext cx="1783080" cy="274320"/>
          </a:xfrm>
          <a:prstGeom prst="rect">
            <a:avLst/>
          </a:prstGeom>
          <a:solidFill>
            <a:srgbClr val="F7F9FB"/>
          </a:solidFill>
          <a:ln w="6350">
            <a:solidFill>
              <a:srgbClr val="D3DCE5"/>
            </a:solidFill>
            <a:prstDash val="solid"/>
          </a:ln>
        </p:spPr>
      </p:sp>
      <p:sp>
        <p:nvSpPr>
          <p:cNvPr id="41" name="Text 39"/>
          <p:cNvSpPr txBox="1"/>
          <p:nvPr/>
        </p:nvSpPr>
        <p:spPr>
          <a:xfrm>
            <a:off x="5916168" y="219456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2" name="Shape 40"/>
          <p:cNvSpPr/>
          <p:nvPr/>
        </p:nvSpPr>
        <p:spPr>
          <a:xfrm>
            <a:off x="7635240" y="2194560"/>
            <a:ext cx="1234440" cy="274320"/>
          </a:xfrm>
          <a:prstGeom prst="rect">
            <a:avLst/>
          </a:prstGeom>
          <a:solidFill>
            <a:srgbClr val="F7F9FB"/>
          </a:solidFill>
          <a:ln w="6350">
            <a:solidFill>
              <a:srgbClr val="D3DCE5"/>
            </a:solidFill>
            <a:prstDash val="solid"/>
          </a:ln>
        </p:spPr>
      </p:sp>
      <p:sp>
        <p:nvSpPr>
          <p:cNvPr id="43" name="Text 41"/>
          <p:cNvSpPr txBox="1"/>
          <p:nvPr/>
        </p:nvSpPr>
        <p:spPr>
          <a:xfrm>
            <a:off x="769924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4" name="Shape 42"/>
          <p:cNvSpPr/>
          <p:nvPr/>
        </p:nvSpPr>
        <p:spPr>
          <a:xfrm>
            <a:off x="8869680" y="2194560"/>
            <a:ext cx="1234440" cy="274320"/>
          </a:xfrm>
          <a:prstGeom prst="rect">
            <a:avLst/>
          </a:prstGeom>
          <a:solidFill>
            <a:srgbClr val="F7F9FB"/>
          </a:solidFill>
          <a:ln w="6350">
            <a:solidFill>
              <a:srgbClr val="D3DCE5"/>
            </a:solidFill>
            <a:prstDash val="solid"/>
          </a:ln>
        </p:spPr>
      </p:sp>
      <p:sp>
        <p:nvSpPr>
          <p:cNvPr id="45" name="Text 43"/>
          <p:cNvSpPr txBox="1"/>
          <p:nvPr/>
        </p:nvSpPr>
        <p:spPr>
          <a:xfrm>
            <a:off x="893368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6" name="Shape 44"/>
          <p:cNvSpPr/>
          <p:nvPr/>
        </p:nvSpPr>
        <p:spPr>
          <a:xfrm>
            <a:off x="10104120" y="2194560"/>
            <a:ext cx="1682496" cy="274320"/>
          </a:xfrm>
          <a:prstGeom prst="rect">
            <a:avLst/>
          </a:prstGeom>
          <a:solidFill>
            <a:srgbClr val="F7F9FB"/>
          </a:solidFill>
          <a:ln w="6350">
            <a:solidFill>
              <a:srgbClr val="D3DCE5"/>
            </a:solidFill>
            <a:prstDash val="solid"/>
          </a:ln>
        </p:spPr>
      </p:sp>
      <p:sp>
        <p:nvSpPr>
          <p:cNvPr id="47" name="Text 45"/>
          <p:cNvSpPr txBox="1"/>
          <p:nvPr/>
        </p:nvSpPr>
        <p:spPr>
          <a:xfrm>
            <a:off x="10168128" y="219456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8" name="Shape 46"/>
          <p:cNvSpPr/>
          <p:nvPr/>
        </p:nvSpPr>
        <p:spPr>
          <a:xfrm>
            <a:off x="411480" y="2468880"/>
            <a:ext cx="2148840" cy="274320"/>
          </a:xfrm>
          <a:prstGeom prst="rect">
            <a:avLst/>
          </a:prstGeom>
          <a:solidFill>
            <a:srgbClr val="FFFFFF"/>
          </a:solidFill>
          <a:ln w="6350">
            <a:solidFill>
              <a:srgbClr val="D3DCE5"/>
            </a:solidFill>
            <a:prstDash val="solid"/>
          </a:ln>
        </p:spPr>
      </p:sp>
      <p:sp>
        <p:nvSpPr>
          <p:cNvPr id="49" name="Text 47"/>
          <p:cNvSpPr txBox="1"/>
          <p:nvPr/>
        </p:nvSpPr>
        <p:spPr>
          <a:xfrm>
            <a:off x="475488" y="246888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0" name="Shape 48"/>
          <p:cNvSpPr/>
          <p:nvPr/>
        </p:nvSpPr>
        <p:spPr>
          <a:xfrm>
            <a:off x="2560320" y="2468880"/>
            <a:ext cx="1691640" cy="274320"/>
          </a:xfrm>
          <a:prstGeom prst="rect">
            <a:avLst/>
          </a:prstGeom>
          <a:solidFill>
            <a:srgbClr val="FFFFFF"/>
          </a:solidFill>
          <a:ln w="6350">
            <a:solidFill>
              <a:srgbClr val="D3DCE5"/>
            </a:solidFill>
            <a:prstDash val="solid"/>
          </a:ln>
        </p:spPr>
      </p:sp>
      <p:sp>
        <p:nvSpPr>
          <p:cNvPr id="51" name="Text 49"/>
          <p:cNvSpPr txBox="1"/>
          <p:nvPr/>
        </p:nvSpPr>
        <p:spPr>
          <a:xfrm>
            <a:off x="2624328" y="246888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2" name="Shape 50"/>
          <p:cNvSpPr/>
          <p:nvPr/>
        </p:nvSpPr>
        <p:spPr>
          <a:xfrm>
            <a:off x="4251960" y="2468880"/>
            <a:ext cx="1600200" cy="274320"/>
          </a:xfrm>
          <a:prstGeom prst="rect">
            <a:avLst/>
          </a:prstGeom>
          <a:solidFill>
            <a:srgbClr val="FFFFFF"/>
          </a:solidFill>
          <a:ln w="6350">
            <a:solidFill>
              <a:srgbClr val="D3DCE5"/>
            </a:solidFill>
            <a:prstDash val="solid"/>
          </a:ln>
        </p:spPr>
      </p:sp>
      <p:sp>
        <p:nvSpPr>
          <p:cNvPr id="53" name="Text 51"/>
          <p:cNvSpPr txBox="1"/>
          <p:nvPr/>
        </p:nvSpPr>
        <p:spPr>
          <a:xfrm>
            <a:off x="4315968" y="246888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4" name="Shape 52"/>
          <p:cNvSpPr/>
          <p:nvPr/>
        </p:nvSpPr>
        <p:spPr>
          <a:xfrm>
            <a:off x="5852160" y="2468880"/>
            <a:ext cx="1783080" cy="274320"/>
          </a:xfrm>
          <a:prstGeom prst="rect">
            <a:avLst/>
          </a:prstGeom>
          <a:solidFill>
            <a:srgbClr val="FFFFFF"/>
          </a:solidFill>
          <a:ln w="6350">
            <a:solidFill>
              <a:srgbClr val="D3DCE5"/>
            </a:solidFill>
            <a:prstDash val="solid"/>
          </a:ln>
        </p:spPr>
      </p:sp>
      <p:sp>
        <p:nvSpPr>
          <p:cNvPr id="55" name="Text 53"/>
          <p:cNvSpPr txBox="1"/>
          <p:nvPr/>
        </p:nvSpPr>
        <p:spPr>
          <a:xfrm>
            <a:off x="5916168" y="246888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6" name="Shape 54"/>
          <p:cNvSpPr/>
          <p:nvPr/>
        </p:nvSpPr>
        <p:spPr>
          <a:xfrm>
            <a:off x="7635240" y="2468880"/>
            <a:ext cx="1234440" cy="274320"/>
          </a:xfrm>
          <a:prstGeom prst="rect">
            <a:avLst/>
          </a:prstGeom>
          <a:solidFill>
            <a:srgbClr val="FFFFFF"/>
          </a:solidFill>
          <a:ln w="6350">
            <a:solidFill>
              <a:srgbClr val="D3DCE5"/>
            </a:solidFill>
            <a:prstDash val="solid"/>
          </a:ln>
        </p:spPr>
      </p:sp>
      <p:sp>
        <p:nvSpPr>
          <p:cNvPr id="57" name="Text 55"/>
          <p:cNvSpPr txBox="1"/>
          <p:nvPr/>
        </p:nvSpPr>
        <p:spPr>
          <a:xfrm>
            <a:off x="769924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8" name="Shape 56"/>
          <p:cNvSpPr/>
          <p:nvPr/>
        </p:nvSpPr>
        <p:spPr>
          <a:xfrm>
            <a:off x="8869680" y="2468880"/>
            <a:ext cx="1234440" cy="274320"/>
          </a:xfrm>
          <a:prstGeom prst="rect">
            <a:avLst/>
          </a:prstGeom>
          <a:solidFill>
            <a:srgbClr val="FFFFFF"/>
          </a:solidFill>
          <a:ln w="6350">
            <a:solidFill>
              <a:srgbClr val="D3DCE5"/>
            </a:solidFill>
            <a:prstDash val="solid"/>
          </a:ln>
        </p:spPr>
      </p:sp>
      <p:sp>
        <p:nvSpPr>
          <p:cNvPr id="59" name="Text 57"/>
          <p:cNvSpPr txBox="1"/>
          <p:nvPr/>
        </p:nvSpPr>
        <p:spPr>
          <a:xfrm>
            <a:off x="893368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0" name="Shape 58"/>
          <p:cNvSpPr/>
          <p:nvPr/>
        </p:nvSpPr>
        <p:spPr>
          <a:xfrm>
            <a:off x="10104120" y="2468880"/>
            <a:ext cx="1682496" cy="274320"/>
          </a:xfrm>
          <a:prstGeom prst="rect">
            <a:avLst/>
          </a:prstGeom>
          <a:solidFill>
            <a:srgbClr val="FFFFFF"/>
          </a:solidFill>
          <a:ln w="6350">
            <a:solidFill>
              <a:srgbClr val="D3DCE5"/>
            </a:solidFill>
            <a:prstDash val="solid"/>
          </a:ln>
        </p:spPr>
      </p:sp>
      <p:sp>
        <p:nvSpPr>
          <p:cNvPr id="61" name="Text 59"/>
          <p:cNvSpPr txBox="1"/>
          <p:nvPr/>
        </p:nvSpPr>
        <p:spPr>
          <a:xfrm>
            <a:off x="10168128" y="246888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2" name="Shape 60"/>
          <p:cNvSpPr/>
          <p:nvPr/>
        </p:nvSpPr>
        <p:spPr>
          <a:xfrm>
            <a:off x="411480" y="2743200"/>
            <a:ext cx="2148840" cy="274320"/>
          </a:xfrm>
          <a:prstGeom prst="rect">
            <a:avLst/>
          </a:prstGeom>
          <a:solidFill>
            <a:srgbClr val="F7F9FB"/>
          </a:solidFill>
          <a:ln w="6350">
            <a:solidFill>
              <a:srgbClr val="D3DCE5"/>
            </a:solidFill>
            <a:prstDash val="solid"/>
          </a:ln>
        </p:spPr>
      </p:sp>
      <p:sp>
        <p:nvSpPr>
          <p:cNvPr id="63" name="Text 61"/>
          <p:cNvSpPr txBox="1"/>
          <p:nvPr/>
        </p:nvSpPr>
        <p:spPr>
          <a:xfrm>
            <a:off x="475488" y="274320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4" name="Shape 62"/>
          <p:cNvSpPr/>
          <p:nvPr/>
        </p:nvSpPr>
        <p:spPr>
          <a:xfrm>
            <a:off x="2560320" y="2743200"/>
            <a:ext cx="1691640" cy="274320"/>
          </a:xfrm>
          <a:prstGeom prst="rect">
            <a:avLst/>
          </a:prstGeom>
          <a:solidFill>
            <a:srgbClr val="F7F9FB"/>
          </a:solidFill>
          <a:ln w="6350">
            <a:solidFill>
              <a:srgbClr val="D3DCE5"/>
            </a:solidFill>
            <a:prstDash val="solid"/>
          </a:ln>
        </p:spPr>
      </p:sp>
      <p:sp>
        <p:nvSpPr>
          <p:cNvPr id="65" name="Text 63"/>
          <p:cNvSpPr txBox="1"/>
          <p:nvPr/>
        </p:nvSpPr>
        <p:spPr>
          <a:xfrm>
            <a:off x="2624328" y="274320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6" name="Shape 64"/>
          <p:cNvSpPr/>
          <p:nvPr/>
        </p:nvSpPr>
        <p:spPr>
          <a:xfrm>
            <a:off x="4251960" y="2743200"/>
            <a:ext cx="1600200" cy="274320"/>
          </a:xfrm>
          <a:prstGeom prst="rect">
            <a:avLst/>
          </a:prstGeom>
          <a:solidFill>
            <a:srgbClr val="F7F9FB"/>
          </a:solidFill>
          <a:ln w="6350">
            <a:solidFill>
              <a:srgbClr val="D3DCE5"/>
            </a:solidFill>
            <a:prstDash val="solid"/>
          </a:ln>
        </p:spPr>
      </p:sp>
      <p:sp>
        <p:nvSpPr>
          <p:cNvPr id="67" name="Text 65"/>
          <p:cNvSpPr txBox="1"/>
          <p:nvPr/>
        </p:nvSpPr>
        <p:spPr>
          <a:xfrm>
            <a:off x="4315968" y="274320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8" name="Shape 66"/>
          <p:cNvSpPr/>
          <p:nvPr/>
        </p:nvSpPr>
        <p:spPr>
          <a:xfrm>
            <a:off x="5852160" y="2743200"/>
            <a:ext cx="1783080" cy="274320"/>
          </a:xfrm>
          <a:prstGeom prst="rect">
            <a:avLst/>
          </a:prstGeom>
          <a:solidFill>
            <a:srgbClr val="F7F9FB"/>
          </a:solidFill>
          <a:ln w="6350">
            <a:solidFill>
              <a:srgbClr val="D3DCE5"/>
            </a:solidFill>
            <a:prstDash val="solid"/>
          </a:ln>
        </p:spPr>
      </p:sp>
      <p:sp>
        <p:nvSpPr>
          <p:cNvPr id="69" name="Text 67"/>
          <p:cNvSpPr txBox="1"/>
          <p:nvPr/>
        </p:nvSpPr>
        <p:spPr>
          <a:xfrm>
            <a:off x="5916168" y="274320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0" name="Shape 68"/>
          <p:cNvSpPr/>
          <p:nvPr/>
        </p:nvSpPr>
        <p:spPr>
          <a:xfrm>
            <a:off x="7635240" y="2743200"/>
            <a:ext cx="1234440" cy="274320"/>
          </a:xfrm>
          <a:prstGeom prst="rect">
            <a:avLst/>
          </a:prstGeom>
          <a:solidFill>
            <a:srgbClr val="F7F9FB"/>
          </a:solidFill>
          <a:ln w="6350">
            <a:solidFill>
              <a:srgbClr val="D3DCE5"/>
            </a:solidFill>
            <a:prstDash val="solid"/>
          </a:ln>
        </p:spPr>
      </p:sp>
      <p:sp>
        <p:nvSpPr>
          <p:cNvPr id="71" name="Text 69"/>
          <p:cNvSpPr txBox="1"/>
          <p:nvPr/>
        </p:nvSpPr>
        <p:spPr>
          <a:xfrm>
            <a:off x="769924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2" name="Shape 70"/>
          <p:cNvSpPr/>
          <p:nvPr/>
        </p:nvSpPr>
        <p:spPr>
          <a:xfrm>
            <a:off x="8869680" y="2743200"/>
            <a:ext cx="1234440" cy="274320"/>
          </a:xfrm>
          <a:prstGeom prst="rect">
            <a:avLst/>
          </a:prstGeom>
          <a:solidFill>
            <a:srgbClr val="F7F9FB"/>
          </a:solidFill>
          <a:ln w="6350">
            <a:solidFill>
              <a:srgbClr val="D3DCE5"/>
            </a:solidFill>
            <a:prstDash val="solid"/>
          </a:ln>
        </p:spPr>
      </p:sp>
      <p:sp>
        <p:nvSpPr>
          <p:cNvPr id="73" name="Text 71"/>
          <p:cNvSpPr txBox="1"/>
          <p:nvPr/>
        </p:nvSpPr>
        <p:spPr>
          <a:xfrm>
            <a:off x="893368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4" name="Shape 72"/>
          <p:cNvSpPr/>
          <p:nvPr/>
        </p:nvSpPr>
        <p:spPr>
          <a:xfrm>
            <a:off x="10104120" y="2743200"/>
            <a:ext cx="1682496" cy="274320"/>
          </a:xfrm>
          <a:prstGeom prst="rect">
            <a:avLst/>
          </a:prstGeom>
          <a:solidFill>
            <a:srgbClr val="F7F9FB"/>
          </a:solidFill>
          <a:ln w="6350">
            <a:solidFill>
              <a:srgbClr val="D3DCE5"/>
            </a:solidFill>
            <a:prstDash val="solid"/>
          </a:ln>
        </p:spPr>
      </p:sp>
      <p:sp>
        <p:nvSpPr>
          <p:cNvPr id="75" name="Text 73"/>
          <p:cNvSpPr txBox="1"/>
          <p:nvPr/>
        </p:nvSpPr>
        <p:spPr>
          <a:xfrm>
            <a:off x="10168128" y="274320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6" name="Shape 74"/>
          <p:cNvSpPr/>
          <p:nvPr/>
        </p:nvSpPr>
        <p:spPr>
          <a:xfrm>
            <a:off x="411480" y="3017520"/>
            <a:ext cx="2148840" cy="274320"/>
          </a:xfrm>
          <a:prstGeom prst="rect">
            <a:avLst/>
          </a:prstGeom>
          <a:solidFill>
            <a:srgbClr val="FFFFFF"/>
          </a:solidFill>
          <a:ln w="6350">
            <a:solidFill>
              <a:srgbClr val="D3DCE5"/>
            </a:solidFill>
            <a:prstDash val="solid"/>
          </a:ln>
        </p:spPr>
      </p:sp>
      <p:sp>
        <p:nvSpPr>
          <p:cNvPr id="77" name="Text 75"/>
          <p:cNvSpPr txBox="1"/>
          <p:nvPr/>
        </p:nvSpPr>
        <p:spPr>
          <a:xfrm>
            <a:off x="475488" y="301752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8" name="Shape 76"/>
          <p:cNvSpPr/>
          <p:nvPr/>
        </p:nvSpPr>
        <p:spPr>
          <a:xfrm>
            <a:off x="2560320" y="3017520"/>
            <a:ext cx="1691640" cy="274320"/>
          </a:xfrm>
          <a:prstGeom prst="rect">
            <a:avLst/>
          </a:prstGeom>
          <a:solidFill>
            <a:srgbClr val="FFFFFF"/>
          </a:solidFill>
          <a:ln w="6350">
            <a:solidFill>
              <a:srgbClr val="D3DCE5"/>
            </a:solidFill>
            <a:prstDash val="solid"/>
          </a:ln>
        </p:spPr>
      </p:sp>
      <p:sp>
        <p:nvSpPr>
          <p:cNvPr id="79" name="Text 77"/>
          <p:cNvSpPr txBox="1"/>
          <p:nvPr/>
        </p:nvSpPr>
        <p:spPr>
          <a:xfrm>
            <a:off x="2624328" y="301752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0" name="Shape 78"/>
          <p:cNvSpPr/>
          <p:nvPr/>
        </p:nvSpPr>
        <p:spPr>
          <a:xfrm>
            <a:off x="4251960" y="3017520"/>
            <a:ext cx="1600200" cy="274320"/>
          </a:xfrm>
          <a:prstGeom prst="rect">
            <a:avLst/>
          </a:prstGeom>
          <a:solidFill>
            <a:srgbClr val="FFFFFF"/>
          </a:solidFill>
          <a:ln w="6350">
            <a:solidFill>
              <a:srgbClr val="D3DCE5"/>
            </a:solidFill>
            <a:prstDash val="solid"/>
          </a:ln>
        </p:spPr>
      </p:sp>
      <p:sp>
        <p:nvSpPr>
          <p:cNvPr id="81" name="Text 79"/>
          <p:cNvSpPr txBox="1"/>
          <p:nvPr/>
        </p:nvSpPr>
        <p:spPr>
          <a:xfrm>
            <a:off x="4315968" y="301752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2" name="Shape 80"/>
          <p:cNvSpPr/>
          <p:nvPr/>
        </p:nvSpPr>
        <p:spPr>
          <a:xfrm>
            <a:off x="5852160" y="3017520"/>
            <a:ext cx="1783080" cy="274320"/>
          </a:xfrm>
          <a:prstGeom prst="rect">
            <a:avLst/>
          </a:prstGeom>
          <a:solidFill>
            <a:srgbClr val="FFFFFF"/>
          </a:solidFill>
          <a:ln w="6350">
            <a:solidFill>
              <a:srgbClr val="D3DCE5"/>
            </a:solidFill>
            <a:prstDash val="solid"/>
          </a:ln>
        </p:spPr>
      </p:sp>
      <p:sp>
        <p:nvSpPr>
          <p:cNvPr id="83" name="Text 81"/>
          <p:cNvSpPr txBox="1"/>
          <p:nvPr/>
        </p:nvSpPr>
        <p:spPr>
          <a:xfrm>
            <a:off x="5916168" y="301752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4" name="Shape 82"/>
          <p:cNvSpPr/>
          <p:nvPr/>
        </p:nvSpPr>
        <p:spPr>
          <a:xfrm>
            <a:off x="7635240" y="3017520"/>
            <a:ext cx="1234440" cy="274320"/>
          </a:xfrm>
          <a:prstGeom prst="rect">
            <a:avLst/>
          </a:prstGeom>
          <a:solidFill>
            <a:srgbClr val="FFFFFF"/>
          </a:solidFill>
          <a:ln w="6350">
            <a:solidFill>
              <a:srgbClr val="D3DCE5"/>
            </a:solidFill>
            <a:prstDash val="solid"/>
          </a:ln>
        </p:spPr>
      </p:sp>
      <p:sp>
        <p:nvSpPr>
          <p:cNvPr id="85" name="Text 83"/>
          <p:cNvSpPr txBox="1"/>
          <p:nvPr/>
        </p:nvSpPr>
        <p:spPr>
          <a:xfrm>
            <a:off x="769924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6" name="Shape 84"/>
          <p:cNvSpPr/>
          <p:nvPr/>
        </p:nvSpPr>
        <p:spPr>
          <a:xfrm>
            <a:off x="8869680" y="3017520"/>
            <a:ext cx="1234440" cy="274320"/>
          </a:xfrm>
          <a:prstGeom prst="rect">
            <a:avLst/>
          </a:prstGeom>
          <a:solidFill>
            <a:srgbClr val="FFFFFF"/>
          </a:solidFill>
          <a:ln w="6350">
            <a:solidFill>
              <a:srgbClr val="D3DCE5"/>
            </a:solidFill>
            <a:prstDash val="solid"/>
          </a:ln>
        </p:spPr>
      </p:sp>
      <p:sp>
        <p:nvSpPr>
          <p:cNvPr id="87" name="Text 85"/>
          <p:cNvSpPr txBox="1"/>
          <p:nvPr/>
        </p:nvSpPr>
        <p:spPr>
          <a:xfrm>
            <a:off x="893368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8" name="Shape 86"/>
          <p:cNvSpPr/>
          <p:nvPr/>
        </p:nvSpPr>
        <p:spPr>
          <a:xfrm>
            <a:off x="10104120" y="3017520"/>
            <a:ext cx="1682496" cy="274320"/>
          </a:xfrm>
          <a:prstGeom prst="rect">
            <a:avLst/>
          </a:prstGeom>
          <a:solidFill>
            <a:srgbClr val="FFFFFF"/>
          </a:solidFill>
          <a:ln w="6350">
            <a:solidFill>
              <a:srgbClr val="D3DCE5"/>
            </a:solidFill>
            <a:prstDash val="solid"/>
          </a:ln>
        </p:spPr>
      </p:sp>
      <p:sp>
        <p:nvSpPr>
          <p:cNvPr id="89" name="Text 87"/>
          <p:cNvSpPr txBox="1"/>
          <p:nvPr/>
        </p:nvSpPr>
        <p:spPr>
          <a:xfrm>
            <a:off x="10168128" y="301752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0" name="Shape 88"/>
          <p:cNvSpPr/>
          <p:nvPr/>
        </p:nvSpPr>
        <p:spPr>
          <a:xfrm>
            <a:off x="411480" y="3291840"/>
            <a:ext cx="2148840" cy="274320"/>
          </a:xfrm>
          <a:prstGeom prst="rect">
            <a:avLst/>
          </a:prstGeom>
          <a:solidFill>
            <a:srgbClr val="EEF2F6"/>
          </a:solidFill>
          <a:ln w="6350">
            <a:solidFill>
              <a:srgbClr val="D3DCE5"/>
            </a:solidFill>
            <a:prstDash val="solid"/>
          </a:ln>
        </p:spPr>
      </p:sp>
      <p:sp>
        <p:nvSpPr>
          <p:cNvPr id="91" name="Text 89"/>
          <p:cNvSpPr txBox="1"/>
          <p:nvPr/>
        </p:nvSpPr>
        <p:spPr>
          <a:xfrm>
            <a:off x="475488" y="32918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2" name="Shape 90"/>
          <p:cNvSpPr/>
          <p:nvPr/>
        </p:nvSpPr>
        <p:spPr>
          <a:xfrm>
            <a:off x="2560320" y="3291840"/>
            <a:ext cx="1691640" cy="274320"/>
          </a:xfrm>
          <a:prstGeom prst="rect">
            <a:avLst/>
          </a:prstGeom>
          <a:solidFill>
            <a:srgbClr val="EEF2F6"/>
          </a:solidFill>
          <a:ln w="6350">
            <a:solidFill>
              <a:srgbClr val="D3DCE5"/>
            </a:solidFill>
            <a:prstDash val="solid"/>
          </a:ln>
        </p:spPr>
      </p:sp>
      <p:sp>
        <p:nvSpPr>
          <p:cNvPr id="93" name="Text 91"/>
          <p:cNvSpPr txBox="1"/>
          <p:nvPr/>
        </p:nvSpPr>
        <p:spPr>
          <a:xfrm>
            <a:off x="2624328" y="3291840"/>
            <a:ext cx="1563624" cy="274320"/>
          </a:xfrm>
          <a:prstGeom prst="rect">
            <a:avLst/>
          </a:prstGeom>
          <a:noFill/>
          <a:ln/>
        </p:spPr>
        <p:txBody>
          <a:bodyPr wrap="square" lIns="0" tIns="0" rIns="0" bIns="0" rtlCol="0" anchor="ctr"/>
          <a:lstStyle/>
          <a:p>
            <a:pPr algn="r" indent="0" marL="0">
              <a:buNone/>
            </a:pPr>
            <a:endParaRPr lang="en-US" sz="860" dirty="0"/>
          </a:p>
        </p:txBody>
      </p:sp>
      <p:sp>
        <p:nvSpPr>
          <p:cNvPr id="94" name="Shape 92"/>
          <p:cNvSpPr/>
          <p:nvPr/>
        </p:nvSpPr>
        <p:spPr>
          <a:xfrm>
            <a:off x="4251960" y="3291840"/>
            <a:ext cx="1600200" cy="274320"/>
          </a:xfrm>
          <a:prstGeom prst="rect">
            <a:avLst/>
          </a:prstGeom>
          <a:solidFill>
            <a:srgbClr val="EEF2F6"/>
          </a:solidFill>
          <a:ln w="6350">
            <a:solidFill>
              <a:srgbClr val="D3DCE5"/>
            </a:solidFill>
            <a:prstDash val="solid"/>
          </a:ln>
        </p:spPr>
      </p:sp>
      <p:sp>
        <p:nvSpPr>
          <p:cNvPr id="95" name="Text 93"/>
          <p:cNvSpPr txBox="1"/>
          <p:nvPr/>
        </p:nvSpPr>
        <p:spPr>
          <a:xfrm>
            <a:off x="4315968" y="3291840"/>
            <a:ext cx="1472184" cy="274320"/>
          </a:xfrm>
          <a:prstGeom prst="rect">
            <a:avLst/>
          </a:prstGeom>
          <a:noFill/>
          <a:ln/>
        </p:spPr>
        <p:txBody>
          <a:bodyPr wrap="square" lIns="0" tIns="0" rIns="0" bIns="0" rtlCol="0" anchor="ctr"/>
          <a:lstStyle/>
          <a:p>
            <a:pPr algn="r" indent="0" marL="0">
              <a:buNone/>
            </a:pPr>
            <a:endParaRPr lang="en-US" sz="860" dirty="0"/>
          </a:p>
        </p:txBody>
      </p:sp>
      <p:sp>
        <p:nvSpPr>
          <p:cNvPr id="96" name="Shape 94"/>
          <p:cNvSpPr/>
          <p:nvPr/>
        </p:nvSpPr>
        <p:spPr>
          <a:xfrm>
            <a:off x="5852160" y="3291840"/>
            <a:ext cx="1783080" cy="274320"/>
          </a:xfrm>
          <a:prstGeom prst="rect">
            <a:avLst/>
          </a:prstGeom>
          <a:solidFill>
            <a:srgbClr val="EEF2F6"/>
          </a:solidFill>
          <a:ln w="6350">
            <a:solidFill>
              <a:srgbClr val="D3DCE5"/>
            </a:solidFill>
            <a:prstDash val="solid"/>
          </a:ln>
        </p:spPr>
      </p:sp>
      <p:sp>
        <p:nvSpPr>
          <p:cNvPr id="97" name="Text 95"/>
          <p:cNvSpPr txBox="1"/>
          <p:nvPr/>
        </p:nvSpPr>
        <p:spPr>
          <a:xfrm>
            <a:off x="5916168" y="3291840"/>
            <a:ext cx="1655064" cy="274320"/>
          </a:xfrm>
          <a:prstGeom prst="rect">
            <a:avLst/>
          </a:prstGeom>
          <a:noFill/>
          <a:ln/>
        </p:spPr>
        <p:txBody>
          <a:bodyPr wrap="square" lIns="0" tIns="0" rIns="0" bIns="0" rtlCol="0" anchor="ctr"/>
          <a:lstStyle/>
          <a:p>
            <a:pPr algn="r" indent="0" marL="0">
              <a:buNone/>
            </a:pPr>
            <a:endParaRPr lang="en-US" sz="860" dirty="0"/>
          </a:p>
        </p:txBody>
      </p:sp>
      <p:sp>
        <p:nvSpPr>
          <p:cNvPr id="98" name="Shape 96"/>
          <p:cNvSpPr/>
          <p:nvPr/>
        </p:nvSpPr>
        <p:spPr>
          <a:xfrm>
            <a:off x="7635240" y="3291840"/>
            <a:ext cx="1234440" cy="274320"/>
          </a:xfrm>
          <a:prstGeom prst="rect">
            <a:avLst/>
          </a:prstGeom>
          <a:solidFill>
            <a:srgbClr val="EEF2F6"/>
          </a:solidFill>
          <a:ln w="6350">
            <a:solidFill>
              <a:srgbClr val="D3DCE5"/>
            </a:solidFill>
            <a:prstDash val="solid"/>
          </a:ln>
        </p:spPr>
      </p:sp>
      <p:sp>
        <p:nvSpPr>
          <p:cNvPr id="99" name="Text 97"/>
          <p:cNvSpPr txBox="1"/>
          <p:nvPr/>
        </p:nvSpPr>
        <p:spPr>
          <a:xfrm>
            <a:off x="769924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0" name="Shape 98"/>
          <p:cNvSpPr/>
          <p:nvPr/>
        </p:nvSpPr>
        <p:spPr>
          <a:xfrm>
            <a:off x="8869680" y="3291840"/>
            <a:ext cx="1234440" cy="274320"/>
          </a:xfrm>
          <a:prstGeom prst="rect">
            <a:avLst/>
          </a:prstGeom>
          <a:solidFill>
            <a:srgbClr val="EEF2F6"/>
          </a:solidFill>
          <a:ln w="6350">
            <a:solidFill>
              <a:srgbClr val="D3DCE5"/>
            </a:solidFill>
            <a:prstDash val="solid"/>
          </a:ln>
        </p:spPr>
      </p:sp>
      <p:sp>
        <p:nvSpPr>
          <p:cNvPr id="101" name="Text 99"/>
          <p:cNvSpPr txBox="1"/>
          <p:nvPr/>
        </p:nvSpPr>
        <p:spPr>
          <a:xfrm>
            <a:off x="893368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2" name="Shape 100"/>
          <p:cNvSpPr/>
          <p:nvPr/>
        </p:nvSpPr>
        <p:spPr>
          <a:xfrm>
            <a:off x="10104120" y="3291840"/>
            <a:ext cx="1682496" cy="274320"/>
          </a:xfrm>
          <a:prstGeom prst="rect">
            <a:avLst/>
          </a:prstGeom>
          <a:solidFill>
            <a:srgbClr val="EEF2F6"/>
          </a:solidFill>
          <a:ln w="6350">
            <a:solidFill>
              <a:srgbClr val="D3DCE5"/>
            </a:solidFill>
            <a:prstDash val="solid"/>
          </a:ln>
        </p:spPr>
      </p:sp>
      <p:sp>
        <p:nvSpPr>
          <p:cNvPr id="103" name="Text 101"/>
          <p:cNvSpPr txBox="1"/>
          <p:nvPr/>
        </p:nvSpPr>
        <p:spPr>
          <a:xfrm>
            <a:off x="10168128" y="3291840"/>
            <a:ext cx="1554480" cy="274320"/>
          </a:xfrm>
          <a:prstGeom prst="rect">
            <a:avLst/>
          </a:prstGeom>
          <a:noFill/>
          <a:ln/>
        </p:spPr>
        <p:txBody>
          <a:bodyPr wrap="square" lIns="0" tIns="0" rIns="0" bIns="0" rtlCol="0" anchor="ctr"/>
          <a:lstStyle/>
          <a:p>
            <a:pPr algn="ctr" indent="0" marL="0">
              <a:buNone/>
            </a:pPr>
            <a:endParaRPr lang="en-US" sz="860" dirty="0"/>
          </a:p>
        </p:txBody>
      </p:sp>
      <p:sp>
        <p:nvSpPr>
          <p:cNvPr id="104" name="Shape 102"/>
          <p:cNvSpPr/>
          <p:nvPr/>
        </p:nvSpPr>
        <p:spPr>
          <a:xfrm>
            <a:off x="411480" y="3566160"/>
            <a:ext cx="2148840" cy="274320"/>
          </a:xfrm>
          <a:prstGeom prst="rect">
            <a:avLst/>
          </a:prstGeom>
          <a:solidFill>
            <a:srgbClr val="D6EBE7"/>
          </a:solidFill>
          <a:ln w="6350">
            <a:solidFill>
              <a:srgbClr val="D3DCE5"/>
            </a:solidFill>
            <a:prstDash val="solid"/>
          </a:ln>
        </p:spPr>
      </p:sp>
      <p:sp>
        <p:nvSpPr>
          <p:cNvPr id="105" name="Text 103"/>
          <p:cNvSpPr txBox="1"/>
          <p:nvPr/>
        </p:nvSpPr>
        <p:spPr>
          <a:xfrm>
            <a:off x="475488" y="3566160"/>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6" name="Shape 104"/>
          <p:cNvSpPr/>
          <p:nvPr/>
        </p:nvSpPr>
        <p:spPr>
          <a:xfrm>
            <a:off x="2560320" y="3566160"/>
            <a:ext cx="1691640" cy="274320"/>
          </a:xfrm>
          <a:prstGeom prst="rect">
            <a:avLst/>
          </a:prstGeom>
          <a:solidFill>
            <a:srgbClr val="D6EBE7"/>
          </a:solidFill>
          <a:ln w="6350">
            <a:solidFill>
              <a:srgbClr val="D3DCE5"/>
            </a:solidFill>
            <a:prstDash val="solid"/>
          </a:ln>
        </p:spPr>
      </p:sp>
      <p:sp>
        <p:nvSpPr>
          <p:cNvPr id="107" name="Text 105"/>
          <p:cNvSpPr txBox="1"/>
          <p:nvPr/>
        </p:nvSpPr>
        <p:spPr>
          <a:xfrm>
            <a:off x="2624328" y="3566160"/>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8" name="Shape 106"/>
          <p:cNvSpPr/>
          <p:nvPr/>
        </p:nvSpPr>
        <p:spPr>
          <a:xfrm>
            <a:off x="4251960" y="3566160"/>
            <a:ext cx="1600200" cy="274320"/>
          </a:xfrm>
          <a:prstGeom prst="rect">
            <a:avLst/>
          </a:prstGeom>
          <a:solidFill>
            <a:srgbClr val="D6EBE7"/>
          </a:solidFill>
          <a:ln w="6350">
            <a:solidFill>
              <a:srgbClr val="D3DCE5"/>
            </a:solidFill>
            <a:prstDash val="solid"/>
          </a:ln>
        </p:spPr>
      </p:sp>
      <p:sp>
        <p:nvSpPr>
          <p:cNvPr id="109" name="Text 107"/>
          <p:cNvSpPr txBox="1"/>
          <p:nvPr/>
        </p:nvSpPr>
        <p:spPr>
          <a:xfrm>
            <a:off x="4315968" y="3566160"/>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0" name="Shape 108"/>
          <p:cNvSpPr/>
          <p:nvPr/>
        </p:nvSpPr>
        <p:spPr>
          <a:xfrm>
            <a:off x="5852160" y="3566160"/>
            <a:ext cx="1783080" cy="274320"/>
          </a:xfrm>
          <a:prstGeom prst="rect">
            <a:avLst/>
          </a:prstGeom>
          <a:solidFill>
            <a:srgbClr val="D6EBE7"/>
          </a:solidFill>
          <a:ln w="6350">
            <a:solidFill>
              <a:srgbClr val="D3DCE5"/>
            </a:solidFill>
            <a:prstDash val="solid"/>
          </a:ln>
        </p:spPr>
      </p:sp>
      <p:sp>
        <p:nvSpPr>
          <p:cNvPr id="111" name="Text 109"/>
          <p:cNvSpPr txBox="1"/>
          <p:nvPr/>
        </p:nvSpPr>
        <p:spPr>
          <a:xfrm>
            <a:off x="5916168" y="3566160"/>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2" name="Shape 110"/>
          <p:cNvSpPr/>
          <p:nvPr/>
        </p:nvSpPr>
        <p:spPr>
          <a:xfrm>
            <a:off x="7635240" y="3566160"/>
            <a:ext cx="1234440" cy="274320"/>
          </a:xfrm>
          <a:prstGeom prst="rect">
            <a:avLst/>
          </a:prstGeom>
          <a:solidFill>
            <a:srgbClr val="D6EBE7"/>
          </a:solidFill>
          <a:ln w="6350">
            <a:solidFill>
              <a:srgbClr val="D3DCE5"/>
            </a:solidFill>
            <a:prstDash val="solid"/>
          </a:ln>
        </p:spPr>
      </p:sp>
      <p:sp>
        <p:nvSpPr>
          <p:cNvPr id="113" name="Text 111"/>
          <p:cNvSpPr txBox="1"/>
          <p:nvPr/>
        </p:nvSpPr>
        <p:spPr>
          <a:xfrm>
            <a:off x="7699248" y="3566160"/>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4" name="Shape 112"/>
          <p:cNvSpPr/>
          <p:nvPr/>
        </p:nvSpPr>
        <p:spPr>
          <a:xfrm>
            <a:off x="8869680" y="3566160"/>
            <a:ext cx="1234440" cy="274320"/>
          </a:xfrm>
          <a:prstGeom prst="rect">
            <a:avLst/>
          </a:prstGeom>
          <a:solidFill>
            <a:srgbClr val="D6EBE7"/>
          </a:solidFill>
          <a:ln w="6350">
            <a:solidFill>
              <a:srgbClr val="D3DCE5"/>
            </a:solidFill>
            <a:prstDash val="solid"/>
          </a:ln>
        </p:spPr>
      </p:sp>
      <p:sp>
        <p:nvSpPr>
          <p:cNvPr id="115" name="Text 113"/>
          <p:cNvSpPr txBox="1"/>
          <p:nvPr/>
        </p:nvSpPr>
        <p:spPr>
          <a:xfrm>
            <a:off x="8933688" y="35661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6" name="Shape 114"/>
          <p:cNvSpPr/>
          <p:nvPr/>
        </p:nvSpPr>
        <p:spPr>
          <a:xfrm>
            <a:off x="10104120" y="3566160"/>
            <a:ext cx="1682496" cy="274320"/>
          </a:xfrm>
          <a:prstGeom prst="rect">
            <a:avLst/>
          </a:prstGeom>
          <a:solidFill>
            <a:srgbClr val="D6EBE7"/>
          </a:solidFill>
          <a:ln w="6350">
            <a:solidFill>
              <a:srgbClr val="D3DCE5"/>
            </a:solidFill>
            <a:prstDash val="solid"/>
          </a:ln>
        </p:spPr>
      </p:sp>
      <p:sp>
        <p:nvSpPr>
          <p:cNvPr id="117" name="Text 115"/>
          <p:cNvSpPr txBox="1"/>
          <p:nvPr/>
        </p:nvSpPr>
        <p:spPr>
          <a:xfrm>
            <a:off x="10168128" y="3566160"/>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8" name="Shape 116"/>
          <p:cNvSpPr/>
          <p:nvPr/>
        </p:nvSpPr>
        <p:spPr>
          <a:xfrm>
            <a:off x="411480" y="3959352"/>
            <a:ext cx="4663440" cy="292608"/>
          </a:xfrm>
          <a:prstGeom prst="rect">
            <a:avLst/>
          </a:prstGeom>
          <a:solidFill>
            <a:srgbClr val="10233A"/>
          </a:solidFill>
          <a:ln/>
        </p:spPr>
      </p:sp>
      <p:sp>
        <p:nvSpPr>
          <p:cNvPr id="119" name="Text 117"/>
          <p:cNvSpPr txBox="1"/>
          <p:nvPr/>
        </p:nvSpPr>
        <p:spPr>
          <a:xfrm>
            <a:off x="475488" y="3959352"/>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0" name="Shape 118"/>
          <p:cNvSpPr/>
          <p:nvPr/>
        </p:nvSpPr>
        <p:spPr>
          <a:xfrm>
            <a:off x="5074920" y="3959352"/>
            <a:ext cx="1874520" cy="292608"/>
          </a:xfrm>
          <a:prstGeom prst="rect">
            <a:avLst/>
          </a:prstGeom>
          <a:solidFill>
            <a:srgbClr val="10233A"/>
          </a:solidFill>
          <a:ln/>
        </p:spPr>
      </p:sp>
      <p:sp>
        <p:nvSpPr>
          <p:cNvPr id="121" name="Text 119"/>
          <p:cNvSpPr txBox="1"/>
          <p:nvPr/>
        </p:nvSpPr>
        <p:spPr>
          <a:xfrm>
            <a:off x="5138928" y="3959352"/>
            <a:ext cx="1746504" cy="292608"/>
          </a:xfrm>
          <a:prstGeom prst="rect">
            <a:avLst/>
          </a:prstGeom>
          <a:noFill/>
          <a:ln/>
        </p:spPr>
        <p:txBody>
          <a:bodyPr wrap="square" lIns="0" tIns="0" rIns="0" bIns="0" rtlCol="0" anchor="ctr"/>
          <a:lstStyle/>
          <a:p>
            <a:pPr algn="r" indent="0" marL="0">
              <a:buNone/>
            </a:pPr>
            <a:endParaRPr lang="en-US" sz="900" dirty="0"/>
          </a:p>
        </p:txBody>
      </p:sp>
      <p:sp>
        <p:nvSpPr>
          <p:cNvPr id="122" name="Shape 120"/>
          <p:cNvSpPr/>
          <p:nvPr/>
        </p:nvSpPr>
        <p:spPr>
          <a:xfrm>
            <a:off x="411480" y="4251960"/>
            <a:ext cx="4663440" cy="246888"/>
          </a:xfrm>
          <a:prstGeom prst="rect">
            <a:avLst/>
          </a:prstGeom>
          <a:solidFill>
            <a:srgbClr val="FFFFFF"/>
          </a:solidFill>
          <a:ln w="6350">
            <a:solidFill>
              <a:srgbClr val="D3DCE5"/>
            </a:solidFill>
            <a:prstDash val="solid"/>
          </a:ln>
        </p:spPr>
      </p:sp>
      <p:sp>
        <p:nvSpPr>
          <p:cNvPr id="123" name="Text 121"/>
          <p:cNvSpPr txBox="1"/>
          <p:nvPr/>
        </p:nvSpPr>
        <p:spPr>
          <a:xfrm>
            <a:off x="475488" y="4251960"/>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4" name="Shape 122"/>
          <p:cNvSpPr/>
          <p:nvPr/>
        </p:nvSpPr>
        <p:spPr>
          <a:xfrm>
            <a:off x="5074920" y="4251960"/>
            <a:ext cx="1874520" cy="246888"/>
          </a:xfrm>
          <a:prstGeom prst="rect">
            <a:avLst/>
          </a:prstGeom>
          <a:solidFill>
            <a:srgbClr val="FFFFFF"/>
          </a:solidFill>
          <a:ln w="6350">
            <a:solidFill>
              <a:srgbClr val="D3DCE5"/>
            </a:solidFill>
            <a:prstDash val="solid"/>
          </a:ln>
        </p:spPr>
      </p:sp>
      <p:sp>
        <p:nvSpPr>
          <p:cNvPr id="125" name="Text 123"/>
          <p:cNvSpPr txBox="1"/>
          <p:nvPr/>
        </p:nvSpPr>
        <p:spPr>
          <a:xfrm>
            <a:off x="5138928" y="4251960"/>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6" name="Shape 124"/>
          <p:cNvSpPr/>
          <p:nvPr/>
        </p:nvSpPr>
        <p:spPr>
          <a:xfrm>
            <a:off x="411480" y="4498848"/>
            <a:ext cx="4663440" cy="246888"/>
          </a:xfrm>
          <a:prstGeom prst="rect">
            <a:avLst/>
          </a:prstGeom>
          <a:solidFill>
            <a:srgbClr val="F7F9FB"/>
          </a:solidFill>
          <a:ln w="6350">
            <a:solidFill>
              <a:srgbClr val="D3DCE5"/>
            </a:solidFill>
            <a:prstDash val="solid"/>
          </a:ln>
        </p:spPr>
      </p:sp>
      <p:sp>
        <p:nvSpPr>
          <p:cNvPr id="127" name="Text 125"/>
          <p:cNvSpPr txBox="1"/>
          <p:nvPr/>
        </p:nvSpPr>
        <p:spPr>
          <a:xfrm>
            <a:off x="475488" y="4498848"/>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8" name="Shape 126"/>
          <p:cNvSpPr/>
          <p:nvPr/>
        </p:nvSpPr>
        <p:spPr>
          <a:xfrm>
            <a:off x="5074920" y="4498848"/>
            <a:ext cx="1874520" cy="246888"/>
          </a:xfrm>
          <a:prstGeom prst="rect">
            <a:avLst/>
          </a:prstGeom>
          <a:solidFill>
            <a:srgbClr val="F7F9FB"/>
          </a:solidFill>
          <a:ln w="6350">
            <a:solidFill>
              <a:srgbClr val="D3DCE5"/>
            </a:solidFill>
            <a:prstDash val="solid"/>
          </a:ln>
        </p:spPr>
      </p:sp>
      <p:sp>
        <p:nvSpPr>
          <p:cNvPr id="129" name="Text 127"/>
          <p:cNvSpPr txBox="1"/>
          <p:nvPr/>
        </p:nvSpPr>
        <p:spPr>
          <a:xfrm>
            <a:off x="5138928" y="4498848"/>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0" name="Shape 128"/>
          <p:cNvSpPr/>
          <p:nvPr/>
        </p:nvSpPr>
        <p:spPr>
          <a:xfrm>
            <a:off x="411480" y="4745736"/>
            <a:ext cx="4663440" cy="246888"/>
          </a:xfrm>
          <a:prstGeom prst="rect">
            <a:avLst/>
          </a:prstGeom>
          <a:solidFill>
            <a:srgbClr val="FFFFFF"/>
          </a:solidFill>
          <a:ln w="6350">
            <a:solidFill>
              <a:srgbClr val="D3DCE5"/>
            </a:solidFill>
            <a:prstDash val="solid"/>
          </a:ln>
        </p:spPr>
      </p:sp>
      <p:sp>
        <p:nvSpPr>
          <p:cNvPr id="131" name="Text 129"/>
          <p:cNvSpPr txBox="1"/>
          <p:nvPr/>
        </p:nvSpPr>
        <p:spPr>
          <a:xfrm>
            <a:off x="475488" y="4745736"/>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2" name="Shape 130"/>
          <p:cNvSpPr/>
          <p:nvPr/>
        </p:nvSpPr>
        <p:spPr>
          <a:xfrm>
            <a:off x="5074920" y="4745736"/>
            <a:ext cx="1874520" cy="246888"/>
          </a:xfrm>
          <a:prstGeom prst="rect">
            <a:avLst/>
          </a:prstGeom>
          <a:solidFill>
            <a:srgbClr val="FFFFFF"/>
          </a:solidFill>
          <a:ln w="6350">
            <a:solidFill>
              <a:srgbClr val="D3DCE5"/>
            </a:solidFill>
            <a:prstDash val="solid"/>
          </a:ln>
        </p:spPr>
      </p:sp>
      <p:sp>
        <p:nvSpPr>
          <p:cNvPr id="133" name="Text 131"/>
          <p:cNvSpPr txBox="1"/>
          <p:nvPr/>
        </p:nvSpPr>
        <p:spPr>
          <a:xfrm>
            <a:off x="5138928" y="4745736"/>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4" name="Shape 132"/>
          <p:cNvSpPr/>
          <p:nvPr/>
        </p:nvSpPr>
        <p:spPr>
          <a:xfrm>
            <a:off x="411480" y="4992624"/>
            <a:ext cx="4663440" cy="246888"/>
          </a:xfrm>
          <a:prstGeom prst="rect">
            <a:avLst/>
          </a:prstGeom>
          <a:solidFill>
            <a:srgbClr val="F7F9FB"/>
          </a:solidFill>
          <a:ln w="6350">
            <a:solidFill>
              <a:srgbClr val="D3DCE5"/>
            </a:solidFill>
            <a:prstDash val="solid"/>
          </a:ln>
        </p:spPr>
      </p:sp>
      <p:sp>
        <p:nvSpPr>
          <p:cNvPr id="135" name="Text 133"/>
          <p:cNvSpPr txBox="1"/>
          <p:nvPr/>
        </p:nvSpPr>
        <p:spPr>
          <a:xfrm>
            <a:off x="475488" y="4992624"/>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6" name="Shape 134"/>
          <p:cNvSpPr/>
          <p:nvPr/>
        </p:nvSpPr>
        <p:spPr>
          <a:xfrm>
            <a:off x="5074920" y="4992624"/>
            <a:ext cx="1874520" cy="246888"/>
          </a:xfrm>
          <a:prstGeom prst="rect">
            <a:avLst/>
          </a:prstGeom>
          <a:solidFill>
            <a:srgbClr val="F7F9FB"/>
          </a:solidFill>
          <a:ln w="6350">
            <a:solidFill>
              <a:srgbClr val="D3DCE5"/>
            </a:solidFill>
            <a:prstDash val="solid"/>
          </a:ln>
        </p:spPr>
      </p:sp>
      <p:sp>
        <p:nvSpPr>
          <p:cNvPr id="137" name="Text 135"/>
          <p:cNvSpPr txBox="1"/>
          <p:nvPr/>
        </p:nvSpPr>
        <p:spPr>
          <a:xfrm>
            <a:off x="5138928" y="4992624"/>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4.76</a:t>
            </a:r>
            <a:endParaRPr lang="en-US" sz="860" dirty="0"/>
          </a:p>
        </p:txBody>
      </p:sp>
      <p:sp>
        <p:nvSpPr>
          <p:cNvPr id="138" name="Shape 136"/>
          <p:cNvSpPr/>
          <p:nvPr/>
        </p:nvSpPr>
        <p:spPr>
          <a:xfrm>
            <a:off x="411480" y="5239512"/>
            <a:ext cx="4663440" cy="246888"/>
          </a:xfrm>
          <a:prstGeom prst="rect">
            <a:avLst/>
          </a:prstGeom>
          <a:solidFill>
            <a:srgbClr val="FFFFFF"/>
          </a:solidFill>
          <a:ln w="6350">
            <a:solidFill>
              <a:srgbClr val="D3DCE5"/>
            </a:solidFill>
            <a:prstDash val="solid"/>
          </a:ln>
        </p:spPr>
      </p:sp>
      <p:sp>
        <p:nvSpPr>
          <p:cNvPr id="139" name="Text 137"/>
          <p:cNvSpPr txBox="1"/>
          <p:nvPr/>
        </p:nvSpPr>
        <p:spPr>
          <a:xfrm>
            <a:off x="475488" y="5239512"/>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0" name="Shape 138"/>
          <p:cNvSpPr/>
          <p:nvPr/>
        </p:nvSpPr>
        <p:spPr>
          <a:xfrm>
            <a:off x="5074920" y="5239512"/>
            <a:ext cx="1874520" cy="246888"/>
          </a:xfrm>
          <a:prstGeom prst="rect">
            <a:avLst/>
          </a:prstGeom>
          <a:solidFill>
            <a:srgbClr val="FFFFFF"/>
          </a:solidFill>
          <a:ln w="6350">
            <a:solidFill>
              <a:srgbClr val="D3DCE5"/>
            </a:solidFill>
            <a:prstDash val="solid"/>
          </a:ln>
        </p:spPr>
      </p:sp>
      <p:sp>
        <p:nvSpPr>
          <p:cNvPr id="141" name="Text 139"/>
          <p:cNvSpPr txBox="1"/>
          <p:nvPr/>
        </p:nvSpPr>
        <p:spPr>
          <a:xfrm>
            <a:off x="5138928" y="5239512"/>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6.37</a:t>
            </a:r>
            <a:endParaRPr lang="en-US" sz="860" dirty="0"/>
          </a:p>
        </p:txBody>
      </p:sp>
      <p:sp>
        <p:nvSpPr>
          <p:cNvPr id="142" name="Shape 140"/>
          <p:cNvSpPr/>
          <p:nvPr/>
        </p:nvSpPr>
        <p:spPr>
          <a:xfrm>
            <a:off x="411480" y="5486400"/>
            <a:ext cx="4663440" cy="246888"/>
          </a:xfrm>
          <a:prstGeom prst="rect">
            <a:avLst/>
          </a:prstGeom>
          <a:solidFill>
            <a:srgbClr val="F7F9FB"/>
          </a:solidFill>
          <a:ln w="6350">
            <a:solidFill>
              <a:srgbClr val="D3DCE5"/>
            </a:solidFill>
            <a:prstDash val="solid"/>
          </a:ln>
        </p:spPr>
      </p:sp>
      <p:sp>
        <p:nvSpPr>
          <p:cNvPr id="143" name="Text 141"/>
          <p:cNvSpPr txBox="1"/>
          <p:nvPr/>
        </p:nvSpPr>
        <p:spPr>
          <a:xfrm>
            <a:off x="475488" y="5486400"/>
            <a:ext cx="4535424" cy="24688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4" name="Shape 142"/>
          <p:cNvSpPr/>
          <p:nvPr/>
        </p:nvSpPr>
        <p:spPr>
          <a:xfrm>
            <a:off x="5074920" y="5486400"/>
            <a:ext cx="1874520" cy="246888"/>
          </a:xfrm>
          <a:prstGeom prst="rect">
            <a:avLst/>
          </a:prstGeom>
          <a:solidFill>
            <a:srgbClr val="F7F9FB"/>
          </a:solidFill>
          <a:ln w="6350">
            <a:solidFill>
              <a:srgbClr val="D3DCE5"/>
            </a:solidFill>
            <a:prstDash val="solid"/>
          </a:ln>
        </p:spPr>
      </p:sp>
      <p:sp>
        <p:nvSpPr>
          <p:cNvPr id="145" name="Text 143"/>
          <p:cNvSpPr txBox="1"/>
          <p:nvPr/>
        </p:nvSpPr>
        <p:spPr>
          <a:xfrm>
            <a:off x="5138928" y="5486400"/>
            <a:ext cx="1746504" cy="246888"/>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5.56</a:t>
            </a:r>
            <a:endParaRPr lang="en-US" sz="860" dirty="0"/>
          </a:p>
        </p:txBody>
      </p:sp>
      <p:sp>
        <p:nvSpPr>
          <p:cNvPr id="146" name="Shape 144"/>
          <p:cNvSpPr/>
          <p:nvPr/>
        </p:nvSpPr>
        <p:spPr>
          <a:xfrm>
            <a:off x="7086600" y="3959352"/>
            <a:ext cx="4700016" cy="1481328"/>
          </a:xfrm>
          <a:prstGeom prst="rect">
            <a:avLst/>
          </a:prstGeom>
          <a:solidFill>
            <a:srgbClr val="FBEBD9"/>
          </a:solidFill>
          <a:ln w="9525">
            <a:solidFill>
              <a:srgbClr val="E8C9A3"/>
            </a:solidFill>
            <a:prstDash val="solid"/>
          </a:ln>
        </p:spPr>
      </p:sp>
      <p:sp>
        <p:nvSpPr>
          <p:cNvPr id="147" name="Text 145"/>
          <p:cNvSpPr txBox="1"/>
          <p:nvPr/>
        </p:nvSpPr>
        <p:spPr>
          <a:xfrm>
            <a:off x="7251192" y="4087368"/>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8" name="Text 146"/>
          <p:cNvSpPr txBox="1"/>
          <p:nvPr/>
        </p:nvSpPr>
        <p:spPr>
          <a:xfrm>
            <a:off x="7251192" y="4416552"/>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49" name="Shape 147"/>
          <p:cNvSpPr/>
          <p:nvPr/>
        </p:nvSpPr>
        <p:spPr>
          <a:xfrm>
            <a:off x="411480" y="5596128"/>
            <a:ext cx="11375136" cy="713232"/>
          </a:xfrm>
          <a:prstGeom prst="rect">
            <a:avLst/>
          </a:prstGeom>
          <a:solidFill>
            <a:srgbClr val="EEF2F6"/>
          </a:solidFill>
          <a:ln w="9525">
            <a:solidFill>
              <a:srgbClr val="D3DCE5"/>
            </a:solidFill>
            <a:prstDash val="solid"/>
          </a:ln>
        </p:spPr>
      </p:sp>
      <p:sp>
        <p:nvSpPr>
          <p:cNvPr id="150" name="Text 148"/>
          <p:cNvSpPr txBox="1"/>
          <p:nvPr/>
        </p:nvSpPr>
        <p:spPr>
          <a:xfrm>
            <a:off x="576072" y="5724144"/>
            <a:ext cx="11045952" cy="49377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1" name="Text 1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50" dirty="0"/>
          </a:p>
        </p:txBody>
      </p:sp>
      <p:sp>
        <p:nvSpPr>
          <p:cNvPr id="152" name="Text 1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Precedent transactions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Shown as reference only and given zero weight, because transaction multiples could not be sourced on a consistent basis.</a:t>
            </a:r>
            <a:endParaRPr lang="en-US" sz="1200" dirty="0"/>
          </a:p>
        </p:txBody>
      </p:sp>
      <p:sp>
        <p:nvSpPr>
          <p:cNvPr id="6" name="Shape 4"/>
          <p:cNvSpPr/>
          <p:nvPr/>
        </p:nvSpPr>
        <p:spPr>
          <a:xfrm>
            <a:off x="411480" y="1627632"/>
            <a:ext cx="1234440" cy="292608"/>
          </a:xfrm>
          <a:prstGeom prst="rect">
            <a:avLst/>
          </a:prstGeom>
          <a:solidFill>
            <a:srgbClr val="10233A"/>
          </a:solidFill>
          <a:ln/>
        </p:spPr>
      </p:sp>
      <p:sp>
        <p:nvSpPr>
          <p:cNvPr id="7" name="Text 5"/>
          <p:cNvSpPr txBox="1"/>
          <p:nvPr/>
        </p:nvSpPr>
        <p:spPr>
          <a:xfrm>
            <a:off x="475488" y="1627632"/>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8" name="Shape 6"/>
          <p:cNvSpPr/>
          <p:nvPr/>
        </p:nvSpPr>
        <p:spPr>
          <a:xfrm>
            <a:off x="1645920" y="1627632"/>
            <a:ext cx="1965960" cy="292608"/>
          </a:xfrm>
          <a:prstGeom prst="rect">
            <a:avLst/>
          </a:prstGeom>
          <a:solidFill>
            <a:srgbClr val="10233A"/>
          </a:solidFill>
          <a:ln/>
        </p:spPr>
      </p:sp>
      <p:sp>
        <p:nvSpPr>
          <p:cNvPr id="9" name="Text 7"/>
          <p:cNvSpPr txBox="1"/>
          <p:nvPr/>
        </p:nvSpPr>
        <p:spPr>
          <a:xfrm>
            <a:off x="1709928" y="1627632"/>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0" name="Shape 8"/>
          <p:cNvSpPr/>
          <p:nvPr/>
        </p:nvSpPr>
        <p:spPr>
          <a:xfrm>
            <a:off x="3611880" y="1627632"/>
            <a:ext cx="2148840" cy="292608"/>
          </a:xfrm>
          <a:prstGeom prst="rect">
            <a:avLst/>
          </a:prstGeom>
          <a:solidFill>
            <a:srgbClr val="10233A"/>
          </a:solidFill>
          <a:ln/>
        </p:spPr>
      </p:sp>
      <p:sp>
        <p:nvSpPr>
          <p:cNvPr id="11" name="Text 9"/>
          <p:cNvSpPr txBox="1"/>
          <p:nvPr/>
        </p:nvSpPr>
        <p:spPr>
          <a:xfrm>
            <a:off x="36758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2" name="Shape 10"/>
          <p:cNvSpPr/>
          <p:nvPr/>
        </p:nvSpPr>
        <p:spPr>
          <a:xfrm>
            <a:off x="5760720" y="1627632"/>
            <a:ext cx="1234440" cy="292608"/>
          </a:xfrm>
          <a:prstGeom prst="rect">
            <a:avLst/>
          </a:prstGeom>
          <a:solidFill>
            <a:srgbClr val="10233A"/>
          </a:solidFill>
          <a:ln/>
        </p:spPr>
      </p:sp>
      <p:sp>
        <p:nvSpPr>
          <p:cNvPr id="13" name="Text 11"/>
          <p:cNvSpPr txBox="1"/>
          <p:nvPr/>
        </p:nvSpPr>
        <p:spPr>
          <a:xfrm>
            <a:off x="582472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4" name="Shape 12"/>
          <p:cNvSpPr/>
          <p:nvPr/>
        </p:nvSpPr>
        <p:spPr>
          <a:xfrm>
            <a:off x="6995160" y="1627632"/>
            <a:ext cx="1463040" cy="292608"/>
          </a:xfrm>
          <a:prstGeom prst="rect">
            <a:avLst/>
          </a:prstGeom>
          <a:solidFill>
            <a:srgbClr val="10233A"/>
          </a:solidFill>
          <a:ln/>
        </p:spPr>
      </p:sp>
      <p:sp>
        <p:nvSpPr>
          <p:cNvPr id="15" name="Text 13"/>
          <p:cNvSpPr txBox="1"/>
          <p:nvPr/>
        </p:nvSpPr>
        <p:spPr>
          <a:xfrm>
            <a:off x="7059168" y="1627632"/>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6" name="Shape 14"/>
          <p:cNvSpPr/>
          <p:nvPr/>
        </p:nvSpPr>
        <p:spPr>
          <a:xfrm>
            <a:off x="8458200" y="1627632"/>
            <a:ext cx="3328416" cy="292608"/>
          </a:xfrm>
          <a:prstGeom prst="rect">
            <a:avLst/>
          </a:prstGeom>
          <a:solidFill>
            <a:srgbClr val="10233A"/>
          </a:solidFill>
          <a:ln/>
        </p:spPr>
      </p:sp>
      <p:sp>
        <p:nvSpPr>
          <p:cNvPr id="17" name="Text 15"/>
          <p:cNvSpPr txBox="1"/>
          <p:nvPr/>
        </p:nvSpPr>
        <p:spPr>
          <a:xfrm>
            <a:off x="8522208" y="1627632"/>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8" name="Shape 16"/>
          <p:cNvSpPr/>
          <p:nvPr/>
        </p:nvSpPr>
        <p:spPr>
          <a:xfrm>
            <a:off x="411480" y="1920240"/>
            <a:ext cx="1234440" cy="342900"/>
          </a:xfrm>
          <a:prstGeom prst="rect">
            <a:avLst/>
          </a:prstGeom>
          <a:solidFill>
            <a:srgbClr val="FFFFFF"/>
          </a:solidFill>
          <a:ln w="6350">
            <a:solidFill>
              <a:srgbClr val="D3DCE5"/>
            </a:solidFill>
            <a:prstDash val="solid"/>
          </a:ln>
        </p:spPr>
      </p:sp>
      <p:sp>
        <p:nvSpPr>
          <p:cNvPr id="19" name="Text 17"/>
          <p:cNvSpPr txBox="1"/>
          <p:nvPr/>
        </p:nvSpPr>
        <p:spPr>
          <a:xfrm>
            <a:off x="475488" y="19202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0" name="Shape 18"/>
          <p:cNvSpPr/>
          <p:nvPr/>
        </p:nvSpPr>
        <p:spPr>
          <a:xfrm>
            <a:off x="1645920" y="1920240"/>
            <a:ext cx="1965960" cy="342900"/>
          </a:xfrm>
          <a:prstGeom prst="rect">
            <a:avLst/>
          </a:prstGeom>
          <a:solidFill>
            <a:srgbClr val="FFFFFF"/>
          </a:solidFill>
          <a:ln w="6350">
            <a:solidFill>
              <a:srgbClr val="D3DCE5"/>
            </a:solidFill>
            <a:prstDash val="solid"/>
          </a:ln>
        </p:spPr>
      </p:sp>
      <p:sp>
        <p:nvSpPr>
          <p:cNvPr id="21" name="Text 19"/>
          <p:cNvSpPr txBox="1"/>
          <p:nvPr/>
        </p:nvSpPr>
        <p:spPr>
          <a:xfrm>
            <a:off x="1709928" y="19202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2" name="Shape 20"/>
          <p:cNvSpPr/>
          <p:nvPr/>
        </p:nvSpPr>
        <p:spPr>
          <a:xfrm>
            <a:off x="3611880" y="1920240"/>
            <a:ext cx="2148840" cy="342900"/>
          </a:xfrm>
          <a:prstGeom prst="rect">
            <a:avLst/>
          </a:prstGeom>
          <a:solidFill>
            <a:srgbClr val="FFFFFF"/>
          </a:solidFill>
          <a:ln w="6350">
            <a:solidFill>
              <a:srgbClr val="D3DCE5"/>
            </a:solidFill>
            <a:prstDash val="solid"/>
          </a:ln>
        </p:spPr>
      </p:sp>
      <p:sp>
        <p:nvSpPr>
          <p:cNvPr id="23" name="Text 21"/>
          <p:cNvSpPr txBox="1"/>
          <p:nvPr/>
        </p:nvSpPr>
        <p:spPr>
          <a:xfrm>
            <a:off x="3675888" y="19202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4" name="Shape 22"/>
          <p:cNvSpPr/>
          <p:nvPr/>
        </p:nvSpPr>
        <p:spPr>
          <a:xfrm>
            <a:off x="5760720" y="1920240"/>
            <a:ext cx="1234440" cy="342900"/>
          </a:xfrm>
          <a:prstGeom prst="rect">
            <a:avLst/>
          </a:prstGeom>
          <a:solidFill>
            <a:srgbClr val="FFFFFF"/>
          </a:solidFill>
          <a:ln w="6350">
            <a:solidFill>
              <a:srgbClr val="D3DCE5"/>
            </a:solidFill>
            <a:prstDash val="solid"/>
          </a:ln>
        </p:spPr>
      </p:sp>
      <p:sp>
        <p:nvSpPr>
          <p:cNvPr id="25" name="Text 23"/>
          <p:cNvSpPr txBox="1"/>
          <p:nvPr/>
        </p:nvSpPr>
        <p:spPr>
          <a:xfrm>
            <a:off x="5824728" y="19202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6" name="Shape 24"/>
          <p:cNvSpPr/>
          <p:nvPr/>
        </p:nvSpPr>
        <p:spPr>
          <a:xfrm>
            <a:off x="6995160" y="1920240"/>
            <a:ext cx="1463040" cy="342900"/>
          </a:xfrm>
          <a:prstGeom prst="rect">
            <a:avLst/>
          </a:prstGeom>
          <a:solidFill>
            <a:srgbClr val="FFFFFF"/>
          </a:solidFill>
          <a:ln w="6350">
            <a:solidFill>
              <a:srgbClr val="D3DCE5"/>
            </a:solidFill>
            <a:prstDash val="solid"/>
          </a:ln>
        </p:spPr>
      </p:sp>
      <p:sp>
        <p:nvSpPr>
          <p:cNvPr id="27" name="Text 25"/>
          <p:cNvSpPr txBox="1"/>
          <p:nvPr/>
        </p:nvSpPr>
        <p:spPr>
          <a:xfrm>
            <a:off x="7059168" y="19202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8" name="Shape 26"/>
          <p:cNvSpPr/>
          <p:nvPr/>
        </p:nvSpPr>
        <p:spPr>
          <a:xfrm>
            <a:off x="8458200" y="1920240"/>
            <a:ext cx="3328416" cy="342900"/>
          </a:xfrm>
          <a:prstGeom prst="rect">
            <a:avLst/>
          </a:prstGeom>
          <a:solidFill>
            <a:srgbClr val="FFFFFF"/>
          </a:solidFill>
          <a:ln w="6350">
            <a:solidFill>
              <a:srgbClr val="D3DCE5"/>
            </a:solidFill>
            <a:prstDash val="solid"/>
          </a:ln>
        </p:spPr>
      </p:sp>
      <p:sp>
        <p:nvSpPr>
          <p:cNvPr id="29" name="Text 27"/>
          <p:cNvSpPr txBox="1"/>
          <p:nvPr/>
        </p:nvSpPr>
        <p:spPr>
          <a:xfrm>
            <a:off x="8522208" y="19202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0" name="Shape 28"/>
          <p:cNvSpPr/>
          <p:nvPr/>
        </p:nvSpPr>
        <p:spPr>
          <a:xfrm>
            <a:off x="411480" y="2263140"/>
            <a:ext cx="1234440" cy="342900"/>
          </a:xfrm>
          <a:prstGeom prst="rect">
            <a:avLst/>
          </a:prstGeom>
          <a:solidFill>
            <a:srgbClr val="F7F9FB"/>
          </a:solidFill>
          <a:ln w="6350">
            <a:solidFill>
              <a:srgbClr val="D3DCE5"/>
            </a:solidFill>
            <a:prstDash val="solid"/>
          </a:ln>
        </p:spPr>
      </p:sp>
      <p:sp>
        <p:nvSpPr>
          <p:cNvPr id="31" name="Text 29"/>
          <p:cNvSpPr txBox="1"/>
          <p:nvPr/>
        </p:nvSpPr>
        <p:spPr>
          <a:xfrm>
            <a:off x="475488" y="22631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2" name="Shape 30"/>
          <p:cNvSpPr/>
          <p:nvPr/>
        </p:nvSpPr>
        <p:spPr>
          <a:xfrm>
            <a:off x="1645920" y="2263140"/>
            <a:ext cx="1965960" cy="342900"/>
          </a:xfrm>
          <a:prstGeom prst="rect">
            <a:avLst/>
          </a:prstGeom>
          <a:solidFill>
            <a:srgbClr val="F7F9FB"/>
          </a:solidFill>
          <a:ln w="6350">
            <a:solidFill>
              <a:srgbClr val="D3DCE5"/>
            </a:solidFill>
            <a:prstDash val="solid"/>
          </a:ln>
        </p:spPr>
      </p:sp>
      <p:sp>
        <p:nvSpPr>
          <p:cNvPr id="33" name="Text 31"/>
          <p:cNvSpPr txBox="1"/>
          <p:nvPr/>
        </p:nvSpPr>
        <p:spPr>
          <a:xfrm>
            <a:off x="1709928" y="22631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4" name="Shape 32"/>
          <p:cNvSpPr/>
          <p:nvPr/>
        </p:nvSpPr>
        <p:spPr>
          <a:xfrm>
            <a:off x="3611880" y="2263140"/>
            <a:ext cx="2148840" cy="342900"/>
          </a:xfrm>
          <a:prstGeom prst="rect">
            <a:avLst/>
          </a:prstGeom>
          <a:solidFill>
            <a:srgbClr val="F7F9FB"/>
          </a:solidFill>
          <a:ln w="6350">
            <a:solidFill>
              <a:srgbClr val="D3DCE5"/>
            </a:solidFill>
            <a:prstDash val="solid"/>
          </a:ln>
        </p:spPr>
      </p:sp>
      <p:sp>
        <p:nvSpPr>
          <p:cNvPr id="35" name="Text 33"/>
          <p:cNvSpPr txBox="1"/>
          <p:nvPr/>
        </p:nvSpPr>
        <p:spPr>
          <a:xfrm>
            <a:off x="3675888" y="22631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6" name="Shape 34"/>
          <p:cNvSpPr/>
          <p:nvPr/>
        </p:nvSpPr>
        <p:spPr>
          <a:xfrm>
            <a:off x="5760720" y="2263140"/>
            <a:ext cx="1234440" cy="342900"/>
          </a:xfrm>
          <a:prstGeom prst="rect">
            <a:avLst/>
          </a:prstGeom>
          <a:solidFill>
            <a:srgbClr val="F7F9FB"/>
          </a:solidFill>
          <a:ln w="6350">
            <a:solidFill>
              <a:srgbClr val="D3DCE5"/>
            </a:solidFill>
            <a:prstDash val="solid"/>
          </a:ln>
        </p:spPr>
      </p:sp>
      <p:sp>
        <p:nvSpPr>
          <p:cNvPr id="37" name="Text 35"/>
          <p:cNvSpPr txBox="1"/>
          <p:nvPr/>
        </p:nvSpPr>
        <p:spPr>
          <a:xfrm>
            <a:off x="5824728" y="22631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8" name="Shape 36"/>
          <p:cNvSpPr/>
          <p:nvPr/>
        </p:nvSpPr>
        <p:spPr>
          <a:xfrm>
            <a:off x="6995160" y="2263140"/>
            <a:ext cx="1463040" cy="342900"/>
          </a:xfrm>
          <a:prstGeom prst="rect">
            <a:avLst/>
          </a:prstGeom>
          <a:solidFill>
            <a:srgbClr val="F7F9FB"/>
          </a:solidFill>
          <a:ln w="6350">
            <a:solidFill>
              <a:srgbClr val="D3DCE5"/>
            </a:solidFill>
            <a:prstDash val="solid"/>
          </a:ln>
        </p:spPr>
      </p:sp>
      <p:sp>
        <p:nvSpPr>
          <p:cNvPr id="39" name="Text 37"/>
          <p:cNvSpPr txBox="1"/>
          <p:nvPr/>
        </p:nvSpPr>
        <p:spPr>
          <a:xfrm>
            <a:off x="7059168" y="22631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0" name="Shape 38"/>
          <p:cNvSpPr/>
          <p:nvPr/>
        </p:nvSpPr>
        <p:spPr>
          <a:xfrm>
            <a:off x="8458200" y="2263140"/>
            <a:ext cx="3328416" cy="342900"/>
          </a:xfrm>
          <a:prstGeom prst="rect">
            <a:avLst/>
          </a:prstGeom>
          <a:solidFill>
            <a:srgbClr val="F7F9FB"/>
          </a:solidFill>
          <a:ln w="6350">
            <a:solidFill>
              <a:srgbClr val="D3DCE5"/>
            </a:solidFill>
            <a:prstDash val="solid"/>
          </a:ln>
        </p:spPr>
      </p:sp>
      <p:sp>
        <p:nvSpPr>
          <p:cNvPr id="41" name="Text 39"/>
          <p:cNvSpPr txBox="1"/>
          <p:nvPr/>
        </p:nvSpPr>
        <p:spPr>
          <a:xfrm>
            <a:off x="8522208" y="22631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2" name="Shape 40"/>
          <p:cNvSpPr/>
          <p:nvPr/>
        </p:nvSpPr>
        <p:spPr>
          <a:xfrm>
            <a:off x="411480" y="2606040"/>
            <a:ext cx="1234440" cy="342900"/>
          </a:xfrm>
          <a:prstGeom prst="rect">
            <a:avLst/>
          </a:prstGeom>
          <a:solidFill>
            <a:srgbClr val="FFFFFF"/>
          </a:solidFill>
          <a:ln w="6350">
            <a:solidFill>
              <a:srgbClr val="D3DCE5"/>
            </a:solidFill>
            <a:prstDash val="solid"/>
          </a:ln>
        </p:spPr>
      </p:sp>
      <p:sp>
        <p:nvSpPr>
          <p:cNvPr id="43" name="Text 41"/>
          <p:cNvSpPr txBox="1"/>
          <p:nvPr/>
        </p:nvSpPr>
        <p:spPr>
          <a:xfrm>
            <a:off x="475488" y="26060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4" name="Shape 42"/>
          <p:cNvSpPr/>
          <p:nvPr/>
        </p:nvSpPr>
        <p:spPr>
          <a:xfrm>
            <a:off x="1645920" y="2606040"/>
            <a:ext cx="1965960" cy="342900"/>
          </a:xfrm>
          <a:prstGeom prst="rect">
            <a:avLst/>
          </a:prstGeom>
          <a:solidFill>
            <a:srgbClr val="FFFFFF"/>
          </a:solidFill>
          <a:ln w="6350">
            <a:solidFill>
              <a:srgbClr val="D3DCE5"/>
            </a:solidFill>
            <a:prstDash val="solid"/>
          </a:ln>
        </p:spPr>
      </p:sp>
      <p:sp>
        <p:nvSpPr>
          <p:cNvPr id="45" name="Text 43"/>
          <p:cNvSpPr txBox="1"/>
          <p:nvPr/>
        </p:nvSpPr>
        <p:spPr>
          <a:xfrm>
            <a:off x="1709928" y="26060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6" name="Shape 44"/>
          <p:cNvSpPr/>
          <p:nvPr/>
        </p:nvSpPr>
        <p:spPr>
          <a:xfrm>
            <a:off x="3611880" y="2606040"/>
            <a:ext cx="2148840" cy="342900"/>
          </a:xfrm>
          <a:prstGeom prst="rect">
            <a:avLst/>
          </a:prstGeom>
          <a:solidFill>
            <a:srgbClr val="FFFFFF"/>
          </a:solidFill>
          <a:ln w="6350">
            <a:solidFill>
              <a:srgbClr val="D3DCE5"/>
            </a:solidFill>
            <a:prstDash val="solid"/>
          </a:ln>
        </p:spPr>
      </p:sp>
      <p:sp>
        <p:nvSpPr>
          <p:cNvPr id="47" name="Text 45"/>
          <p:cNvSpPr txBox="1"/>
          <p:nvPr/>
        </p:nvSpPr>
        <p:spPr>
          <a:xfrm>
            <a:off x="3675888" y="26060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8" name="Shape 46"/>
          <p:cNvSpPr/>
          <p:nvPr/>
        </p:nvSpPr>
        <p:spPr>
          <a:xfrm>
            <a:off x="5760720" y="2606040"/>
            <a:ext cx="1234440" cy="342900"/>
          </a:xfrm>
          <a:prstGeom prst="rect">
            <a:avLst/>
          </a:prstGeom>
          <a:solidFill>
            <a:srgbClr val="FFFFFF"/>
          </a:solidFill>
          <a:ln w="6350">
            <a:solidFill>
              <a:srgbClr val="D3DCE5"/>
            </a:solidFill>
            <a:prstDash val="solid"/>
          </a:ln>
        </p:spPr>
      </p:sp>
      <p:sp>
        <p:nvSpPr>
          <p:cNvPr id="49" name="Text 47"/>
          <p:cNvSpPr txBox="1"/>
          <p:nvPr/>
        </p:nvSpPr>
        <p:spPr>
          <a:xfrm>
            <a:off x="5824728" y="26060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0" name="Shape 48"/>
          <p:cNvSpPr/>
          <p:nvPr/>
        </p:nvSpPr>
        <p:spPr>
          <a:xfrm>
            <a:off x="6995160" y="2606040"/>
            <a:ext cx="1463040" cy="342900"/>
          </a:xfrm>
          <a:prstGeom prst="rect">
            <a:avLst/>
          </a:prstGeom>
          <a:solidFill>
            <a:srgbClr val="FFFFFF"/>
          </a:solidFill>
          <a:ln w="6350">
            <a:solidFill>
              <a:srgbClr val="D3DCE5"/>
            </a:solidFill>
            <a:prstDash val="solid"/>
          </a:ln>
        </p:spPr>
      </p:sp>
      <p:sp>
        <p:nvSpPr>
          <p:cNvPr id="51" name="Text 49"/>
          <p:cNvSpPr txBox="1"/>
          <p:nvPr/>
        </p:nvSpPr>
        <p:spPr>
          <a:xfrm>
            <a:off x="7059168" y="26060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2" name="Shape 50"/>
          <p:cNvSpPr/>
          <p:nvPr/>
        </p:nvSpPr>
        <p:spPr>
          <a:xfrm>
            <a:off x="8458200" y="2606040"/>
            <a:ext cx="3328416" cy="342900"/>
          </a:xfrm>
          <a:prstGeom prst="rect">
            <a:avLst/>
          </a:prstGeom>
          <a:solidFill>
            <a:srgbClr val="FFFFFF"/>
          </a:solidFill>
          <a:ln w="6350">
            <a:solidFill>
              <a:srgbClr val="D3DCE5"/>
            </a:solidFill>
            <a:prstDash val="solid"/>
          </a:ln>
        </p:spPr>
      </p:sp>
      <p:sp>
        <p:nvSpPr>
          <p:cNvPr id="53" name="Text 51"/>
          <p:cNvSpPr txBox="1"/>
          <p:nvPr/>
        </p:nvSpPr>
        <p:spPr>
          <a:xfrm>
            <a:off x="8522208" y="26060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4" name="Shape 52"/>
          <p:cNvSpPr/>
          <p:nvPr/>
        </p:nvSpPr>
        <p:spPr>
          <a:xfrm>
            <a:off x="411480" y="2948940"/>
            <a:ext cx="1234440" cy="342900"/>
          </a:xfrm>
          <a:prstGeom prst="rect">
            <a:avLst/>
          </a:prstGeom>
          <a:solidFill>
            <a:srgbClr val="F7F9FB"/>
          </a:solidFill>
          <a:ln w="6350">
            <a:solidFill>
              <a:srgbClr val="D3DCE5"/>
            </a:solidFill>
            <a:prstDash val="solid"/>
          </a:ln>
        </p:spPr>
      </p:sp>
      <p:sp>
        <p:nvSpPr>
          <p:cNvPr id="55" name="Text 53"/>
          <p:cNvSpPr txBox="1"/>
          <p:nvPr/>
        </p:nvSpPr>
        <p:spPr>
          <a:xfrm>
            <a:off x="475488" y="29489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6" name="Shape 54"/>
          <p:cNvSpPr/>
          <p:nvPr/>
        </p:nvSpPr>
        <p:spPr>
          <a:xfrm>
            <a:off x="1645920" y="2948940"/>
            <a:ext cx="1965960" cy="342900"/>
          </a:xfrm>
          <a:prstGeom prst="rect">
            <a:avLst/>
          </a:prstGeom>
          <a:solidFill>
            <a:srgbClr val="F7F9FB"/>
          </a:solidFill>
          <a:ln w="6350">
            <a:solidFill>
              <a:srgbClr val="D3DCE5"/>
            </a:solidFill>
            <a:prstDash val="solid"/>
          </a:ln>
        </p:spPr>
      </p:sp>
      <p:sp>
        <p:nvSpPr>
          <p:cNvPr id="57" name="Text 55"/>
          <p:cNvSpPr txBox="1"/>
          <p:nvPr/>
        </p:nvSpPr>
        <p:spPr>
          <a:xfrm>
            <a:off x="1709928" y="29489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8" name="Shape 56"/>
          <p:cNvSpPr/>
          <p:nvPr/>
        </p:nvSpPr>
        <p:spPr>
          <a:xfrm>
            <a:off x="3611880" y="2948940"/>
            <a:ext cx="2148840" cy="342900"/>
          </a:xfrm>
          <a:prstGeom prst="rect">
            <a:avLst/>
          </a:prstGeom>
          <a:solidFill>
            <a:srgbClr val="F7F9FB"/>
          </a:solidFill>
          <a:ln w="6350">
            <a:solidFill>
              <a:srgbClr val="D3DCE5"/>
            </a:solidFill>
            <a:prstDash val="solid"/>
          </a:ln>
        </p:spPr>
      </p:sp>
      <p:sp>
        <p:nvSpPr>
          <p:cNvPr id="59" name="Text 57"/>
          <p:cNvSpPr txBox="1"/>
          <p:nvPr/>
        </p:nvSpPr>
        <p:spPr>
          <a:xfrm>
            <a:off x="3675888" y="29489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0" name="Shape 58"/>
          <p:cNvSpPr/>
          <p:nvPr/>
        </p:nvSpPr>
        <p:spPr>
          <a:xfrm>
            <a:off x="5760720" y="2948940"/>
            <a:ext cx="1234440" cy="342900"/>
          </a:xfrm>
          <a:prstGeom prst="rect">
            <a:avLst/>
          </a:prstGeom>
          <a:solidFill>
            <a:srgbClr val="F7F9FB"/>
          </a:solidFill>
          <a:ln w="6350">
            <a:solidFill>
              <a:srgbClr val="D3DCE5"/>
            </a:solidFill>
            <a:prstDash val="solid"/>
          </a:ln>
        </p:spPr>
      </p:sp>
      <p:sp>
        <p:nvSpPr>
          <p:cNvPr id="61" name="Text 59"/>
          <p:cNvSpPr txBox="1"/>
          <p:nvPr/>
        </p:nvSpPr>
        <p:spPr>
          <a:xfrm>
            <a:off x="5824728" y="29489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2" name="Shape 60"/>
          <p:cNvSpPr/>
          <p:nvPr/>
        </p:nvSpPr>
        <p:spPr>
          <a:xfrm>
            <a:off x="6995160" y="2948940"/>
            <a:ext cx="1463040" cy="342900"/>
          </a:xfrm>
          <a:prstGeom prst="rect">
            <a:avLst/>
          </a:prstGeom>
          <a:solidFill>
            <a:srgbClr val="F7F9FB"/>
          </a:solidFill>
          <a:ln w="6350">
            <a:solidFill>
              <a:srgbClr val="D3DCE5"/>
            </a:solidFill>
            <a:prstDash val="solid"/>
          </a:ln>
        </p:spPr>
      </p:sp>
      <p:sp>
        <p:nvSpPr>
          <p:cNvPr id="63" name="Text 61"/>
          <p:cNvSpPr txBox="1"/>
          <p:nvPr/>
        </p:nvSpPr>
        <p:spPr>
          <a:xfrm>
            <a:off x="7059168" y="29489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4" name="Shape 62"/>
          <p:cNvSpPr/>
          <p:nvPr/>
        </p:nvSpPr>
        <p:spPr>
          <a:xfrm>
            <a:off x="8458200" y="2948940"/>
            <a:ext cx="3328416" cy="342900"/>
          </a:xfrm>
          <a:prstGeom prst="rect">
            <a:avLst/>
          </a:prstGeom>
          <a:solidFill>
            <a:srgbClr val="F7F9FB"/>
          </a:solidFill>
          <a:ln w="6350">
            <a:solidFill>
              <a:srgbClr val="D3DCE5"/>
            </a:solidFill>
            <a:prstDash val="solid"/>
          </a:ln>
        </p:spPr>
      </p:sp>
      <p:sp>
        <p:nvSpPr>
          <p:cNvPr id="65" name="Text 63"/>
          <p:cNvSpPr txBox="1"/>
          <p:nvPr/>
        </p:nvSpPr>
        <p:spPr>
          <a:xfrm>
            <a:off x="8522208" y="29489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6" name="Shape 64"/>
          <p:cNvSpPr/>
          <p:nvPr/>
        </p:nvSpPr>
        <p:spPr>
          <a:xfrm>
            <a:off x="411480" y="3291840"/>
            <a:ext cx="1234440" cy="342900"/>
          </a:xfrm>
          <a:prstGeom prst="rect">
            <a:avLst/>
          </a:prstGeom>
          <a:solidFill>
            <a:srgbClr val="FFFFFF"/>
          </a:solidFill>
          <a:ln w="6350">
            <a:solidFill>
              <a:srgbClr val="D3DCE5"/>
            </a:solidFill>
            <a:prstDash val="solid"/>
          </a:ln>
        </p:spPr>
      </p:sp>
      <p:sp>
        <p:nvSpPr>
          <p:cNvPr id="67" name="Text 65"/>
          <p:cNvSpPr txBox="1"/>
          <p:nvPr/>
        </p:nvSpPr>
        <p:spPr>
          <a:xfrm>
            <a:off x="475488" y="32918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8" name="Shape 66"/>
          <p:cNvSpPr/>
          <p:nvPr/>
        </p:nvSpPr>
        <p:spPr>
          <a:xfrm>
            <a:off x="1645920" y="3291840"/>
            <a:ext cx="1965960" cy="342900"/>
          </a:xfrm>
          <a:prstGeom prst="rect">
            <a:avLst/>
          </a:prstGeom>
          <a:solidFill>
            <a:srgbClr val="FFFFFF"/>
          </a:solidFill>
          <a:ln w="6350">
            <a:solidFill>
              <a:srgbClr val="D3DCE5"/>
            </a:solidFill>
            <a:prstDash val="solid"/>
          </a:ln>
        </p:spPr>
      </p:sp>
      <p:sp>
        <p:nvSpPr>
          <p:cNvPr id="69" name="Text 67"/>
          <p:cNvSpPr txBox="1"/>
          <p:nvPr/>
        </p:nvSpPr>
        <p:spPr>
          <a:xfrm>
            <a:off x="1709928" y="32918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0" name="Shape 68"/>
          <p:cNvSpPr/>
          <p:nvPr/>
        </p:nvSpPr>
        <p:spPr>
          <a:xfrm>
            <a:off x="3611880" y="3291840"/>
            <a:ext cx="2148840" cy="342900"/>
          </a:xfrm>
          <a:prstGeom prst="rect">
            <a:avLst/>
          </a:prstGeom>
          <a:solidFill>
            <a:srgbClr val="FFFFFF"/>
          </a:solidFill>
          <a:ln w="6350">
            <a:solidFill>
              <a:srgbClr val="D3DCE5"/>
            </a:solidFill>
            <a:prstDash val="solid"/>
          </a:ln>
        </p:spPr>
      </p:sp>
      <p:sp>
        <p:nvSpPr>
          <p:cNvPr id="71" name="Text 69"/>
          <p:cNvSpPr txBox="1"/>
          <p:nvPr/>
        </p:nvSpPr>
        <p:spPr>
          <a:xfrm>
            <a:off x="3675888" y="32918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2" name="Shape 70"/>
          <p:cNvSpPr/>
          <p:nvPr/>
        </p:nvSpPr>
        <p:spPr>
          <a:xfrm>
            <a:off x="5760720" y="3291840"/>
            <a:ext cx="1234440" cy="342900"/>
          </a:xfrm>
          <a:prstGeom prst="rect">
            <a:avLst/>
          </a:prstGeom>
          <a:solidFill>
            <a:srgbClr val="FFFFFF"/>
          </a:solidFill>
          <a:ln w="6350">
            <a:solidFill>
              <a:srgbClr val="D3DCE5"/>
            </a:solidFill>
            <a:prstDash val="solid"/>
          </a:ln>
        </p:spPr>
      </p:sp>
      <p:sp>
        <p:nvSpPr>
          <p:cNvPr id="73" name="Text 71"/>
          <p:cNvSpPr txBox="1"/>
          <p:nvPr/>
        </p:nvSpPr>
        <p:spPr>
          <a:xfrm>
            <a:off x="5824728" y="32918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4" name="Shape 72"/>
          <p:cNvSpPr/>
          <p:nvPr/>
        </p:nvSpPr>
        <p:spPr>
          <a:xfrm>
            <a:off x="6995160" y="3291840"/>
            <a:ext cx="1463040" cy="342900"/>
          </a:xfrm>
          <a:prstGeom prst="rect">
            <a:avLst/>
          </a:prstGeom>
          <a:solidFill>
            <a:srgbClr val="FFFFFF"/>
          </a:solidFill>
          <a:ln w="6350">
            <a:solidFill>
              <a:srgbClr val="D3DCE5"/>
            </a:solidFill>
            <a:prstDash val="solid"/>
          </a:ln>
        </p:spPr>
      </p:sp>
      <p:sp>
        <p:nvSpPr>
          <p:cNvPr id="75" name="Text 73"/>
          <p:cNvSpPr txBox="1"/>
          <p:nvPr/>
        </p:nvSpPr>
        <p:spPr>
          <a:xfrm>
            <a:off x="7059168" y="32918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6" name="Shape 74"/>
          <p:cNvSpPr/>
          <p:nvPr/>
        </p:nvSpPr>
        <p:spPr>
          <a:xfrm>
            <a:off x="8458200" y="3291840"/>
            <a:ext cx="3328416" cy="342900"/>
          </a:xfrm>
          <a:prstGeom prst="rect">
            <a:avLst/>
          </a:prstGeom>
          <a:solidFill>
            <a:srgbClr val="FFFFFF"/>
          </a:solidFill>
          <a:ln w="6350">
            <a:solidFill>
              <a:srgbClr val="D3DCE5"/>
            </a:solidFill>
            <a:prstDash val="solid"/>
          </a:ln>
        </p:spPr>
      </p:sp>
      <p:sp>
        <p:nvSpPr>
          <p:cNvPr id="77" name="Text 75"/>
          <p:cNvSpPr txBox="1"/>
          <p:nvPr/>
        </p:nvSpPr>
        <p:spPr>
          <a:xfrm>
            <a:off x="8522208" y="32918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8" name="Shape 76"/>
          <p:cNvSpPr/>
          <p:nvPr/>
        </p:nvSpPr>
        <p:spPr>
          <a:xfrm>
            <a:off x="411480" y="3634740"/>
            <a:ext cx="1234440" cy="342900"/>
          </a:xfrm>
          <a:prstGeom prst="rect">
            <a:avLst/>
          </a:prstGeom>
          <a:solidFill>
            <a:srgbClr val="F7F9FB"/>
          </a:solidFill>
          <a:ln w="6350">
            <a:solidFill>
              <a:srgbClr val="D3DCE5"/>
            </a:solidFill>
            <a:prstDash val="solid"/>
          </a:ln>
        </p:spPr>
      </p:sp>
      <p:sp>
        <p:nvSpPr>
          <p:cNvPr id="79" name="Text 77"/>
          <p:cNvSpPr txBox="1"/>
          <p:nvPr/>
        </p:nvSpPr>
        <p:spPr>
          <a:xfrm>
            <a:off x="475488" y="36347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0" name="Shape 78"/>
          <p:cNvSpPr/>
          <p:nvPr/>
        </p:nvSpPr>
        <p:spPr>
          <a:xfrm>
            <a:off x="1645920" y="3634740"/>
            <a:ext cx="1965960" cy="342900"/>
          </a:xfrm>
          <a:prstGeom prst="rect">
            <a:avLst/>
          </a:prstGeom>
          <a:solidFill>
            <a:srgbClr val="F7F9FB"/>
          </a:solidFill>
          <a:ln w="6350">
            <a:solidFill>
              <a:srgbClr val="D3DCE5"/>
            </a:solidFill>
            <a:prstDash val="solid"/>
          </a:ln>
        </p:spPr>
      </p:sp>
      <p:sp>
        <p:nvSpPr>
          <p:cNvPr id="81" name="Text 79"/>
          <p:cNvSpPr txBox="1"/>
          <p:nvPr/>
        </p:nvSpPr>
        <p:spPr>
          <a:xfrm>
            <a:off x="1709928" y="36347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2" name="Shape 80"/>
          <p:cNvSpPr/>
          <p:nvPr/>
        </p:nvSpPr>
        <p:spPr>
          <a:xfrm>
            <a:off x="3611880" y="3634740"/>
            <a:ext cx="2148840" cy="342900"/>
          </a:xfrm>
          <a:prstGeom prst="rect">
            <a:avLst/>
          </a:prstGeom>
          <a:solidFill>
            <a:srgbClr val="F7F9FB"/>
          </a:solidFill>
          <a:ln w="6350">
            <a:solidFill>
              <a:srgbClr val="D3DCE5"/>
            </a:solidFill>
            <a:prstDash val="solid"/>
          </a:ln>
        </p:spPr>
      </p:sp>
      <p:sp>
        <p:nvSpPr>
          <p:cNvPr id="83" name="Text 81"/>
          <p:cNvSpPr txBox="1"/>
          <p:nvPr/>
        </p:nvSpPr>
        <p:spPr>
          <a:xfrm>
            <a:off x="3675888" y="36347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4" name="Shape 82"/>
          <p:cNvSpPr/>
          <p:nvPr/>
        </p:nvSpPr>
        <p:spPr>
          <a:xfrm>
            <a:off x="5760720" y="3634740"/>
            <a:ext cx="1234440" cy="342900"/>
          </a:xfrm>
          <a:prstGeom prst="rect">
            <a:avLst/>
          </a:prstGeom>
          <a:solidFill>
            <a:srgbClr val="F7F9FB"/>
          </a:solidFill>
          <a:ln w="6350">
            <a:solidFill>
              <a:srgbClr val="D3DCE5"/>
            </a:solidFill>
            <a:prstDash val="solid"/>
          </a:ln>
        </p:spPr>
      </p:sp>
      <p:sp>
        <p:nvSpPr>
          <p:cNvPr id="85" name="Text 83"/>
          <p:cNvSpPr txBox="1"/>
          <p:nvPr/>
        </p:nvSpPr>
        <p:spPr>
          <a:xfrm>
            <a:off x="5824728" y="36347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6" name="Shape 84"/>
          <p:cNvSpPr/>
          <p:nvPr/>
        </p:nvSpPr>
        <p:spPr>
          <a:xfrm>
            <a:off x="6995160" y="3634740"/>
            <a:ext cx="1463040" cy="342900"/>
          </a:xfrm>
          <a:prstGeom prst="rect">
            <a:avLst/>
          </a:prstGeom>
          <a:solidFill>
            <a:srgbClr val="F7F9FB"/>
          </a:solidFill>
          <a:ln w="6350">
            <a:solidFill>
              <a:srgbClr val="D3DCE5"/>
            </a:solidFill>
            <a:prstDash val="solid"/>
          </a:ln>
        </p:spPr>
      </p:sp>
      <p:sp>
        <p:nvSpPr>
          <p:cNvPr id="87" name="Text 85"/>
          <p:cNvSpPr txBox="1"/>
          <p:nvPr/>
        </p:nvSpPr>
        <p:spPr>
          <a:xfrm>
            <a:off x="7059168" y="36347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8" name="Shape 86"/>
          <p:cNvSpPr/>
          <p:nvPr/>
        </p:nvSpPr>
        <p:spPr>
          <a:xfrm>
            <a:off x="8458200" y="3634740"/>
            <a:ext cx="3328416" cy="342900"/>
          </a:xfrm>
          <a:prstGeom prst="rect">
            <a:avLst/>
          </a:prstGeom>
          <a:solidFill>
            <a:srgbClr val="F7F9FB"/>
          </a:solidFill>
          <a:ln w="6350">
            <a:solidFill>
              <a:srgbClr val="D3DCE5"/>
            </a:solidFill>
            <a:prstDash val="solid"/>
          </a:ln>
        </p:spPr>
      </p:sp>
      <p:sp>
        <p:nvSpPr>
          <p:cNvPr id="89" name="Text 87"/>
          <p:cNvSpPr txBox="1"/>
          <p:nvPr/>
        </p:nvSpPr>
        <p:spPr>
          <a:xfrm>
            <a:off x="8522208" y="36347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0" name="Shape 88"/>
          <p:cNvSpPr/>
          <p:nvPr/>
        </p:nvSpPr>
        <p:spPr>
          <a:xfrm>
            <a:off x="411480" y="3977640"/>
            <a:ext cx="1234440" cy="342900"/>
          </a:xfrm>
          <a:prstGeom prst="rect">
            <a:avLst/>
          </a:prstGeom>
          <a:solidFill>
            <a:srgbClr val="FFFFFF"/>
          </a:solidFill>
          <a:ln w="6350">
            <a:solidFill>
              <a:srgbClr val="D3DCE5"/>
            </a:solidFill>
            <a:prstDash val="solid"/>
          </a:ln>
        </p:spPr>
      </p:sp>
      <p:sp>
        <p:nvSpPr>
          <p:cNvPr id="91" name="Text 89"/>
          <p:cNvSpPr txBox="1"/>
          <p:nvPr/>
        </p:nvSpPr>
        <p:spPr>
          <a:xfrm>
            <a:off x="475488" y="39776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2" name="Shape 90"/>
          <p:cNvSpPr/>
          <p:nvPr/>
        </p:nvSpPr>
        <p:spPr>
          <a:xfrm>
            <a:off x="1645920" y="3977640"/>
            <a:ext cx="1965960" cy="342900"/>
          </a:xfrm>
          <a:prstGeom prst="rect">
            <a:avLst/>
          </a:prstGeom>
          <a:solidFill>
            <a:srgbClr val="FFFFFF"/>
          </a:solidFill>
          <a:ln w="6350">
            <a:solidFill>
              <a:srgbClr val="D3DCE5"/>
            </a:solidFill>
            <a:prstDash val="solid"/>
          </a:ln>
        </p:spPr>
      </p:sp>
      <p:sp>
        <p:nvSpPr>
          <p:cNvPr id="93" name="Text 91"/>
          <p:cNvSpPr txBox="1"/>
          <p:nvPr/>
        </p:nvSpPr>
        <p:spPr>
          <a:xfrm>
            <a:off x="1709928" y="39776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4" name="Shape 92"/>
          <p:cNvSpPr/>
          <p:nvPr/>
        </p:nvSpPr>
        <p:spPr>
          <a:xfrm>
            <a:off x="3611880" y="3977640"/>
            <a:ext cx="2148840" cy="342900"/>
          </a:xfrm>
          <a:prstGeom prst="rect">
            <a:avLst/>
          </a:prstGeom>
          <a:solidFill>
            <a:srgbClr val="FFFFFF"/>
          </a:solidFill>
          <a:ln w="6350">
            <a:solidFill>
              <a:srgbClr val="D3DCE5"/>
            </a:solidFill>
            <a:prstDash val="solid"/>
          </a:ln>
        </p:spPr>
      </p:sp>
      <p:sp>
        <p:nvSpPr>
          <p:cNvPr id="95" name="Text 93"/>
          <p:cNvSpPr txBox="1"/>
          <p:nvPr/>
        </p:nvSpPr>
        <p:spPr>
          <a:xfrm>
            <a:off x="3675888" y="39776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6" name="Shape 94"/>
          <p:cNvSpPr/>
          <p:nvPr/>
        </p:nvSpPr>
        <p:spPr>
          <a:xfrm>
            <a:off x="5760720" y="3977640"/>
            <a:ext cx="1234440" cy="342900"/>
          </a:xfrm>
          <a:prstGeom prst="rect">
            <a:avLst/>
          </a:prstGeom>
          <a:solidFill>
            <a:srgbClr val="FFFFFF"/>
          </a:solidFill>
          <a:ln w="6350">
            <a:solidFill>
              <a:srgbClr val="D3DCE5"/>
            </a:solidFill>
            <a:prstDash val="solid"/>
          </a:ln>
        </p:spPr>
      </p:sp>
      <p:sp>
        <p:nvSpPr>
          <p:cNvPr id="97" name="Text 95"/>
          <p:cNvSpPr txBox="1"/>
          <p:nvPr/>
        </p:nvSpPr>
        <p:spPr>
          <a:xfrm>
            <a:off x="5824728" y="39776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8" name="Shape 96"/>
          <p:cNvSpPr/>
          <p:nvPr/>
        </p:nvSpPr>
        <p:spPr>
          <a:xfrm>
            <a:off x="6995160" y="3977640"/>
            <a:ext cx="1463040" cy="342900"/>
          </a:xfrm>
          <a:prstGeom prst="rect">
            <a:avLst/>
          </a:prstGeom>
          <a:solidFill>
            <a:srgbClr val="FFFFFF"/>
          </a:solidFill>
          <a:ln w="6350">
            <a:solidFill>
              <a:srgbClr val="D3DCE5"/>
            </a:solidFill>
            <a:prstDash val="solid"/>
          </a:ln>
        </p:spPr>
      </p:sp>
      <p:sp>
        <p:nvSpPr>
          <p:cNvPr id="99" name="Text 97"/>
          <p:cNvSpPr txBox="1"/>
          <p:nvPr/>
        </p:nvSpPr>
        <p:spPr>
          <a:xfrm>
            <a:off x="7059168" y="39776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0" name="Shape 98"/>
          <p:cNvSpPr/>
          <p:nvPr/>
        </p:nvSpPr>
        <p:spPr>
          <a:xfrm>
            <a:off x="8458200" y="3977640"/>
            <a:ext cx="3328416" cy="342900"/>
          </a:xfrm>
          <a:prstGeom prst="rect">
            <a:avLst/>
          </a:prstGeom>
          <a:solidFill>
            <a:srgbClr val="FFFFFF"/>
          </a:solidFill>
          <a:ln w="6350">
            <a:solidFill>
              <a:srgbClr val="D3DCE5"/>
            </a:solidFill>
            <a:prstDash val="solid"/>
          </a:ln>
        </p:spPr>
      </p:sp>
      <p:sp>
        <p:nvSpPr>
          <p:cNvPr id="101" name="Text 99"/>
          <p:cNvSpPr txBox="1"/>
          <p:nvPr/>
        </p:nvSpPr>
        <p:spPr>
          <a:xfrm>
            <a:off x="8522208" y="39776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2" name="Shape 100"/>
          <p:cNvSpPr/>
          <p:nvPr/>
        </p:nvSpPr>
        <p:spPr>
          <a:xfrm>
            <a:off x="411480" y="4320540"/>
            <a:ext cx="1234440" cy="342900"/>
          </a:xfrm>
          <a:prstGeom prst="rect">
            <a:avLst/>
          </a:prstGeom>
          <a:solidFill>
            <a:srgbClr val="F7F9FB"/>
          </a:solidFill>
          <a:ln w="6350">
            <a:solidFill>
              <a:srgbClr val="D3DCE5"/>
            </a:solidFill>
            <a:prstDash val="solid"/>
          </a:ln>
        </p:spPr>
      </p:sp>
      <p:sp>
        <p:nvSpPr>
          <p:cNvPr id="103" name="Text 101"/>
          <p:cNvSpPr txBox="1"/>
          <p:nvPr/>
        </p:nvSpPr>
        <p:spPr>
          <a:xfrm>
            <a:off x="475488" y="43205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4" name="Shape 102"/>
          <p:cNvSpPr/>
          <p:nvPr/>
        </p:nvSpPr>
        <p:spPr>
          <a:xfrm>
            <a:off x="1645920" y="4320540"/>
            <a:ext cx="1965960" cy="342900"/>
          </a:xfrm>
          <a:prstGeom prst="rect">
            <a:avLst/>
          </a:prstGeom>
          <a:solidFill>
            <a:srgbClr val="F7F9FB"/>
          </a:solidFill>
          <a:ln w="6350">
            <a:solidFill>
              <a:srgbClr val="D3DCE5"/>
            </a:solidFill>
            <a:prstDash val="solid"/>
          </a:ln>
        </p:spPr>
      </p:sp>
      <p:sp>
        <p:nvSpPr>
          <p:cNvPr id="105" name="Text 103"/>
          <p:cNvSpPr txBox="1"/>
          <p:nvPr/>
        </p:nvSpPr>
        <p:spPr>
          <a:xfrm>
            <a:off x="1709928" y="43205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6" name="Shape 104"/>
          <p:cNvSpPr/>
          <p:nvPr/>
        </p:nvSpPr>
        <p:spPr>
          <a:xfrm>
            <a:off x="3611880" y="4320540"/>
            <a:ext cx="2148840" cy="342900"/>
          </a:xfrm>
          <a:prstGeom prst="rect">
            <a:avLst/>
          </a:prstGeom>
          <a:solidFill>
            <a:srgbClr val="F7F9FB"/>
          </a:solidFill>
          <a:ln w="6350">
            <a:solidFill>
              <a:srgbClr val="D3DCE5"/>
            </a:solidFill>
            <a:prstDash val="solid"/>
          </a:ln>
        </p:spPr>
      </p:sp>
      <p:sp>
        <p:nvSpPr>
          <p:cNvPr id="107" name="Text 105"/>
          <p:cNvSpPr txBox="1"/>
          <p:nvPr/>
        </p:nvSpPr>
        <p:spPr>
          <a:xfrm>
            <a:off x="3675888" y="43205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8" name="Shape 106"/>
          <p:cNvSpPr/>
          <p:nvPr/>
        </p:nvSpPr>
        <p:spPr>
          <a:xfrm>
            <a:off x="5760720" y="4320540"/>
            <a:ext cx="1234440" cy="342900"/>
          </a:xfrm>
          <a:prstGeom prst="rect">
            <a:avLst/>
          </a:prstGeom>
          <a:solidFill>
            <a:srgbClr val="F7F9FB"/>
          </a:solidFill>
          <a:ln w="6350">
            <a:solidFill>
              <a:srgbClr val="D3DCE5"/>
            </a:solidFill>
            <a:prstDash val="solid"/>
          </a:ln>
        </p:spPr>
      </p:sp>
      <p:sp>
        <p:nvSpPr>
          <p:cNvPr id="109" name="Text 107"/>
          <p:cNvSpPr txBox="1"/>
          <p:nvPr/>
        </p:nvSpPr>
        <p:spPr>
          <a:xfrm>
            <a:off x="5824728" y="43205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0" name="Shape 108"/>
          <p:cNvSpPr/>
          <p:nvPr/>
        </p:nvSpPr>
        <p:spPr>
          <a:xfrm>
            <a:off x="6995160" y="4320540"/>
            <a:ext cx="1463040" cy="342900"/>
          </a:xfrm>
          <a:prstGeom prst="rect">
            <a:avLst/>
          </a:prstGeom>
          <a:solidFill>
            <a:srgbClr val="F7F9FB"/>
          </a:solidFill>
          <a:ln w="6350">
            <a:solidFill>
              <a:srgbClr val="D3DCE5"/>
            </a:solidFill>
            <a:prstDash val="solid"/>
          </a:ln>
        </p:spPr>
      </p:sp>
      <p:sp>
        <p:nvSpPr>
          <p:cNvPr id="111" name="Text 109"/>
          <p:cNvSpPr txBox="1"/>
          <p:nvPr/>
        </p:nvSpPr>
        <p:spPr>
          <a:xfrm>
            <a:off x="7059168" y="43205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2" name="Shape 110"/>
          <p:cNvSpPr/>
          <p:nvPr/>
        </p:nvSpPr>
        <p:spPr>
          <a:xfrm>
            <a:off x="8458200" y="4320540"/>
            <a:ext cx="3328416" cy="342900"/>
          </a:xfrm>
          <a:prstGeom prst="rect">
            <a:avLst/>
          </a:prstGeom>
          <a:solidFill>
            <a:srgbClr val="F7F9FB"/>
          </a:solidFill>
          <a:ln w="6350">
            <a:solidFill>
              <a:srgbClr val="D3DCE5"/>
            </a:solidFill>
            <a:prstDash val="solid"/>
          </a:ln>
        </p:spPr>
      </p:sp>
      <p:sp>
        <p:nvSpPr>
          <p:cNvPr id="113" name="Text 111"/>
          <p:cNvSpPr txBox="1"/>
          <p:nvPr/>
        </p:nvSpPr>
        <p:spPr>
          <a:xfrm>
            <a:off x="8522208" y="43205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4" name="Shape 112"/>
          <p:cNvSpPr/>
          <p:nvPr/>
        </p:nvSpPr>
        <p:spPr>
          <a:xfrm>
            <a:off x="411480" y="4645152"/>
            <a:ext cx="5577840" cy="1481328"/>
          </a:xfrm>
          <a:prstGeom prst="rect">
            <a:avLst/>
          </a:prstGeom>
          <a:solidFill>
            <a:srgbClr val="FBEBD9"/>
          </a:solidFill>
          <a:ln w="9525">
            <a:solidFill>
              <a:srgbClr val="E8C9A3"/>
            </a:solidFill>
            <a:prstDash val="solid"/>
          </a:ln>
        </p:spPr>
      </p:sp>
      <p:sp>
        <p:nvSpPr>
          <p:cNvPr id="115" name="Text 113"/>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6" name="Text 114"/>
          <p:cNvSpPr txBox="1"/>
          <p:nvPr/>
        </p:nvSpPr>
        <p:spPr>
          <a:xfrm>
            <a:off x="576072"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Two reasons, and we would rather state them than present a spurious multiple.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900" dirty="0"/>
          </a:p>
        </p:txBody>
      </p:sp>
      <p:sp>
        <p:nvSpPr>
          <p:cNvPr id="117" name="Shape 115"/>
          <p:cNvSpPr/>
          <p:nvPr/>
        </p:nvSpPr>
        <p:spPr>
          <a:xfrm>
            <a:off x="6208776" y="4645152"/>
            <a:ext cx="5577840" cy="1481328"/>
          </a:xfrm>
          <a:prstGeom prst="rect">
            <a:avLst/>
          </a:prstGeom>
          <a:solidFill>
            <a:srgbClr val="EEF2F6"/>
          </a:solidFill>
          <a:ln w="9525">
            <a:solidFill>
              <a:srgbClr val="D3DCE5"/>
            </a:solidFill>
            <a:prstDash val="solid"/>
          </a:ln>
        </p:spPr>
      </p:sp>
      <p:sp>
        <p:nvSpPr>
          <p:cNvPr id="118" name="Text 116"/>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19" name="Text 117"/>
          <p:cNvSpPr txBox="1"/>
          <p:nvPr/>
        </p:nvSpPr>
        <p:spPr>
          <a:xfrm>
            <a:off x="6373368"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Sum of the parts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risked asset-by-asset cross-check on the consolidated discounted cash flow, and a reminder of how much of the value is not yet producing.</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8" name="Shape 6"/>
          <p:cNvSpPr/>
          <p:nvPr/>
        </p:nvSpPr>
        <p:spPr>
          <a:xfrm>
            <a:off x="3200400" y="1627632"/>
            <a:ext cx="1508760" cy="292608"/>
          </a:xfrm>
          <a:prstGeom prst="rect">
            <a:avLst/>
          </a:prstGeom>
          <a:solidFill>
            <a:srgbClr val="10233A"/>
          </a:solidFill>
          <a:ln/>
        </p:spPr>
      </p:sp>
      <p:sp>
        <p:nvSpPr>
          <p:cNvPr id="9" name="Text 7"/>
          <p:cNvSpPr txBox="1"/>
          <p:nvPr/>
        </p:nvSpPr>
        <p:spPr>
          <a:xfrm>
            <a:off x="3264408" y="1627632"/>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0" name="Shape 8"/>
          <p:cNvSpPr/>
          <p:nvPr/>
        </p:nvSpPr>
        <p:spPr>
          <a:xfrm>
            <a:off x="4709160" y="1627632"/>
            <a:ext cx="1005840" cy="292608"/>
          </a:xfrm>
          <a:prstGeom prst="rect">
            <a:avLst/>
          </a:prstGeom>
          <a:solidFill>
            <a:srgbClr val="10233A"/>
          </a:solidFill>
          <a:ln/>
        </p:spPr>
      </p:sp>
      <p:sp>
        <p:nvSpPr>
          <p:cNvPr id="11" name="Text 9"/>
          <p:cNvSpPr txBox="1"/>
          <p:nvPr/>
        </p:nvSpPr>
        <p:spPr>
          <a:xfrm>
            <a:off x="477316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2" name="Shape 10"/>
          <p:cNvSpPr/>
          <p:nvPr/>
        </p:nvSpPr>
        <p:spPr>
          <a:xfrm>
            <a:off x="5715000" y="1627632"/>
            <a:ext cx="1417320" cy="292608"/>
          </a:xfrm>
          <a:prstGeom prst="rect">
            <a:avLst/>
          </a:prstGeom>
          <a:solidFill>
            <a:srgbClr val="10233A"/>
          </a:solidFill>
          <a:ln/>
        </p:spPr>
      </p:sp>
      <p:sp>
        <p:nvSpPr>
          <p:cNvPr id="13" name="Text 11"/>
          <p:cNvSpPr txBox="1"/>
          <p:nvPr/>
        </p:nvSpPr>
        <p:spPr>
          <a:xfrm>
            <a:off x="5779008" y="1627632"/>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4" name="Shape 12"/>
          <p:cNvSpPr/>
          <p:nvPr/>
        </p:nvSpPr>
        <p:spPr>
          <a:xfrm>
            <a:off x="7132320" y="1627632"/>
            <a:ext cx="1097280" cy="292608"/>
          </a:xfrm>
          <a:prstGeom prst="rect">
            <a:avLst/>
          </a:prstGeom>
          <a:solidFill>
            <a:srgbClr val="10233A"/>
          </a:solidFill>
          <a:ln/>
        </p:spPr>
      </p:sp>
      <p:sp>
        <p:nvSpPr>
          <p:cNvPr id="15" name="Text 13"/>
          <p:cNvSpPr txBox="1"/>
          <p:nvPr/>
        </p:nvSpPr>
        <p:spPr>
          <a:xfrm>
            <a:off x="7196328" y="1627632"/>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6" name="Shape 14"/>
          <p:cNvSpPr/>
          <p:nvPr/>
        </p:nvSpPr>
        <p:spPr>
          <a:xfrm>
            <a:off x="8229600" y="1627632"/>
            <a:ext cx="3557016" cy="292608"/>
          </a:xfrm>
          <a:prstGeom prst="rect">
            <a:avLst/>
          </a:prstGeom>
          <a:solidFill>
            <a:srgbClr val="10233A"/>
          </a:solidFill>
          <a:ln/>
        </p:spPr>
      </p:sp>
      <p:sp>
        <p:nvSpPr>
          <p:cNvPr id="17" name="Text 15"/>
          <p:cNvSpPr txBox="1"/>
          <p:nvPr/>
        </p:nvSpPr>
        <p:spPr>
          <a:xfrm>
            <a:off x="8293608" y="1627632"/>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8" name="Shape 16"/>
          <p:cNvSpPr/>
          <p:nvPr/>
        </p:nvSpPr>
        <p:spPr>
          <a:xfrm>
            <a:off x="411480" y="1920240"/>
            <a:ext cx="2788920" cy="265176"/>
          </a:xfrm>
          <a:prstGeom prst="rect">
            <a:avLst/>
          </a:prstGeom>
          <a:solidFill>
            <a:srgbClr val="FFFFFF"/>
          </a:solidFill>
          <a:ln w="6350">
            <a:solidFill>
              <a:srgbClr val="D3DCE5"/>
            </a:solidFill>
            <a:prstDash val="solid"/>
          </a:ln>
        </p:spPr>
      </p:sp>
      <p:sp>
        <p:nvSpPr>
          <p:cNvPr id="19" name="Text 17"/>
          <p:cNvSpPr txBox="1"/>
          <p:nvPr/>
        </p:nvSpPr>
        <p:spPr>
          <a:xfrm>
            <a:off x="475488" y="19202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0" name="Shape 18"/>
          <p:cNvSpPr/>
          <p:nvPr/>
        </p:nvSpPr>
        <p:spPr>
          <a:xfrm>
            <a:off x="3200400" y="1920240"/>
            <a:ext cx="1508760" cy="265176"/>
          </a:xfrm>
          <a:prstGeom prst="rect">
            <a:avLst/>
          </a:prstGeom>
          <a:solidFill>
            <a:srgbClr val="FFFFFF"/>
          </a:solidFill>
          <a:ln w="6350">
            <a:solidFill>
              <a:srgbClr val="D3DCE5"/>
            </a:solidFill>
            <a:prstDash val="solid"/>
          </a:ln>
        </p:spPr>
      </p:sp>
      <p:sp>
        <p:nvSpPr>
          <p:cNvPr id="21" name="Text 19"/>
          <p:cNvSpPr txBox="1"/>
          <p:nvPr/>
        </p:nvSpPr>
        <p:spPr>
          <a:xfrm>
            <a:off x="3264408" y="192024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2" name="Shape 20"/>
          <p:cNvSpPr/>
          <p:nvPr/>
        </p:nvSpPr>
        <p:spPr>
          <a:xfrm>
            <a:off x="4709160" y="1920240"/>
            <a:ext cx="1005840" cy="265176"/>
          </a:xfrm>
          <a:prstGeom prst="rect">
            <a:avLst/>
          </a:prstGeom>
          <a:solidFill>
            <a:srgbClr val="FFFFFF"/>
          </a:solidFill>
          <a:ln w="6350">
            <a:solidFill>
              <a:srgbClr val="D3DCE5"/>
            </a:solidFill>
            <a:prstDash val="solid"/>
          </a:ln>
        </p:spPr>
      </p:sp>
      <p:sp>
        <p:nvSpPr>
          <p:cNvPr id="23" name="Text 21"/>
          <p:cNvSpPr txBox="1"/>
          <p:nvPr/>
        </p:nvSpPr>
        <p:spPr>
          <a:xfrm>
            <a:off x="4773168" y="192024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4" name="Shape 22"/>
          <p:cNvSpPr/>
          <p:nvPr/>
        </p:nvSpPr>
        <p:spPr>
          <a:xfrm>
            <a:off x="5715000" y="1920240"/>
            <a:ext cx="1417320" cy="265176"/>
          </a:xfrm>
          <a:prstGeom prst="rect">
            <a:avLst/>
          </a:prstGeom>
          <a:solidFill>
            <a:srgbClr val="FFFFFF"/>
          </a:solidFill>
          <a:ln w="6350">
            <a:solidFill>
              <a:srgbClr val="D3DCE5"/>
            </a:solidFill>
            <a:prstDash val="solid"/>
          </a:ln>
        </p:spPr>
      </p:sp>
      <p:sp>
        <p:nvSpPr>
          <p:cNvPr id="25" name="Text 23"/>
          <p:cNvSpPr txBox="1"/>
          <p:nvPr/>
        </p:nvSpPr>
        <p:spPr>
          <a:xfrm>
            <a:off x="5779008" y="19202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6" name="Shape 24"/>
          <p:cNvSpPr/>
          <p:nvPr/>
        </p:nvSpPr>
        <p:spPr>
          <a:xfrm>
            <a:off x="7132320" y="1920240"/>
            <a:ext cx="1097280" cy="265176"/>
          </a:xfrm>
          <a:prstGeom prst="rect">
            <a:avLst/>
          </a:prstGeom>
          <a:solidFill>
            <a:srgbClr val="FFFFFF"/>
          </a:solidFill>
          <a:ln w="6350">
            <a:solidFill>
              <a:srgbClr val="D3DCE5"/>
            </a:solidFill>
            <a:prstDash val="solid"/>
          </a:ln>
        </p:spPr>
      </p:sp>
      <p:sp>
        <p:nvSpPr>
          <p:cNvPr id="27" name="Text 25"/>
          <p:cNvSpPr txBox="1"/>
          <p:nvPr/>
        </p:nvSpPr>
        <p:spPr>
          <a:xfrm>
            <a:off x="7196328" y="19202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8" name="Shape 26"/>
          <p:cNvSpPr/>
          <p:nvPr/>
        </p:nvSpPr>
        <p:spPr>
          <a:xfrm>
            <a:off x="8229600" y="1920240"/>
            <a:ext cx="3557016" cy="265176"/>
          </a:xfrm>
          <a:prstGeom prst="rect">
            <a:avLst/>
          </a:prstGeom>
          <a:solidFill>
            <a:srgbClr val="FFFFFF"/>
          </a:solidFill>
          <a:ln w="6350">
            <a:solidFill>
              <a:srgbClr val="D3DCE5"/>
            </a:solidFill>
            <a:prstDash val="solid"/>
          </a:ln>
        </p:spPr>
      </p:sp>
      <p:sp>
        <p:nvSpPr>
          <p:cNvPr id="29" name="Text 27"/>
          <p:cNvSpPr txBox="1"/>
          <p:nvPr/>
        </p:nvSpPr>
        <p:spPr>
          <a:xfrm>
            <a:off x="8293608" y="19202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0" name="Shape 28"/>
          <p:cNvSpPr/>
          <p:nvPr/>
        </p:nvSpPr>
        <p:spPr>
          <a:xfrm>
            <a:off x="411480" y="2185416"/>
            <a:ext cx="2788920" cy="265176"/>
          </a:xfrm>
          <a:prstGeom prst="rect">
            <a:avLst/>
          </a:prstGeom>
          <a:solidFill>
            <a:srgbClr val="F7F9FB"/>
          </a:solidFill>
          <a:ln w="6350">
            <a:solidFill>
              <a:srgbClr val="D3DCE5"/>
            </a:solidFill>
            <a:prstDash val="solid"/>
          </a:ln>
        </p:spPr>
      </p:sp>
      <p:sp>
        <p:nvSpPr>
          <p:cNvPr id="31" name="Text 29"/>
          <p:cNvSpPr txBox="1"/>
          <p:nvPr/>
        </p:nvSpPr>
        <p:spPr>
          <a:xfrm>
            <a:off x="475488" y="218541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2" name="Shape 30"/>
          <p:cNvSpPr/>
          <p:nvPr/>
        </p:nvSpPr>
        <p:spPr>
          <a:xfrm>
            <a:off x="3200400" y="2185416"/>
            <a:ext cx="1508760" cy="265176"/>
          </a:xfrm>
          <a:prstGeom prst="rect">
            <a:avLst/>
          </a:prstGeom>
          <a:solidFill>
            <a:srgbClr val="F7F9FB"/>
          </a:solidFill>
          <a:ln w="6350">
            <a:solidFill>
              <a:srgbClr val="D3DCE5"/>
            </a:solidFill>
            <a:prstDash val="solid"/>
          </a:ln>
        </p:spPr>
      </p:sp>
      <p:sp>
        <p:nvSpPr>
          <p:cNvPr id="33" name="Text 31"/>
          <p:cNvSpPr txBox="1"/>
          <p:nvPr/>
        </p:nvSpPr>
        <p:spPr>
          <a:xfrm>
            <a:off x="3264408" y="218541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4" name="Shape 32"/>
          <p:cNvSpPr/>
          <p:nvPr/>
        </p:nvSpPr>
        <p:spPr>
          <a:xfrm>
            <a:off x="4709160" y="2185416"/>
            <a:ext cx="1005840" cy="265176"/>
          </a:xfrm>
          <a:prstGeom prst="rect">
            <a:avLst/>
          </a:prstGeom>
          <a:solidFill>
            <a:srgbClr val="F7F9FB"/>
          </a:solidFill>
          <a:ln w="6350">
            <a:solidFill>
              <a:srgbClr val="D3DCE5"/>
            </a:solidFill>
            <a:prstDash val="solid"/>
          </a:ln>
        </p:spPr>
      </p:sp>
      <p:sp>
        <p:nvSpPr>
          <p:cNvPr id="35" name="Text 33"/>
          <p:cNvSpPr txBox="1"/>
          <p:nvPr/>
        </p:nvSpPr>
        <p:spPr>
          <a:xfrm>
            <a:off x="4773168" y="218541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6" name="Shape 34"/>
          <p:cNvSpPr/>
          <p:nvPr/>
        </p:nvSpPr>
        <p:spPr>
          <a:xfrm>
            <a:off x="5715000" y="2185416"/>
            <a:ext cx="1417320" cy="265176"/>
          </a:xfrm>
          <a:prstGeom prst="rect">
            <a:avLst/>
          </a:prstGeom>
          <a:solidFill>
            <a:srgbClr val="F7F9FB"/>
          </a:solidFill>
          <a:ln w="6350">
            <a:solidFill>
              <a:srgbClr val="D3DCE5"/>
            </a:solidFill>
            <a:prstDash val="solid"/>
          </a:ln>
        </p:spPr>
      </p:sp>
      <p:sp>
        <p:nvSpPr>
          <p:cNvPr id="37" name="Text 35"/>
          <p:cNvSpPr txBox="1"/>
          <p:nvPr/>
        </p:nvSpPr>
        <p:spPr>
          <a:xfrm>
            <a:off x="5779008" y="218541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8" name="Shape 36"/>
          <p:cNvSpPr/>
          <p:nvPr/>
        </p:nvSpPr>
        <p:spPr>
          <a:xfrm>
            <a:off x="7132320" y="2185416"/>
            <a:ext cx="1097280" cy="265176"/>
          </a:xfrm>
          <a:prstGeom prst="rect">
            <a:avLst/>
          </a:prstGeom>
          <a:solidFill>
            <a:srgbClr val="F7F9FB"/>
          </a:solidFill>
          <a:ln w="6350">
            <a:solidFill>
              <a:srgbClr val="D3DCE5"/>
            </a:solidFill>
            <a:prstDash val="solid"/>
          </a:ln>
        </p:spPr>
      </p:sp>
      <p:sp>
        <p:nvSpPr>
          <p:cNvPr id="39" name="Text 37"/>
          <p:cNvSpPr txBox="1"/>
          <p:nvPr/>
        </p:nvSpPr>
        <p:spPr>
          <a:xfrm>
            <a:off x="7196328" y="218541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0" name="Shape 38"/>
          <p:cNvSpPr/>
          <p:nvPr/>
        </p:nvSpPr>
        <p:spPr>
          <a:xfrm>
            <a:off x="8229600" y="2185416"/>
            <a:ext cx="3557016" cy="265176"/>
          </a:xfrm>
          <a:prstGeom prst="rect">
            <a:avLst/>
          </a:prstGeom>
          <a:solidFill>
            <a:srgbClr val="F7F9FB"/>
          </a:solidFill>
          <a:ln w="6350">
            <a:solidFill>
              <a:srgbClr val="D3DCE5"/>
            </a:solidFill>
            <a:prstDash val="solid"/>
          </a:ln>
        </p:spPr>
      </p:sp>
      <p:sp>
        <p:nvSpPr>
          <p:cNvPr id="41" name="Text 39"/>
          <p:cNvSpPr txBox="1"/>
          <p:nvPr/>
        </p:nvSpPr>
        <p:spPr>
          <a:xfrm>
            <a:off x="8293608" y="218541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2" name="Shape 40"/>
          <p:cNvSpPr/>
          <p:nvPr/>
        </p:nvSpPr>
        <p:spPr>
          <a:xfrm>
            <a:off x="411480" y="2450592"/>
            <a:ext cx="2788920" cy="265176"/>
          </a:xfrm>
          <a:prstGeom prst="rect">
            <a:avLst/>
          </a:prstGeom>
          <a:solidFill>
            <a:srgbClr val="FFFFFF"/>
          </a:solidFill>
          <a:ln w="6350">
            <a:solidFill>
              <a:srgbClr val="D3DCE5"/>
            </a:solidFill>
            <a:prstDash val="solid"/>
          </a:ln>
        </p:spPr>
      </p:sp>
      <p:sp>
        <p:nvSpPr>
          <p:cNvPr id="43" name="Text 41"/>
          <p:cNvSpPr txBox="1"/>
          <p:nvPr/>
        </p:nvSpPr>
        <p:spPr>
          <a:xfrm>
            <a:off x="475488" y="245059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4" name="Shape 42"/>
          <p:cNvSpPr/>
          <p:nvPr/>
        </p:nvSpPr>
        <p:spPr>
          <a:xfrm>
            <a:off x="3200400" y="2450592"/>
            <a:ext cx="1508760" cy="265176"/>
          </a:xfrm>
          <a:prstGeom prst="rect">
            <a:avLst/>
          </a:prstGeom>
          <a:solidFill>
            <a:srgbClr val="FFFFFF"/>
          </a:solidFill>
          <a:ln w="6350">
            <a:solidFill>
              <a:srgbClr val="D3DCE5"/>
            </a:solidFill>
            <a:prstDash val="solid"/>
          </a:ln>
        </p:spPr>
      </p:sp>
      <p:sp>
        <p:nvSpPr>
          <p:cNvPr id="45" name="Text 43"/>
          <p:cNvSpPr txBox="1"/>
          <p:nvPr/>
        </p:nvSpPr>
        <p:spPr>
          <a:xfrm>
            <a:off x="3264408" y="245059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6" name="Shape 44"/>
          <p:cNvSpPr/>
          <p:nvPr/>
        </p:nvSpPr>
        <p:spPr>
          <a:xfrm>
            <a:off x="4709160" y="2450592"/>
            <a:ext cx="1005840" cy="265176"/>
          </a:xfrm>
          <a:prstGeom prst="rect">
            <a:avLst/>
          </a:prstGeom>
          <a:solidFill>
            <a:srgbClr val="FFFFFF"/>
          </a:solidFill>
          <a:ln w="6350">
            <a:solidFill>
              <a:srgbClr val="D3DCE5"/>
            </a:solidFill>
            <a:prstDash val="solid"/>
          </a:ln>
        </p:spPr>
      </p:sp>
      <p:sp>
        <p:nvSpPr>
          <p:cNvPr id="47" name="Text 45"/>
          <p:cNvSpPr txBox="1"/>
          <p:nvPr/>
        </p:nvSpPr>
        <p:spPr>
          <a:xfrm>
            <a:off x="4773168" y="245059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8" name="Shape 46"/>
          <p:cNvSpPr/>
          <p:nvPr/>
        </p:nvSpPr>
        <p:spPr>
          <a:xfrm>
            <a:off x="5715000" y="2450592"/>
            <a:ext cx="1417320" cy="265176"/>
          </a:xfrm>
          <a:prstGeom prst="rect">
            <a:avLst/>
          </a:prstGeom>
          <a:solidFill>
            <a:srgbClr val="FFFFFF"/>
          </a:solidFill>
          <a:ln w="6350">
            <a:solidFill>
              <a:srgbClr val="D3DCE5"/>
            </a:solidFill>
            <a:prstDash val="solid"/>
          </a:ln>
        </p:spPr>
      </p:sp>
      <p:sp>
        <p:nvSpPr>
          <p:cNvPr id="49" name="Text 47"/>
          <p:cNvSpPr txBox="1"/>
          <p:nvPr/>
        </p:nvSpPr>
        <p:spPr>
          <a:xfrm>
            <a:off x="5779008" y="245059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0" name="Shape 48"/>
          <p:cNvSpPr/>
          <p:nvPr/>
        </p:nvSpPr>
        <p:spPr>
          <a:xfrm>
            <a:off x="7132320" y="2450592"/>
            <a:ext cx="1097280" cy="265176"/>
          </a:xfrm>
          <a:prstGeom prst="rect">
            <a:avLst/>
          </a:prstGeom>
          <a:solidFill>
            <a:srgbClr val="FFFFFF"/>
          </a:solidFill>
          <a:ln w="6350">
            <a:solidFill>
              <a:srgbClr val="D3DCE5"/>
            </a:solidFill>
            <a:prstDash val="solid"/>
          </a:ln>
        </p:spPr>
      </p:sp>
      <p:sp>
        <p:nvSpPr>
          <p:cNvPr id="51" name="Text 49"/>
          <p:cNvSpPr txBox="1"/>
          <p:nvPr/>
        </p:nvSpPr>
        <p:spPr>
          <a:xfrm>
            <a:off x="7196328" y="245059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2" name="Shape 50"/>
          <p:cNvSpPr/>
          <p:nvPr/>
        </p:nvSpPr>
        <p:spPr>
          <a:xfrm>
            <a:off x="8229600" y="2450592"/>
            <a:ext cx="3557016" cy="265176"/>
          </a:xfrm>
          <a:prstGeom prst="rect">
            <a:avLst/>
          </a:prstGeom>
          <a:solidFill>
            <a:srgbClr val="FFFFFF"/>
          </a:solidFill>
          <a:ln w="6350">
            <a:solidFill>
              <a:srgbClr val="D3DCE5"/>
            </a:solidFill>
            <a:prstDash val="solid"/>
          </a:ln>
        </p:spPr>
      </p:sp>
      <p:sp>
        <p:nvSpPr>
          <p:cNvPr id="53" name="Text 51"/>
          <p:cNvSpPr txBox="1"/>
          <p:nvPr/>
        </p:nvSpPr>
        <p:spPr>
          <a:xfrm>
            <a:off x="8293608" y="245059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4" name="Shape 52"/>
          <p:cNvSpPr/>
          <p:nvPr/>
        </p:nvSpPr>
        <p:spPr>
          <a:xfrm>
            <a:off x="411480" y="2715768"/>
            <a:ext cx="2788920" cy="265176"/>
          </a:xfrm>
          <a:prstGeom prst="rect">
            <a:avLst/>
          </a:prstGeom>
          <a:solidFill>
            <a:srgbClr val="F7F9FB"/>
          </a:solidFill>
          <a:ln w="6350">
            <a:solidFill>
              <a:srgbClr val="D3DCE5"/>
            </a:solidFill>
            <a:prstDash val="solid"/>
          </a:ln>
        </p:spPr>
      </p:sp>
      <p:sp>
        <p:nvSpPr>
          <p:cNvPr id="55" name="Text 53"/>
          <p:cNvSpPr txBox="1"/>
          <p:nvPr/>
        </p:nvSpPr>
        <p:spPr>
          <a:xfrm>
            <a:off x="475488" y="271576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6" name="Shape 54"/>
          <p:cNvSpPr/>
          <p:nvPr/>
        </p:nvSpPr>
        <p:spPr>
          <a:xfrm>
            <a:off x="3200400" y="2715768"/>
            <a:ext cx="1508760" cy="265176"/>
          </a:xfrm>
          <a:prstGeom prst="rect">
            <a:avLst/>
          </a:prstGeom>
          <a:solidFill>
            <a:srgbClr val="F7F9FB"/>
          </a:solidFill>
          <a:ln w="6350">
            <a:solidFill>
              <a:srgbClr val="D3DCE5"/>
            </a:solidFill>
            <a:prstDash val="solid"/>
          </a:ln>
        </p:spPr>
      </p:sp>
      <p:sp>
        <p:nvSpPr>
          <p:cNvPr id="57" name="Text 55"/>
          <p:cNvSpPr txBox="1"/>
          <p:nvPr/>
        </p:nvSpPr>
        <p:spPr>
          <a:xfrm>
            <a:off x="3264408" y="271576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8" name="Shape 56"/>
          <p:cNvSpPr/>
          <p:nvPr/>
        </p:nvSpPr>
        <p:spPr>
          <a:xfrm>
            <a:off x="4709160" y="2715768"/>
            <a:ext cx="1005840" cy="265176"/>
          </a:xfrm>
          <a:prstGeom prst="rect">
            <a:avLst/>
          </a:prstGeom>
          <a:solidFill>
            <a:srgbClr val="F7F9FB"/>
          </a:solidFill>
          <a:ln w="6350">
            <a:solidFill>
              <a:srgbClr val="D3DCE5"/>
            </a:solidFill>
            <a:prstDash val="solid"/>
          </a:ln>
        </p:spPr>
      </p:sp>
      <p:sp>
        <p:nvSpPr>
          <p:cNvPr id="59" name="Text 57"/>
          <p:cNvSpPr txBox="1"/>
          <p:nvPr/>
        </p:nvSpPr>
        <p:spPr>
          <a:xfrm>
            <a:off x="4773168" y="271576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0" name="Shape 58"/>
          <p:cNvSpPr/>
          <p:nvPr/>
        </p:nvSpPr>
        <p:spPr>
          <a:xfrm>
            <a:off x="5715000" y="2715768"/>
            <a:ext cx="1417320" cy="265176"/>
          </a:xfrm>
          <a:prstGeom prst="rect">
            <a:avLst/>
          </a:prstGeom>
          <a:solidFill>
            <a:srgbClr val="F7F9FB"/>
          </a:solidFill>
          <a:ln w="6350">
            <a:solidFill>
              <a:srgbClr val="D3DCE5"/>
            </a:solidFill>
            <a:prstDash val="solid"/>
          </a:ln>
        </p:spPr>
      </p:sp>
      <p:sp>
        <p:nvSpPr>
          <p:cNvPr id="61" name="Text 59"/>
          <p:cNvSpPr txBox="1"/>
          <p:nvPr/>
        </p:nvSpPr>
        <p:spPr>
          <a:xfrm>
            <a:off x="5779008" y="271576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2" name="Shape 60"/>
          <p:cNvSpPr/>
          <p:nvPr/>
        </p:nvSpPr>
        <p:spPr>
          <a:xfrm>
            <a:off x="7132320" y="2715768"/>
            <a:ext cx="1097280" cy="265176"/>
          </a:xfrm>
          <a:prstGeom prst="rect">
            <a:avLst/>
          </a:prstGeom>
          <a:solidFill>
            <a:srgbClr val="F7F9FB"/>
          </a:solidFill>
          <a:ln w="6350">
            <a:solidFill>
              <a:srgbClr val="D3DCE5"/>
            </a:solidFill>
            <a:prstDash val="solid"/>
          </a:ln>
        </p:spPr>
      </p:sp>
      <p:sp>
        <p:nvSpPr>
          <p:cNvPr id="63" name="Text 61"/>
          <p:cNvSpPr txBox="1"/>
          <p:nvPr/>
        </p:nvSpPr>
        <p:spPr>
          <a:xfrm>
            <a:off x="7196328" y="271576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4" name="Shape 62"/>
          <p:cNvSpPr/>
          <p:nvPr/>
        </p:nvSpPr>
        <p:spPr>
          <a:xfrm>
            <a:off x="8229600" y="2715768"/>
            <a:ext cx="3557016" cy="265176"/>
          </a:xfrm>
          <a:prstGeom prst="rect">
            <a:avLst/>
          </a:prstGeom>
          <a:solidFill>
            <a:srgbClr val="F7F9FB"/>
          </a:solidFill>
          <a:ln w="6350">
            <a:solidFill>
              <a:srgbClr val="D3DCE5"/>
            </a:solidFill>
            <a:prstDash val="solid"/>
          </a:ln>
        </p:spPr>
      </p:sp>
      <p:sp>
        <p:nvSpPr>
          <p:cNvPr id="65" name="Text 63"/>
          <p:cNvSpPr txBox="1"/>
          <p:nvPr/>
        </p:nvSpPr>
        <p:spPr>
          <a:xfrm>
            <a:off x="8293608" y="271576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6" name="Shape 64"/>
          <p:cNvSpPr/>
          <p:nvPr/>
        </p:nvSpPr>
        <p:spPr>
          <a:xfrm>
            <a:off x="411480" y="2980944"/>
            <a:ext cx="2788920" cy="265176"/>
          </a:xfrm>
          <a:prstGeom prst="rect">
            <a:avLst/>
          </a:prstGeom>
          <a:solidFill>
            <a:srgbClr val="FFFFFF"/>
          </a:solidFill>
          <a:ln w="6350">
            <a:solidFill>
              <a:srgbClr val="D3DCE5"/>
            </a:solidFill>
            <a:prstDash val="solid"/>
          </a:ln>
        </p:spPr>
      </p:sp>
      <p:sp>
        <p:nvSpPr>
          <p:cNvPr id="67" name="Text 65"/>
          <p:cNvSpPr txBox="1"/>
          <p:nvPr/>
        </p:nvSpPr>
        <p:spPr>
          <a:xfrm>
            <a:off x="475488" y="298094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8" name="Shape 66"/>
          <p:cNvSpPr/>
          <p:nvPr/>
        </p:nvSpPr>
        <p:spPr>
          <a:xfrm>
            <a:off x="3200400" y="2980944"/>
            <a:ext cx="1508760" cy="265176"/>
          </a:xfrm>
          <a:prstGeom prst="rect">
            <a:avLst/>
          </a:prstGeom>
          <a:solidFill>
            <a:srgbClr val="FFFFFF"/>
          </a:solidFill>
          <a:ln w="6350">
            <a:solidFill>
              <a:srgbClr val="D3DCE5"/>
            </a:solidFill>
            <a:prstDash val="solid"/>
          </a:ln>
        </p:spPr>
      </p:sp>
      <p:sp>
        <p:nvSpPr>
          <p:cNvPr id="69" name="Text 67"/>
          <p:cNvSpPr txBox="1"/>
          <p:nvPr/>
        </p:nvSpPr>
        <p:spPr>
          <a:xfrm>
            <a:off x="3264408" y="298094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0" name="Shape 68"/>
          <p:cNvSpPr/>
          <p:nvPr/>
        </p:nvSpPr>
        <p:spPr>
          <a:xfrm>
            <a:off x="4709160" y="2980944"/>
            <a:ext cx="1005840" cy="265176"/>
          </a:xfrm>
          <a:prstGeom prst="rect">
            <a:avLst/>
          </a:prstGeom>
          <a:solidFill>
            <a:srgbClr val="FFFFFF"/>
          </a:solidFill>
          <a:ln w="6350">
            <a:solidFill>
              <a:srgbClr val="D3DCE5"/>
            </a:solidFill>
            <a:prstDash val="solid"/>
          </a:ln>
        </p:spPr>
      </p:sp>
      <p:sp>
        <p:nvSpPr>
          <p:cNvPr id="71" name="Text 69"/>
          <p:cNvSpPr txBox="1"/>
          <p:nvPr/>
        </p:nvSpPr>
        <p:spPr>
          <a:xfrm>
            <a:off x="4773168" y="298094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2" name="Shape 70"/>
          <p:cNvSpPr/>
          <p:nvPr/>
        </p:nvSpPr>
        <p:spPr>
          <a:xfrm>
            <a:off x="5715000" y="2980944"/>
            <a:ext cx="1417320" cy="265176"/>
          </a:xfrm>
          <a:prstGeom prst="rect">
            <a:avLst/>
          </a:prstGeom>
          <a:solidFill>
            <a:srgbClr val="FFFFFF"/>
          </a:solidFill>
          <a:ln w="6350">
            <a:solidFill>
              <a:srgbClr val="D3DCE5"/>
            </a:solidFill>
            <a:prstDash val="solid"/>
          </a:ln>
        </p:spPr>
      </p:sp>
      <p:sp>
        <p:nvSpPr>
          <p:cNvPr id="73" name="Text 71"/>
          <p:cNvSpPr txBox="1"/>
          <p:nvPr/>
        </p:nvSpPr>
        <p:spPr>
          <a:xfrm>
            <a:off x="5779008" y="298094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4" name="Shape 72"/>
          <p:cNvSpPr/>
          <p:nvPr/>
        </p:nvSpPr>
        <p:spPr>
          <a:xfrm>
            <a:off x="7132320" y="2980944"/>
            <a:ext cx="1097280" cy="265176"/>
          </a:xfrm>
          <a:prstGeom prst="rect">
            <a:avLst/>
          </a:prstGeom>
          <a:solidFill>
            <a:srgbClr val="FFFFFF"/>
          </a:solidFill>
          <a:ln w="6350">
            <a:solidFill>
              <a:srgbClr val="D3DCE5"/>
            </a:solidFill>
            <a:prstDash val="solid"/>
          </a:ln>
        </p:spPr>
      </p:sp>
      <p:sp>
        <p:nvSpPr>
          <p:cNvPr id="75" name="Text 73"/>
          <p:cNvSpPr txBox="1"/>
          <p:nvPr/>
        </p:nvSpPr>
        <p:spPr>
          <a:xfrm>
            <a:off x="7196328" y="298094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6" name="Shape 74"/>
          <p:cNvSpPr/>
          <p:nvPr/>
        </p:nvSpPr>
        <p:spPr>
          <a:xfrm>
            <a:off x="8229600" y="2980944"/>
            <a:ext cx="3557016" cy="265176"/>
          </a:xfrm>
          <a:prstGeom prst="rect">
            <a:avLst/>
          </a:prstGeom>
          <a:solidFill>
            <a:srgbClr val="FFFFFF"/>
          </a:solidFill>
          <a:ln w="6350">
            <a:solidFill>
              <a:srgbClr val="D3DCE5"/>
            </a:solidFill>
            <a:prstDash val="solid"/>
          </a:ln>
        </p:spPr>
      </p:sp>
      <p:sp>
        <p:nvSpPr>
          <p:cNvPr id="77" name="Text 75"/>
          <p:cNvSpPr txBox="1"/>
          <p:nvPr/>
        </p:nvSpPr>
        <p:spPr>
          <a:xfrm>
            <a:off x="8293608" y="298094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8" name="Shape 76"/>
          <p:cNvSpPr/>
          <p:nvPr/>
        </p:nvSpPr>
        <p:spPr>
          <a:xfrm>
            <a:off x="411480" y="3246120"/>
            <a:ext cx="2788920" cy="265176"/>
          </a:xfrm>
          <a:prstGeom prst="rect">
            <a:avLst/>
          </a:prstGeom>
          <a:solidFill>
            <a:srgbClr val="F7F9FB"/>
          </a:solidFill>
          <a:ln w="6350">
            <a:solidFill>
              <a:srgbClr val="D3DCE5"/>
            </a:solidFill>
            <a:prstDash val="solid"/>
          </a:ln>
        </p:spPr>
      </p:sp>
      <p:sp>
        <p:nvSpPr>
          <p:cNvPr id="79" name="Text 77"/>
          <p:cNvSpPr txBox="1"/>
          <p:nvPr/>
        </p:nvSpPr>
        <p:spPr>
          <a:xfrm>
            <a:off x="475488" y="324612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0" name="Shape 78"/>
          <p:cNvSpPr/>
          <p:nvPr/>
        </p:nvSpPr>
        <p:spPr>
          <a:xfrm>
            <a:off x="3200400" y="3246120"/>
            <a:ext cx="1508760" cy="265176"/>
          </a:xfrm>
          <a:prstGeom prst="rect">
            <a:avLst/>
          </a:prstGeom>
          <a:solidFill>
            <a:srgbClr val="F7F9FB"/>
          </a:solidFill>
          <a:ln w="6350">
            <a:solidFill>
              <a:srgbClr val="D3DCE5"/>
            </a:solidFill>
            <a:prstDash val="solid"/>
          </a:ln>
        </p:spPr>
      </p:sp>
      <p:sp>
        <p:nvSpPr>
          <p:cNvPr id="81" name="Text 79"/>
          <p:cNvSpPr txBox="1"/>
          <p:nvPr/>
        </p:nvSpPr>
        <p:spPr>
          <a:xfrm>
            <a:off x="3264408" y="324612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2" name="Shape 80"/>
          <p:cNvSpPr/>
          <p:nvPr/>
        </p:nvSpPr>
        <p:spPr>
          <a:xfrm>
            <a:off x="4709160" y="3246120"/>
            <a:ext cx="1005840" cy="265176"/>
          </a:xfrm>
          <a:prstGeom prst="rect">
            <a:avLst/>
          </a:prstGeom>
          <a:solidFill>
            <a:srgbClr val="F7F9FB"/>
          </a:solidFill>
          <a:ln w="6350">
            <a:solidFill>
              <a:srgbClr val="D3DCE5"/>
            </a:solidFill>
            <a:prstDash val="solid"/>
          </a:ln>
        </p:spPr>
      </p:sp>
      <p:sp>
        <p:nvSpPr>
          <p:cNvPr id="83" name="Text 81"/>
          <p:cNvSpPr txBox="1"/>
          <p:nvPr/>
        </p:nvSpPr>
        <p:spPr>
          <a:xfrm>
            <a:off x="4773168" y="324612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4" name="Shape 82"/>
          <p:cNvSpPr/>
          <p:nvPr/>
        </p:nvSpPr>
        <p:spPr>
          <a:xfrm>
            <a:off x="5715000" y="3246120"/>
            <a:ext cx="1417320" cy="265176"/>
          </a:xfrm>
          <a:prstGeom prst="rect">
            <a:avLst/>
          </a:prstGeom>
          <a:solidFill>
            <a:srgbClr val="F7F9FB"/>
          </a:solidFill>
          <a:ln w="6350">
            <a:solidFill>
              <a:srgbClr val="D3DCE5"/>
            </a:solidFill>
            <a:prstDash val="solid"/>
          </a:ln>
        </p:spPr>
      </p:sp>
      <p:sp>
        <p:nvSpPr>
          <p:cNvPr id="85" name="Text 83"/>
          <p:cNvSpPr txBox="1"/>
          <p:nvPr/>
        </p:nvSpPr>
        <p:spPr>
          <a:xfrm>
            <a:off x="5779008" y="324612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6" name="Shape 84"/>
          <p:cNvSpPr/>
          <p:nvPr/>
        </p:nvSpPr>
        <p:spPr>
          <a:xfrm>
            <a:off x="7132320" y="3246120"/>
            <a:ext cx="1097280" cy="265176"/>
          </a:xfrm>
          <a:prstGeom prst="rect">
            <a:avLst/>
          </a:prstGeom>
          <a:solidFill>
            <a:srgbClr val="F7F9FB"/>
          </a:solidFill>
          <a:ln w="6350">
            <a:solidFill>
              <a:srgbClr val="D3DCE5"/>
            </a:solidFill>
            <a:prstDash val="solid"/>
          </a:ln>
        </p:spPr>
      </p:sp>
      <p:sp>
        <p:nvSpPr>
          <p:cNvPr id="87" name="Text 85"/>
          <p:cNvSpPr txBox="1"/>
          <p:nvPr/>
        </p:nvSpPr>
        <p:spPr>
          <a:xfrm>
            <a:off x="7196328" y="324612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8" name="Shape 86"/>
          <p:cNvSpPr/>
          <p:nvPr/>
        </p:nvSpPr>
        <p:spPr>
          <a:xfrm>
            <a:off x="8229600" y="3246120"/>
            <a:ext cx="3557016" cy="265176"/>
          </a:xfrm>
          <a:prstGeom prst="rect">
            <a:avLst/>
          </a:prstGeom>
          <a:solidFill>
            <a:srgbClr val="F7F9FB"/>
          </a:solidFill>
          <a:ln w="6350">
            <a:solidFill>
              <a:srgbClr val="D3DCE5"/>
            </a:solidFill>
            <a:prstDash val="solid"/>
          </a:ln>
        </p:spPr>
      </p:sp>
      <p:sp>
        <p:nvSpPr>
          <p:cNvPr id="89" name="Text 87"/>
          <p:cNvSpPr txBox="1"/>
          <p:nvPr/>
        </p:nvSpPr>
        <p:spPr>
          <a:xfrm>
            <a:off x="8293608" y="324612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0" name="Shape 88"/>
          <p:cNvSpPr/>
          <p:nvPr/>
        </p:nvSpPr>
        <p:spPr>
          <a:xfrm>
            <a:off x="411480" y="3511296"/>
            <a:ext cx="2788920" cy="265176"/>
          </a:xfrm>
          <a:prstGeom prst="rect">
            <a:avLst/>
          </a:prstGeom>
          <a:solidFill>
            <a:srgbClr val="FFFFFF"/>
          </a:solidFill>
          <a:ln w="6350">
            <a:solidFill>
              <a:srgbClr val="D3DCE5"/>
            </a:solidFill>
            <a:prstDash val="solid"/>
          </a:ln>
        </p:spPr>
      </p:sp>
      <p:sp>
        <p:nvSpPr>
          <p:cNvPr id="91" name="Text 89"/>
          <p:cNvSpPr txBox="1"/>
          <p:nvPr/>
        </p:nvSpPr>
        <p:spPr>
          <a:xfrm>
            <a:off x="475488" y="351129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2" name="Shape 90"/>
          <p:cNvSpPr/>
          <p:nvPr/>
        </p:nvSpPr>
        <p:spPr>
          <a:xfrm>
            <a:off x="3200400" y="3511296"/>
            <a:ext cx="1508760" cy="265176"/>
          </a:xfrm>
          <a:prstGeom prst="rect">
            <a:avLst/>
          </a:prstGeom>
          <a:solidFill>
            <a:srgbClr val="FFFFFF"/>
          </a:solidFill>
          <a:ln w="6350">
            <a:solidFill>
              <a:srgbClr val="D3DCE5"/>
            </a:solidFill>
            <a:prstDash val="solid"/>
          </a:ln>
        </p:spPr>
      </p:sp>
      <p:sp>
        <p:nvSpPr>
          <p:cNvPr id="93" name="Text 91"/>
          <p:cNvSpPr txBox="1"/>
          <p:nvPr/>
        </p:nvSpPr>
        <p:spPr>
          <a:xfrm>
            <a:off x="3264408" y="351129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4" name="Shape 92"/>
          <p:cNvSpPr/>
          <p:nvPr/>
        </p:nvSpPr>
        <p:spPr>
          <a:xfrm>
            <a:off x="4709160" y="3511296"/>
            <a:ext cx="1005840" cy="265176"/>
          </a:xfrm>
          <a:prstGeom prst="rect">
            <a:avLst/>
          </a:prstGeom>
          <a:solidFill>
            <a:srgbClr val="FFFFFF"/>
          </a:solidFill>
          <a:ln w="6350">
            <a:solidFill>
              <a:srgbClr val="D3DCE5"/>
            </a:solidFill>
            <a:prstDash val="solid"/>
          </a:ln>
        </p:spPr>
      </p:sp>
      <p:sp>
        <p:nvSpPr>
          <p:cNvPr id="95" name="Text 93"/>
          <p:cNvSpPr txBox="1"/>
          <p:nvPr/>
        </p:nvSpPr>
        <p:spPr>
          <a:xfrm>
            <a:off x="4773168" y="351129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6" name="Shape 94"/>
          <p:cNvSpPr/>
          <p:nvPr/>
        </p:nvSpPr>
        <p:spPr>
          <a:xfrm>
            <a:off x="5715000" y="3511296"/>
            <a:ext cx="1417320" cy="265176"/>
          </a:xfrm>
          <a:prstGeom prst="rect">
            <a:avLst/>
          </a:prstGeom>
          <a:solidFill>
            <a:srgbClr val="FFFFFF"/>
          </a:solidFill>
          <a:ln w="6350">
            <a:solidFill>
              <a:srgbClr val="D3DCE5"/>
            </a:solidFill>
            <a:prstDash val="solid"/>
          </a:ln>
        </p:spPr>
      </p:sp>
      <p:sp>
        <p:nvSpPr>
          <p:cNvPr id="97" name="Text 95"/>
          <p:cNvSpPr txBox="1"/>
          <p:nvPr/>
        </p:nvSpPr>
        <p:spPr>
          <a:xfrm>
            <a:off x="5779008" y="351129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8" name="Shape 96"/>
          <p:cNvSpPr/>
          <p:nvPr/>
        </p:nvSpPr>
        <p:spPr>
          <a:xfrm>
            <a:off x="7132320" y="3511296"/>
            <a:ext cx="1097280" cy="265176"/>
          </a:xfrm>
          <a:prstGeom prst="rect">
            <a:avLst/>
          </a:prstGeom>
          <a:solidFill>
            <a:srgbClr val="FFFFFF"/>
          </a:solidFill>
          <a:ln w="6350">
            <a:solidFill>
              <a:srgbClr val="D3DCE5"/>
            </a:solidFill>
            <a:prstDash val="solid"/>
          </a:ln>
        </p:spPr>
      </p:sp>
      <p:sp>
        <p:nvSpPr>
          <p:cNvPr id="99" name="Text 97"/>
          <p:cNvSpPr txBox="1"/>
          <p:nvPr/>
        </p:nvSpPr>
        <p:spPr>
          <a:xfrm>
            <a:off x="7196328" y="351129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0" name="Shape 98"/>
          <p:cNvSpPr/>
          <p:nvPr/>
        </p:nvSpPr>
        <p:spPr>
          <a:xfrm>
            <a:off x="8229600" y="3511296"/>
            <a:ext cx="3557016" cy="265176"/>
          </a:xfrm>
          <a:prstGeom prst="rect">
            <a:avLst/>
          </a:prstGeom>
          <a:solidFill>
            <a:srgbClr val="FFFFFF"/>
          </a:solidFill>
          <a:ln w="6350">
            <a:solidFill>
              <a:srgbClr val="D3DCE5"/>
            </a:solidFill>
            <a:prstDash val="solid"/>
          </a:ln>
        </p:spPr>
      </p:sp>
      <p:sp>
        <p:nvSpPr>
          <p:cNvPr id="101" name="Text 99"/>
          <p:cNvSpPr txBox="1"/>
          <p:nvPr/>
        </p:nvSpPr>
        <p:spPr>
          <a:xfrm>
            <a:off x="8293608" y="351129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2" name="Shape 100"/>
          <p:cNvSpPr/>
          <p:nvPr/>
        </p:nvSpPr>
        <p:spPr>
          <a:xfrm>
            <a:off x="411480" y="3776472"/>
            <a:ext cx="2788920" cy="265176"/>
          </a:xfrm>
          <a:prstGeom prst="rect">
            <a:avLst/>
          </a:prstGeom>
          <a:solidFill>
            <a:srgbClr val="F7F9FB"/>
          </a:solidFill>
          <a:ln w="6350">
            <a:solidFill>
              <a:srgbClr val="D3DCE5"/>
            </a:solidFill>
            <a:prstDash val="solid"/>
          </a:ln>
        </p:spPr>
      </p:sp>
      <p:sp>
        <p:nvSpPr>
          <p:cNvPr id="103" name="Text 101"/>
          <p:cNvSpPr txBox="1"/>
          <p:nvPr/>
        </p:nvSpPr>
        <p:spPr>
          <a:xfrm>
            <a:off x="475488" y="377647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4" name="Shape 102"/>
          <p:cNvSpPr/>
          <p:nvPr/>
        </p:nvSpPr>
        <p:spPr>
          <a:xfrm>
            <a:off x="3200400" y="3776472"/>
            <a:ext cx="1508760" cy="265176"/>
          </a:xfrm>
          <a:prstGeom prst="rect">
            <a:avLst/>
          </a:prstGeom>
          <a:solidFill>
            <a:srgbClr val="F7F9FB"/>
          </a:solidFill>
          <a:ln w="6350">
            <a:solidFill>
              <a:srgbClr val="D3DCE5"/>
            </a:solidFill>
            <a:prstDash val="solid"/>
          </a:ln>
        </p:spPr>
      </p:sp>
      <p:sp>
        <p:nvSpPr>
          <p:cNvPr id="105" name="Text 103"/>
          <p:cNvSpPr txBox="1"/>
          <p:nvPr/>
        </p:nvSpPr>
        <p:spPr>
          <a:xfrm>
            <a:off x="3264408" y="377647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6" name="Shape 104"/>
          <p:cNvSpPr/>
          <p:nvPr/>
        </p:nvSpPr>
        <p:spPr>
          <a:xfrm>
            <a:off x="4709160" y="3776472"/>
            <a:ext cx="1005840" cy="265176"/>
          </a:xfrm>
          <a:prstGeom prst="rect">
            <a:avLst/>
          </a:prstGeom>
          <a:solidFill>
            <a:srgbClr val="F7F9FB"/>
          </a:solidFill>
          <a:ln w="6350">
            <a:solidFill>
              <a:srgbClr val="D3DCE5"/>
            </a:solidFill>
            <a:prstDash val="solid"/>
          </a:ln>
        </p:spPr>
      </p:sp>
      <p:sp>
        <p:nvSpPr>
          <p:cNvPr id="107" name="Text 105"/>
          <p:cNvSpPr txBox="1"/>
          <p:nvPr/>
        </p:nvSpPr>
        <p:spPr>
          <a:xfrm>
            <a:off x="4773168" y="377647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8" name="Shape 106"/>
          <p:cNvSpPr/>
          <p:nvPr/>
        </p:nvSpPr>
        <p:spPr>
          <a:xfrm>
            <a:off x="5715000" y="3776472"/>
            <a:ext cx="1417320" cy="265176"/>
          </a:xfrm>
          <a:prstGeom prst="rect">
            <a:avLst/>
          </a:prstGeom>
          <a:solidFill>
            <a:srgbClr val="F7F9FB"/>
          </a:solidFill>
          <a:ln w="6350">
            <a:solidFill>
              <a:srgbClr val="D3DCE5"/>
            </a:solidFill>
            <a:prstDash val="solid"/>
          </a:ln>
        </p:spPr>
      </p:sp>
      <p:sp>
        <p:nvSpPr>
          <p:cNvPr id="109" name="Text 107"/>
          <p:cNvSpPr txBox="1"/>
          <p:nvPr/>
        </p:nvSpPr>
        <p:spPr>
          <a:xfrm>
            <a:off x="5779008" y="377647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0" name="Shape 108"/>
          <p:cNvSpPr/>
          <p:nvPr/>
        </p:nvSpPr>
        <p:spPr>
          <a:xfrm>
            <a:off x="7132320" y="3776472"/>
            <a:ext cx="1097280" cy="265176"/>
          </a:xfrm>
          <a:prstGeom prst="rect">
            <a:avLst/>
          </a:prstGeom>
          <a:solidFill>
            <a:srgbClr val="F7F9FB"/>
          </a:solidFill>
          <a:ln w="6350">
            <a:solidFill>
              <a:srgbClr val="D3DCE5"/>
            </a:solidFill>
            <a:prstDash val="solid"/>
          </a:ln>
        </p:spPr>
      </p:sp>
      <p:sp>
        <p:nvSpPr>
          <p:cNvPr id="111" name="Text 109"/>
          <p:cNvSpPr txBox="1"/>
          <p:nvPr/>
        </p:nvSpPr>
        <p:spPr>
          <a:xfrm>
            <a:off x="7196328" y="377647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2" name="Shape 110"/>
          <p:cNvSpPr/>
          <p:nvPr/>
        </p:nvSpPr>
        <p:spPr>
          <a:xfrm>
            <a:off x="8229600" y="3776472"/>
            <a:ext cx="3557016" cy="265176"/>
          </a:xfrm>
          <a:prstGeom prst="rect">
            <a:avLst/>
          </a:prstGeom>
          <a:solidFill>
            <a:srgbClr val="F7F9FB"/>
          </a:solidFill>
          <a:ln w="6350">
            <a:solidFill>
              <a:srgbClr val="D3DCE5"/>
            </a:solidFill>
            <a:prstDash val="solid"/>
          </a:ln>
        </p:spPr>
      </p:sp>
      <p:sp>
        <p:nvSpPr>
          <p:cNvPr id="113" name="Text 111"/>
          <p:cNvSpPr txBox="1"/>
          <p:nvPr/>
        </p:nvSpPr>
        <p:spPr>
          <a:xfrm>
            <a:off x="8293608" y="377647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4" name="Shape 112"/>
          <p:cNvSpPr/>
          <p:nvPr/>
        </p:nvSpPr>
        <p:spPr>
          <a:xfrm>
            <a:off x="411480" y="4041648"/>
            <a:ext cx="2788920" cy="265176"/>
          </a:xfrm>
          <a:prstGeom prst="rect">
            <a:avLst/>
          </a:prstGeom>
          <a:solidFill>
            <a:srgbClr val="EEF2F6"/>
          </a:solidFill>
          <a:ln w="6350">
            <a:solidFill>
              <a:srgbClr val="D3DCE5"/>
            </a:solidFill>
            <a:prstDash val="solid"/>
          </a:ln>
        </p:spPr>
      </p:sp>
      <p:sp>
        <p:nvSpPr>
          <p:cNvPr id="115" name="Text 113"/>
          <p:cNvSpPr txBox="1"/>
          <p:nvPr/>
        </p:nvSpPr>
        <p:spPr>
          <a:xfrm>
            <a:off x="475488" y="404164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6" name="Shape 114"/>
          <p:cNvSpPr/>
          <p:nvPr/>
        </p:nvSpPr>
        <p:spPr>
          <a:xfrm>
            <a:off x="3200400" y="4041648"/>
            <a:ext cx="1508760" cy="265176"/>
          </a:xfrm>
          <a:prstGeom prst="rect">
            <a:avLst/>
          </a:prstGeom>
          <a:solidFill>
            <a:srgbClr val="EEF2F6"/>
          </a:solidFill>
          <a:ln w="6350">
            <a:solidFill>
              <a:srgbClr val="D3DCE5"/>
            </a:solidFill>
            <a:prstDash val="solid"/>
          </a:ln>
        </p:spPr>
      </p:sp>
      <p:sp>
        <p:nvSpPr>
          <p:cNvPr id="117" name="Text 115"/>
          <p:cNvSpPr txBox="1"/>
          <p:nvPr/>
        </p:nvSpPr>
        <p:spPr>
          <a:xfrm>
            <a:off x="3264408" y="4041648"/>
            <a:ext cx="1380744" cy="265176"/>
          </a:xfrm>
          <a:prstGeom prst="rect">
            <a:avLst/>
          </a:prstGeom>
          <a:noFill/>
          <a:ln/>
        </p:spPr>
        <p:txBody>
          <a:bodyPr wrap="square" lIns="0" tIns="0" rIns="0" bIns="0" rtlCol="0" anchor="ctr"/>
          <a:lstStyle/>
          <a:p>
            <a:pPr algn="r" indent="0" marL="0">
              <a:buNone/>
            </a:pPr>
            <a:endParaRPr lang="en-US" sz="850" dirty="0"/>
          </a:p>
        </p:txBody>
      </p:sp>
      <p:sp>
        <p:nvSpPr>
          <p:cNvPr id="118" name="Shape 116"/>
          <p:cNvSpPr/>
          <p:nvPr/>
        </p:nvSpPr>
        <p:spPr>
          <a:xfrm>
            <a:off x="4709160" y="4041648"/>
            <a:ext cx="1005840" cy="265176"/>
          </a:xfrm>
          <a:prstGeom prst="rect">
            <a:avLst/>
          </a:prstGeom>
          <a:solidFill>
            <a:srgbClr val="EEF2F6"/>
          </a:solidFill>
          <a:ln w="6350">
            <a:solidFill>
              <a:srgbClr val="D3DCE5"/>
            </a:solidFill>
            <a:prstDash val="solid"/>
          </a:ln>
        </p:spPr>
      </p:sp>
      <p:sp>
        <p:nvSpPr>
          <p:cNvPr id="119" name="Text 117"/>
          <p:cNvSpPr txBox="1"/>
          <p:nvPr/>
        </p:nvSpPr>
        <p:spPr>
          <a:xfrm>
            <a:off x="4773168" y="4041648"/>
            <a:ext cx="877824" cy="265176"/>
          </a:xfrm>
          <a:prstGeom prst="rect">
            <a:avLst/>
          </a:prstGeom>
          <a:noFill/>
          <a:ln/>
        </p:spPr>
        <p:txBody>
          <a:bodyPr wrap="square" lIns="0" tIns="0" rIns="0" bIns="0" rtlCol="0" anchor="ctr"/>
          <a:lstStyle/>
          <a:p>
            <a:pPr algn="ctr" indent="0" marL="0">
              <a:buNone/>
            </a:pPr>
            <a:endParaRPr lang="en-US" sz="850" dirty="0"/>
          </a:p>
        </p:txBody>
      </p:sp>
      <p:sp>
        <p:nvSpPr>
          <p:cNvPr id="120" name="Shape 118"/>
          <p:cNvSpPr/>
          <p:nvPr/>
        </p:nvSpPr>
        <p:spPr>
          <a:xfrm>
            <a:off x="5715000" y="4041648"/>
            <a:ext cx="1417320" cy="265176"/>
          </a:xfrm>
          <a:prstGeom prst="rect">
            <a:avLst/>
          </a:prstGeom>
          <a:solidFill>
            <a:srgbClr val="EEF2F6"/>
          </a:solidFill>
          <a:ln w="6350">
            <a:solidFill>
              <a:srgbClr val="D3DCE5"/>
            </a:solidFill>
            <a:prstDash val="solid"/>
          </a:ln>
        </p:spPr>
      </p:sp>
      <p:sp>
        <p:nvSpPr>
          <p:cNvPr id="121" name="Text 119"/>
          <p:cNvSpPr txBox="1"/>
          <p:nvPr/>
        </p:nvSpPr>
        <p:spPr>
          <a:xfrm>
            <a:off x="5779008" y="4041648"/>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2" name="Shape 120"/>
          <p:cNvSpPr/>
          <p:nvPr/>
        </p:nvSpPr>
        <p:spPr>
          <a:xfrm>
            <a:off x="7132320" y="4041648"/>
            <a:ext cx="1097280" cy="265176"/>
          </a:xfrm>
          <a:prstGeom prst="rect">
            <a:avLst/>
          </a:prstGeom>
          <a:solidFill>
            <a:srgbClr val="EEF2F6"/>
          </a:solidFill>
          <a:ln w="6350">
            <a:solidFill>
              <a:srgbClr val="D3DCE5"/>
            </a:solidFill>
            <a:prstDash val="solid"/>
          </a:ln>
        </p:spPr>
      </p:sp>
      <p:sp>
        <p:nvSpPr>
          <p:cNvPr id="123" name="Text 121"/>
          <p:cNvSpPr txBox="1"/>
          <p:nvPr/>
        </p:nvSpPr>
        <p:spPr>
          <a:xfrm>
            <a:off x="7196328" y="4041648"/>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4" name="Shape 122"/>
          <p:cNvSpPr/>
          <p:nvPr/>
        </p:nvSpPr>
        <p:spPr>
          <a:xfrm>
            <a:off x="8229600" y="4041648"/>
            <a:ext cx="3557016" cy="265176"/>
          </a:xfrm>
          <a:prstGeom prst="rect">
            <a:avLst/>
          </a:prstGeom>
          <a:solidFill>
            <a:srgbClr val="EEF2F6"/>
          </a:solidFill>
          <a:ln w="6350">
            <a:solidFill>
              <a:srgbClr val="D3DCE5"/>
            </a:solidFill>
            <a:prstDash val="solid"/>
          </a:ln>
        </p:spPr>
      </p:sp>
      <p:sp>
        <p:nvSpPr>
          <p:cNvPr id="125" name="Text 123"/>
          <p:cNvSpPr txBox="1"/>
          <p:nvPr/>
        </p:nvSpPr>
        <p:spPr>
          <a:xfrm>
            <a:off x="8293608" y="4041648"/>
            <a:ext cx="3429000" cy="265176"/>
          </a:xfrm>
          <a:prstGeom prst="rect">
            <a:avLst/>
          </a:prstGeom>
          <a:noFill/>
          <a:ln/>
        </p:spPr>
        <p:txBody>
          <a:bodyPr wrap="square" lIns="0" tIns="0" rIns="0" bIns="0" rtlCol="0" anchor="ctr"/>
          <a:lstStyle/>
          <a:p>
            <a:pPr algn="l" indent="0" marL="0">
              <a:buNone/>
            </a:pPr>
            <a:endParaRPr lang="en-US" sz="850" dirty="0"/>
          </a:p>
        </p:txBody>
      </p:sp>
      <p:sp>
        <p:nvSpPr>
          <p:cNvPr id="126" name="Shape 124"/>
          <p:cNvSpPr/>
          <p:nvPr/>
        </p:nvSpPr>
        <p:spPr>
          <a:xfrm>
            <a:off x="411480" y="4306824"/>
            <a:ext cx="2788920" cy="265176"/>
          </a:xfrm>
          <a:prstGeom prst="rect">
            <a:avLst/>
          </a:prstGeom>
          <a:solidFill>
            <a:srgbClr val="F7F9FB"/>
          </a:solidFill>
          <a:ln w="6350">
            <a:solidFill>
              <a:srgbClr val="D3DCE5"/>
            </a:solidFill>
            <a:prstDash val="solid"/>
          </a:ln>
        </p:spPr>
      </p:sp>
      <p:sp>
        <p:nvSpPr>
          <p:cNvPr id="127" name="Text 125"/>
          <p:cNvSpPr txBox="1"/>
          <p:nvPr/>
        </p:nvSpPr>
        <p:spPr>
          <a:xfrm>
            <a:off x="475488" y="430682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8" name="Shape 126"/>
          <p:cNvSpPr/>
          <p:nvPr/>
        </p:nvSpPr>
        <p:spPr>
          <a:xfrm>
            <a:off x="3200400" y="4306824"/>
            <a:ext cx="1508760" cy="265176"/>
          </a:xfrm>
          <a:prstGeom prst="rect">
            <a:avLst/>
          </a:prstGeom>
          <a:solidFill>
            <a:srgbClr val="F7F9FB"/>
          </a:solidFill>
          <a:ln w="6350">
            <a:solidFill>
              <a:srgbClr val="D3DCE5"/>
            </a:solidFill>
            <a:prstDash val="solid"/>
          </a:ln>
        </p:spPr>
      </p:sp>
      <p:sp>
        <p:nvSpPr>
          <p:cNvPr id="129" name="Text 127"/>
          <p:cNvSpPr txBox="1"/>
          <p:nvPr/>
        </p:nvSpPr>
        <p:spPr>
          <a:xfrm>
            <a:off x="3264408" y="4306824"/>
            <a:ext cx="1380744" cy="265176"/>
          </a:xfrm>
          <a:prstGeom prst="rect">
            <a:avLst/>
          </a:prstGeom>
          <a:noFill/>
          <a:ln/>
        </p:spPr>
        <p:txBody>
          <a:bodyPr wrap="square" lIns="0" tIns="0" rIns="0" bIns="0" rtlCol="0" anchor="ctr"/>
          <a:lstStyle/>
          <a:p>
            <a:pPr algn="r" indent="0" marL="0">
              <a:buNone/>
            </a:pPr>
            <a:endParaRPr lang="en-US" sz="850" dirty="0"/>
          </a:p>
        </p:txBody>
      </p:sp>
      <p:sp>
        <p:nvSpPr>
          <p:cNvPr id="130" name="Shape 128"/>
          <p:cNvSpPr/>
          <p:nvPr/>
        </p:nvSpPr>
        <p:spPr>
          <a:xfrm>
            <a:off x="4709160" y="4306824"/>
            <a:ext cx="1005840" cy="265176"/>
          </a:xfrm>
          <a:prstGeom prst="rect">
            <a:avLst/>
          </a:prstGeom>
          <a:solidFill>
            <a:srgbClr val="F7F9FB"/>
          </a:solidFill>
          <a:ln w="6350">
            <a:solidFill>
              <a:srgbClr val="D3DCE5"/>
            </a:solidFill>
            <a:prstDash val="solid"/>
          </a:ln>
        </p:spPr>
      </p:sp>
      <p:sp>
        <p:nvSpPr>
          <p:cNvPr id="131" name="Text 129"/>
          <p:cNvSpPr txBox="1"/>
          <p:nvPr/>
        </p:nvSpPr>
        <p:spPr>
          <a:xfrm>
            <a:off x="4773168" y="4306824"/>
            <a:ext cx="877824" cy="265176"/>
          </a:xfrm>
          <a:prstGeom prst="rect">
            <a:avLst/>
          </a:prstGeom>
          <a:noFill/>
          <a:ln/>
        </p:spPr>
        <p:txBody>
          <a:bodyPr wrap="square" lIns="0" tIns="0" rIns="0" bIns="0" rtlCol="0" anchor="ctr"/>
          <a:lstStyle/>
          <a:p>
            <a:pPr algn="ctr" indent="0" marL="0">
              <a:buNone/>
            </a:pPr>
            <a:endParaRPr lang="en-US" sz="850" dirty="0"/>
          </a:p>
        </p:txBody>
      </p:sp>
      <p:sp>
        <p:nvSpPr>
          <p:cNvPr id="132" name="Shape 130"/>
          <p:cNvSpPr/>
          <p:nvPr/>
        </p:nvSpPr>
        <p:spPr>
          <a:xfrm>
            <a:off x="5715000" y="4306824"/>
            <a:ext cx="1417320" cy="265176"/>
          </a:xfrm>
          <a:prstGeom prst="rect">
            <a:avLst/>
          </a:prstGeom>
          <a:solidFill>
            <a:srgbClr val="F7F9FB"/>
          </a:solidFill>
          <a:ln w="6350">
            <a:solidFill>
              <a:srgbClr val="D3DCE5"/>
            </a:solidFill>
            <a:prstDash val="solid"/>
          </a:ln>
        </p:spPr>
      </p:sp>
      <p:sp>
        <p:nvSpPr>
          <p:cNvPr id="133" name="Text 131"/>
          <p:cNvSpPr txBox="1"/>
          <p:nvPr/>
        </p:nvSpPr>
        <p:spPr>
          <a:xfrm>
            <a:off x="5779008" y="430682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1,462</a:t>
            </a:r>
            <a:endParaRPr lang="en-US" sz="850" dirty="0"/>
          </a:p>
        </p:txBody>
      </p:sp>
      <p:sp>
        <p:nvSpPr>
          <p:cNvPr id="134" name="Shape 132"/>
          <p:cNvSpPr/>
          <p:nvPr/>
        </p:nvSpPr>
        <p:spPr>
          <a:xfrm>
            <a:off x="7132320" y="4306824"/>
            <a:ext cx="1097280" cy="265176"/>
          </a:xfrm>
          <a:prstGeom prst="rect">
            <a:avLst/>
          </a:prstGeom>
          <a:solidFill>
            <a:srgbClr val="F7F9FB"/>
          </a:solidFill>
          <a:ln w="6350">
            <a:solidFill>
              <a:srgbClr val="D3DCE5"/>
            </a:solidFill>
            <a:prstDash val="solid"/>
          </a:ln>
        </p:spPr>
      </p:sp>
      <p:sp>
        <p:nvSpPr>
          <p:cNvPr id="135" name="Text 133"/>
          <p:cNvSpPr txBox="1"/>
          <p:nvPr/>
        </p:nvSpPr>
        <p:spPr>
          <a:xfrm>
            <a:off x="7196328" y="430682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6" name="Shape 134"/>
          <p:cNvSpPr/>
          <p:nvPr/>
        </p:nvSpPr>
        <p:spPr>
          <a:xfrm>
            <a:off x="8229600" y="4306824"/>
            <a:ext cx="3557016" cy="265176"/>
          </a:xfrm>
          <a:prstGeom prst="rect">
            <a:avLst/>
          </a:prstGeom>
          <a:solidFill>
            <a:srgbClr val="F7F9FB"/>
          </a:solidFill>
          <a:ln w="6350">
            <a:solidFill>
              <a:srgbClr val="D3DCE5"/>
            </a:solidFill>
            <a:prstDash val="solid"/>
          </a:ln>
        </p:spPr>
      </p:sp>
      <p:sp>
        <p:nvSpPr>
          <p:cNvPr id="137" name="Text 135"/>
          <p:cNvSpPr txBox="1"/>
          <p:nvPr/>
        </p:nvSpPr>
        <p:spPr>
          <a:xfrm>
            <a:off x="8293608" y="430682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US$600m of notes</a:t>
            </a:r>
            <a:endParaRPr lang="en-US" sz="850" dirty="0"/>
          </a:p>
        </p:txBody>
      </p:sp>
      <p:sp>
        <p:nvSpPr>
          <p:cNvPr id="138" name="Shape 136"/>
          <p:cNvSpPr/>
          <p:nvPr/>
        </p:nvSpPr>
        <p:spPr>
          <a:xfrm>
            <a:off x="411480" y="4572000"/>
            <a:ext cx="2788920" cy="265176"/>
          </a:xfrm>
          <a:prstGeom prst="rect">
            <a:avLst/>
          </a:prstGeom>
          <a:solidFill>
            <a:srgbClr val="D6EBE7"/>
          </a:solidFill>
          <a:ln w="6350">
            <a:solidFill>
              <a:srgbClr val="D3DCE5"/>
            </a:solidFill>
            <a:prstDash val="solid"/>
          </a:ln>
        </p:spPr>
      </p:sp>
      <p:sp>
        <p:nvSpPr>
          <p:cNvPr id="139" name="Text 137"/>
          <p:cNvSpPr txBox="1"/>
          <p:nvPr/>
        </p:nvSpPr>
        <p:spPr>
          <a:xfrm>
            <a:off x="475488" y="4572000"/>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0" name="Shape 138"/>
          <p:cNvSpPr/>
          <p:nvPr/>
        </p:nvSpPr>
        <p:spPr>
          <a:xfrm>
            <a:off x="3200400" y="4572000"/>
            <a:ext cx="1508760" cy="265176"/>
          </a:xfrm>
          <a:prstGeom prst="rect">
            <a:avLst/>
          </a:prstGeom>
          <a:solidFill>
            <a:srgbClr val="D6EBE7"/>
          </a:solidFill>
          <a:ln w="6350">
            <a:solidFill>
              <a:srgbClr val="D3DCE5"/>
            </a:solidFill>
            <a:prstDash val="solid"/>
          </a:ln>
        </p:spPr>
      </p:sp>
      <p:sp>
        <p:nvSpPr>
          <p:cNvPr id="141" name="Text 139"/>
          <p:cNvSpPr txBox="1"/>
          <p:nvPr/>
        </p:nvSpPr>
        <p:spPr>
          <a:xfrm>
            <a:off x="3264408" y="4572000"/>
            <a:ext cx="1380744" cy="265176"/>
          </a:xfrm>
          <a:prstGeom prst="rect">
            <a:avLst/>
          </a:prstGeom>
          <a:noFill/>
          <a:ln/>
        </p:spPr>
        <p:txBody>
          <a:bodyPr wrap="square" lIns="0" tIns="0" rIns="0" bIns="0" rtlCol="0" anchor="ctr"/>
          <a:lstStyle/>
          <a:p>
            <a:pPr algn="r" indent="0" marL="0">
              <a:buNone/>
            </a:pPr>
            <a:endParaRPr lang="en-US" sz="850" dirty="0"/>
          </a:p>
        </p:txBody>
      </p:sp>
      <p:sp>
        <p:nvSpPr>
          <p:cNvPr id="142" name="Shape 140"/>
          <p:cNvSpPr/>
          <p:nvPr/>
        </p:nvSpPr>
        <p:spPr>
          <a:xfrm>
            <a:off x="4709160" y="4572000"/>
            <a:ext cx="1005840" cy="265176"/>
          </a:xfrm>
          <a:prstGeom prst="rect">
            <a:avLst/>
          </a:prstGeom>
          <a:solidFill>
            <a:srgbClr val="D6EBE7"/>
          </a:solidFill>
          <a:ln w="6350">
            <a:solidFill>
              <a:srgbClr val="D3DCE5"/>
            </a:solidFill>
            <a:prstDash val="solid"/>
          </a:ln>
        </p:spPr>
      </p:sp>
      <p:sp>
        <p:nvSpPr>
          <p:cNvPr id="143" name="Text 141"/>
          <p:cNvSpPr txBox="1"/>
          <p:nvPr/>
        </p:nvSpPr>
        <p:spPr>
          <a:xfrm>
            <a:off x="4773168" y="4572000"/>
            <a:ext cx="877824" cy="265176"/>
          </a:xfrm>
          <a:prstGeom prst="rect">
            <a:avLst/>
          </a:prstGeom>
          <a:noFill/>
          <a:ln/>
        </p:spPr>
        <p:txBody>
          <a:bodyPr wrap="square" lIns="0" tIns="0" rIns="0" bIns="0" rtlCol="0" anchor="ctr"/>
          <a:lstStyle/>
          <a:p>
            <a:pPr algn="ctr" indent="0" marL="0">
              <a:buNone/>
            </a:pPr>
            <a:endParaRPr lang="en-US" sz="850" dirty="0"/>
          </a:p>
        </p:txBody>
      </p:sp>
      <p:sp>
        <p:nvSpPr>
          <p:cNvPr id="144" name="Shape 142"/>
          <p:cNvSpPr/>
          <p:nvPr/>
        </p:nvSpPr>
        <p:spPr>
          <a:xfrm>
            <a:off x="5715000" y="4572000"/>
            <a:ext cx="1417320" cy="265176"/>
          </a:xfrm>
          <a:prstGeom prst="rect">
            <a:avLst/>
          </a:prstGeom>
          <a:solidFill>
            <a:srgbClr val="D6EBE7"/>
          </a:solidFill>
          <a:ln w="6350">
            <a:solidFill>
              <a:srgbClr val="D3DCE5"/>
            </a:solidFill>
            <a:prstDash val="solid"/>
          </a:ln>
        </p:spPr>
      </p:sp>
      <p:sp>
        <p:nvSpPr>
          <p:cNvPr id="145" name="Text 143"/>
          <p:cNvSpPr txBox="1"/>
          <p:nvPr/>
        </p:nvSpPr>
        <p:spPr>
          <a:xfrm>
            <a:off x="5779008" y="4572000"/>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6" name="Shape 144"/>
          <p:cNvSpPr/>
          <p:nvPr/>
        </p:nvSpPr>
        <p:spPr>
          <a:xfrm>
            <a:off x="7132320" y="4572000"/>
            <a:ext cx="1097280" cy="265176"/>
          </a:xfrm>
          <a:prstGeom prst="rect">
            <a:avLst/>
          </a:prstGeom>
          <a:solidFill>
            <a:srgbClr val="D6EBE7"/>
          </a:solidFill>
          <a:ln w="6350">
            <a:solidFill>
              <a:srgbClr val="D3DCE5"/>
            </a:solidFill>
            <a:prstDash val="solid"/>
          </a:ln>
        </p:spPr>
      </p:sp>
      <p:sp>
        <p:nvSpPr>
          <p:cNvPr id="147" name="Text 145"/>
          <p:cNvSpPr txBox="1"/>
          <p:nvPr/>
        </p:nvSpPr>
        <p:spPr>
          <a:xfrm>
            <a:off x="7196328" y="4572000"/>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8" name="Shape 146"/>
          <p:cNvSpPr/>
          <p:nvPr/>
        </p:nvSpPr>
        <p:spPr>
          <a:xfrm>
            <a:off x="8229600" y="4572000"/>
            <a:ext cx="3557016" cy="265176"/>
          </a:xfrm>
          <a:prstGeom prst="rect">
            <a:avLst/>
          </a:prstGeom>
          <a:solidFill>
            <a:srgbClr val="D6EBE7"/>
          </a:solidFill>
          <a:ln w="6350">
            <a:solidFill>
              <a:srgbClr val="D3DCE5"/>
            </a:solidFill>
            <a:prstDash val="solid"/>
          </a:ln>
        </p:spPr>
      </p:sp>
      <p:sp>
        <p:nvSpPr>
          <p:cNvPr id="149" name="Text 147"/>
          <p:cNvSpPr txBox="1"/>
          <p:nvPr/>
        </p:nvSpPr>
        <p:spPr>
          <a:xfrm>
            <a:off x="8293608" y="4572000"/>
            <a:ext cx="3429000" cy="265176"/>
          </a:xfrm>
          <a:prstGeom prst="rect">
            <a:avLst/>
          </a:prstGeom>
          <a:noFill/>
          <a:ln/>
        </p:spPr>
        <p:txBody>
          <a:bodyPr wrap="square" lIns="0" tIns="0" rIns="0" bIns="0" rtlCol="0" anchor="ctr"/>
          <a:lstStyle/>
          <a:p>
            <a:pPr algn="l" indent="0" marL="0">
              <a:buNone/>
            </a:pPr>
            <a:endParaRPr lang="en-US" sz="850" dirty="0"/>
          </a:p>
        </p:txBody>
      </p:sp>
      <p:sp>
        <p:nvSpPr>
          <p:cNvPr id="150" name="Shape 148"/>
          <p:cNvSpPr/>
          <p:nvPr/>
        </p:nvSpPr>
        <p:spPr>
          <a:xfrm>
            <a:off x="411480" y="4873752"/>
            <a:ext cx="11375136" cy="1316736"/>
          </a:xfrm>
          <a:prstGeom prst="rect">
            <a:avLst/>
          </a:prstGeom>
          <a:solidFill>
            <a:srgbClr val="EEF2F6"/>
          </a:solidFill>
          <a:ln w="9525">
            <a:solidFill>
              <a:srgbClr val="D3DCE5"/>
            </a:solidFill>
            <a:prstDash val="solid"/>
          </a:ln>
        </p:spPr>
      </p:sp>
      <p:sp>
        <p:nvSpPr>
          <p:cNvPr id="151" name="Text 149"/>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that is the honest answer</a:t>
            </a:r>
            <a:endParaRPr lang="en-US" sz="1150" dirty="0"/>
          </a:p>
        </p:txBody>
      </p:sp>
      <p:sp>
        <p:nvSpPr>
          <p:cNvPr id="152" name="Text 150"/>
          <p:cNvSpPr txBox="1"/>
          <p:nvPr/>
        </p:nvSpPr>
        <p:spPr>
          <a:xfrm>
            <a:off x="576072" y="5330952"/>
            <a:ext cx="11045952" cy="768096"/>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Equity NAV of about A$4.48 sits well below both the A$6.50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920" dirty="0"/>
          </a:p>
        </p:txBody>
      </p:sp>
      <p:sp>
        <p:nvSpPr>
          <p:cNvPr id="153" name="Text 15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50" dirty="0"/>
          </a:p>
        </p:txBody>
      </p:sp>
      <p:sp>
        <p:nvSpPr>
          <p:cNvPr id="154" name="Text 15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downstream option, sized and risked</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A$2,396m unrisked, A$1,023m risked, A$0.32 per share - and deliberately excluded from the A$6.12 target.</a:t>
            </a:r>
            <a:endParaRPr lang="en-US" sz="1200" dirty="0"/>
          </a:p>
        </p:txBody>
      </p:sp>
      <p:sp>
        <p:nvSpPr>
          <p:cNvPr id="6" name="Shape 4"/>
          <p:cNvSpPr/>
          <p:nvPr/>
        </p:nvSpPr>
        <p:spPr>
          <a:xfrm>
            <a:off x="411480" y="1517904"/>
            <a:ext cx="2514600" cy="292608"/>
          </a:xfrm>
          <a:prstGeom prst="rect">
            <a:avLst/>
          </a:prstGeom>
          <a:solidFill>
            <a:srgbClr val="10233A"/>
          </a:solidFill>
          <a:ln/>
        </p:spPr>
      </p:sp>
      <p:sp>
        <p:nvSpPr>
          <p:cNvPr id="7" name="Text 5"/>
          <p:cNvSpPr txBox="1"/>
          <p:nvPr/>
        </p:nvSpPr>
        <p:spPr>
          <a:xfrm>
            <a:off x="475488" y="1517904"/>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8" name="Shape 6"/>
          <p:cNvSpPr/>
          <p:nvPr/>
        </p:nvSpPr>
        <p:spPr>
          <a:xfrm>
            <a:off x="2926080" y="1517904"/>
            <a:ext cx="1143000" cy="292608"/>
          </a:xfrm>
          <a:prstGeom prst="rect">
            <a:avLst/>
          </a:prstGeom>
          <a:solidFill>
            <a:srgbClr val="10233A"/>
          </a:solidFill>
          <a:ln/>
        </p:spPr>
      </p:sp>
      <p:sp>
        <p:nvSpPr>
          <p:cNvPr id="9" name="Text 7"/>
          <p:cNvSpPr txBox="1"/>
          <p:nvPr/>
        </p:nvSpPr>
        <p:spPr>
          <a:xfrm>
            <a:off x="2990088" y="1517904"/>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0" name="Shape 8"/>
          <p:cNvSpPr/>
          <p:nvPr/>
        </p:nvSpPr>
        <p:spPr>
          <a:xfrm>
            <a:off x="4069080" y="1517904"/>
            <a:ext cx="1234440" cy="292608"/>
          </a:xfrm>
          <a:prstGeom prst="rect">
            <a:avLst/>
          </a:prstGeom>
          <a:solidFill>
            <a:srgbClr val="10233A"/>
          </a:solidFill>
          <a:ln/>
        </p:spPr>
      </p:sp>
      <p:sp>
        <p:nvSpPr>
          <p:cNvPr id="11" name="Text 9"/>
          <p:cNvSpPr txBox="1"/>
          <p:nvPr/>
        </p:nvSpPr>
        <p:spPr>
          <a:xfrm>
            <a:off x="413308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2" name="Shape 10"/>
          <p:cNvSpPr/>
          <p:nvPr/>
        </p:nvSpPr>
        <p:spPr>
          <a:xfrm>
            <a:off x="5303520" y="1517904"/>
            <a:ext cx="1234440" cy="292608"/>
          </a:xfrm>
          <a:prstGeom prst="rect">
            <a:avLst/>
          </a:prstGeom>
          <a:solidFill>
            <a:srgbClr val="10233A"/>
          </a:solidFill>
          <a:ln/>
        </p:spPr>
      </p:sp>
      <p:sp>
        <p:nvSpPr>
          <p:cNvPr id="13" name="Text 11"/>
          <p:cNvSpPr txBox="1"/>
          <p:nvPr/>
        </p:nvSpPr>
        <p:spPr>
          <a:xfrm>
            <a:off x="536752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4" name="Shape 12"/>
          <p:cNvSpPr/>
          <p:nvPr/>
        </p:nvSpPr>
        <p:spPr>
          <a:xfrm>
            <a:off x="6537960" y="1517904"/>
            <a:ext cx="960120" cy="292608"/>
          </a:xfrm>
          <a:prstGeom prst="rect">
            <a:avLst/>
          </a:prstGeom>
          <a:solidFill>
            <a:srgbClr val="10233A"/>
          </a:solidFill>
          <a:ln/>
        </p:spPr>
      </p:sp>
      <p:sp>
        <p:nvSpPr>
          <p:cNvPr id="15" name="Text 13"/>
          <p:cNvSpPr txBox="1"/>
          <p:nvPr/>
        </p:nvSpPr>
        <p:spPr>
          <a:xfrm>
            <a:off x="6601968" y="1517904"/>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6" name="Shape 14"/>
          <p:cNvSpPr/>
          <p:nvPr/>
        </p:nvSpPr>
        <p:spPr>
          <a:xfrm>
            <a:off x="7498080" y="1517904"/>
            <a:ext cx="1097280" cy="292608"/>
          </a:xfrm>
          <a:prstGeom prst="rect">
            <a:avLst/>
          </a:prstGeom>
          <a:solidFill>
            <a:srgbClr val="10233A"/>
          </a:solidFill>
          <a:ln/>
        </p:spPr>
      </p:sp>
      <p:sp>
        <p:nvSpPr>
          <p:cNvPr id="17" name="Text 15"/>
          <p:cNvSpPr txBox="1"/>
          <p:nvPr/>
        </p:nvSpPr>
        <p:spPr>
          <a:xfrm>
            <a:off x="7562088" y="1517904"/>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8" name="Shape 16"/>
          <p:cNvSpPr/>
          <p:nvPr/>
        </p:nvSpPr>
        <p:spPr>
          <a:xfrm>
            <a:off x="8595360" y="1517904"/>
            <a:ext cx="822960" cy="292608"/>
          </a:xfrm>
          <a:prstGeom prst="rect">
            <a:avLst/>
          </a:prstGeom>
          <a:solidFill>
            <a:srgbClr val="10233A"/>
          </a:solidFill>
          <a:ln/>
        </p:spPr>
      </p:sp>
      <p:sp>
        <p:nvSpPr>
          <p:cNvPr id="19" name="Text 17"/>
          <p:cNvSpPr txBox="1"/>
          <p:nvPr/>
        </p:nvSpPr>
        <p:spPr>
          <a:xfrm>
            <a:off x="8659368" y="1517904"/>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0" name="Shape 18"/>
          <p:cNvSpPr/>
          <p:nvPr/>
        </p:nvSpPr>
        <p:spPr>
          <a:xfrm>
            <a:off x="9418320" y="1517904"/>
            <a:ext cx="914400" cy="292608"/>
          </a:xfrm>
          <a:prstGeom prst="rect">
            <a:avLst/>
          </a:prstGeom>
          <a:solidFill>
            <a:srgbClr val="10233A"/>
          </a:solidFill>
          <a:ln/>
        </p:spPr>
      </p:sp>
      <p:sp>
        <p:nvSpPr>
          <p:cNvPr id="21" name="Text 19"/>
          <p:cNvSpPr txBox="1"/>
          <p:nvPr/>
        </p:nvSpPr>
        <p:spPr>
          <a:xfrm>
            <a:off x="9482328" y="1517904"/>
            <a:ext cx="7863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2" name="Shape 20"/>
          <p:cNvSpPr/>
          <p:nvPr/>
        </p:nvSpPr>
        <p:spPr>
          <a:xfrm>
            <a:off x="10332720" y="1517904"/>
            <a:ext cx="1453896" cy="292608"/>
          </a:xfrm>
          <a:prstGeom prst="rect">
            <a:avLst/>
          </a:prstGeom>
          <a:solidFill>
            <a:srgbClr val="10233A"/>
          </a:solidFill>
          <a:ln/>
        </p:spPr>
      </p:sp>
      <p:sp>
        <p:nvSpPr>
          <p:cNvPr id="23" name="Text 21"/>
          <p:cNvSpPr txBox="1"/>
          <p:nvPr/>
        </p:nvSpPr>
        <p:spPr>
          <a:xfrm>
            <a:off x="10396728" y="1517904"/>
            <a:ext cx="1325880" cy="292608"/>
          </a:xfrm>
          <a:prstGeom prst="rect">
            <a:avLst/>
          </a:prstGeom>
          <a:noFill/>
          <a:ln/>
        </p:spPr>
        <p:txBody>
          <a:bodyPr wrap="square" lIns="0" tIns="0" rIns="0" bIns="0" rtlCol="0" anchor="ctr"/>
          <a:lstStyle/>
          <a:p>
            <a:pPr algn="l" indent="0" marL="0">
              <a:buNone/>
            </a:pPr>
            <a:endParaRPr lang="en-US" sz="900" dirty="0"/>
          </a:p>
        </p:txBody>
      </p:sp>
      <p:sp>
        <p:nvSpPr>
          <p:cNvPr id="24" name="Shape 22"/>
          <p:cNvSpPr/>
          <p:nvPr/>
        </p:nvSpPr>
        <p:spPr>
          <a:xfrm>
            <a:off x="411480" y="1810512"/>
            <a:ext cx="2514600" cy="384048"/>
          </a:xfrm>
          <a:prstGeom prst="rect">
            <a:avLst/>
          </a:prstGeom>
          <a:solidFill>
            <a:srgbClr val="FFFFFF"/>
          </a:solidFill>
          <a:ln w="6350">
            <a:solidFill>
              <a:srgbClr val="D3DCE5"/>
            </a:solidFill>
            <a:prstDash val="solid"/>
          </a:ln>
        </p:spPr>
      </p:sp>
      <p:sp>
        <p:nvSpPr>
          <p:cNvPr id="25" name="Text 23"/>
          <p:cNvSpPr txBox="1"/>
          <p:nvPr/>
        </p:nvSpPr>
        <p:spPr>
          <a:xfrm>
            <a:off x="475488" y="1810512"/>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6" name="Shape 24"/>
          <p:cNvSpPr/>
          <p:nvPr/>
        </p:nvSpPr>
        <p:spPr>
          <a:xfrm>
            <a:off x="2926080" y="1810512"/>
            <a:ext cx="1143000" cy="384048"/>
          </a:xfrm>
          <a:prstGeom prst="rect">
            <a:avLst/>
          </a:prstGeom>
          <a:solidFill>
            <a:srgbClr val="FFFFFF"/>
          </a:solidFill>
          <a:ln w="6350">
            <a:solidFill>
              <a:srgbClr val="D3DCE5"/>
            </a:solidFill>
            <a:prstDash val="solid"/>
          </a:ln>
        </p:spPr>
      </p:sp>
      <p:sp>
        <p:nvSpPr>
          <p:cNvPr id="27" name="Text 25"/>
          <p:cNvSpPr txBox="1"/>
          <p:nvPr/>
        </p:nvSpPr>
        <p:spPr>
          <a:xfrm>
            <a:off x="2990088" y="181051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8" name="Shape 26"/>
          <p:cNvSpPr/>
          <p:nvPr/>
        </p:nvSpPr>
        <p:spPr>
          <a:xfrm>
            <a:off x="4069080" y="1810512"/>
            <a:ext cx="1234440" cy="384048"/>
          </a:xfrm>
          <a:prstGeom prst="rect">
            <a:avLst/>
          </a:prstGeom>
          <a:solidFill>
            <a:srgbClr val="FFFFFF"/>
          </a:solidFill>
          <a:ln w="6350">
            <a:solidFill>
              <a:srgbClr val="D3DCE5"/>
            </a:solidFill>
            <a:prstDash val="solid"/>
          </a:ln>
        </p:spPr>
      </p:sp>
      <p:sp>
        <p:nvSpPr>
          <p:cNvPr id="29" name="Text 27"/>
          <p:cNvSpPr txBox="1"/>
          <p:nvPr/>
        </p:nvSpPr>
        <p:spPr>
          <a:xfrm>
            <a:off x="413308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30" name="Shape 28"/>
          <p:cNvSpPr/>
          <p:nvPr/>
        </p:nvSpPr>
        <p:spPr>
          <a:xfrm>
            <a:off x="5303520" y="1810512"/>
            <a:ext cx="1234440" cy="384048"/>
          </a:xfrm>
          <a:prstGeom prst="rect">
            <a:avLst/>
          </a:prstGeom>
          <a:solidFill>
            <a:srgbClr val="FFFFFF"/>
          </a:solidFill>
          <a:ln w="6350">
            <a:solidFill>
              <a:srgbClr val="D3DCE5"/>
            </a:solidFill>
            <a:prstDash val="solid"/>
          </a:ln>
        </p:spPr>
      </p:sp>
      <p:sp>
        <p:nvSpPr>
          <p:cNvPr id="31" name="Text 29"/>
          <p:cNvSpPr txBox="1"/>
          <p:nvPr/>
        </p:nvSpPr>
        <p:spPr>
          <a:xfrm>
            <a:off x="536752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2" name="Shape 30"/>
          <p:cNvSpPr/>
          <p:nvPr/>
        </p:nvSpPr>
        <p:spPr>
          <a:xfrm>
            <a:off x="6537960" y="1810512"/>
            <a:ext cx="960120" cy="384048"/>
          </a:xfrm>
          <a:prstGeom prst="rect">
            <a:avLst/>
          </a:prstGeom>
          <a:solidFill>
            <a:srgbClr val="FFFFFF"/>
          </a:solidFill>
          <a:ln w="6350">
            <a:solidFill>
              <a:srgbClr val="D3DCE5"/>
            </a:solidFill>
            <a:prstDash val="solid"/>
          </a:ln>
        </p:spPr>
      </p:sp>
      <p:sp>
        <p:nvSpPr>
          <p:cNvPr id="33" name="Text 31"/>
          <p:cNvSpPr txBox="1"/>
          <p:nvPr/>
        </p:nvSpPr>
        <p:spPr>
          <a:xfrm>
            <a:off x="6601968" y="181051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4" name="Shape 32"/>
          <p:cNvSpPr/>
          <p:nvPr/>
        </p:nvSpPr>
        <p:spPr>
          <a:xfrm>
            <a:off x="7498080" y="1810512"/>
            <a:ext cx="1097280" cy="384048"/>
          </a:xfrm>
          <a:prstGeom prst="rect">
            <a:avLst/>
          </a:prstGeom>
          <a:solidFill>
            <a:srgbClr val="FFFFFF"/>
          </a:solidFill>
          <a:ln w="6350">
            <a:solidFill>
              <a:srgbClr val="D3DCE5"/>
            </a:solidFill>
            <a:prstDash val="solid"/>
          </a:ln>
        </p:spPr>
      </p:sp>
      <p:sp>
        <p:nvSpPr>
          <p:cNvPr id="35" name="Text 33"/>
          <p:cNvSpPr txBox="1"/>
          <p:nvPr/>
        </p:nvSpPr>
        <p:spPr>
          <a:xfrm>
            <a:off x="7562088" y="181051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6" name="Shape 34"/>
          <p:cNvSpPr/>
          <p:nvPr/>
        </p:nvSpPr>
        <p:spPr>
          <a:xfrm>
            <a:off x="8595360" y="1810512"/>
            <a:ext cx="822960" cy="384048"/>
          </a:xfrm>
          <a:prstGeom prst="rect">
            <a:avLst/>
          </a:prstGeom>
          <a:solidFill>
            <a:srgbClr val="FFFFFF"/>
          </a:solidFill>
          <a:ln w="6350">
            <a:solidFill>
              <a:srgbClr val="D3DCE5"/>
            </a:solidFill>
            <a:prstDash val="solid"/>
          </a:ln>
        </p:spPr>
      </p:sp>
      <p:sp>
        <p:nvSpPr>
          <p:cNvPr id="37" name="Text 35"/>
          <p:cNvSpPr txBox="1"/>
          <p:nvPr/>
        </p:nvSpPr>
        <p:spPr>
          <a:xfrm>
            <a:off x="8659368" y="1810512"/>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8" name="Shape 36"/>
          <p:cNvSpPr/>
          <p:nvPr/>
        </p:nvSpPr>
        <p:spPr>
          <a:xfrm>
            <a:off x="9418320" y="1810512"/>
            <a:ext cx="914400" cy="384048"/>
          </a:xfrm>
          <a:prstGeom prst="rect">
            <a:avLst/>
          </a:prstGeom>
          <a:solidFill>
            <a:srgbClr val="FFFFFF"/>
          </a:solidFill>
          <a:ln w="6350">
            <a:solidFill>
              <a:srgbClr val="D3DCE5"/>
            </a:solidFill>
            <a:prstDash val="solid"/>
          </a:ln>
        </p:spPr>
      </p:sp>
      <p:sp>
        <p:nvSpPr>
          <p:cNvPr id="39" name="Text 37"/>
          <p:cNvSpPr txBox="1"/>
          <p:nvPr/>
        </p:nvSpPr>
        <p:spPr>
          <a:xfrm>
            <a:off x="9482328" y="1810512"/>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40" name="Shape 38"/>
          <p:cNvSpPr/>
          <p:nvPr/>
        </p:nvSpPr>
        <p:spPr>
          <a:xfrm>
            <a:off x="10332720" y="1810512"/>
            <a:ext cx="1453896" cy="384048"/>
          </a:xfrm>
          <a:prstGeom prst="rect">
            <a:avLst/>
          </a:prstGeom>
          <a:solidFill>
            <a:srgbClr val="FFFFFF"/>
          </a:solidFill>
          <a:ln w="6350">
            <a:solidFill>
              <a:srgbClr val="D3DCE5"/>
            </a:solidFill>
            <a:prstDash val="solid"/>
          </a:ln>
        </p:spPr>
      </p:sp>
      <p:sp>
        <p:nvSpPr>
          <p:cNvPr id="41" name="Text 39"/>
          <p:cNvSpPr txBox="1"/>
          <p:nvPr/>
        </p:nvSpPr>
        <p:spPr>
          <a:xfrm>
            <a:off x="10396728" y="1810512"/>
            <a:ext cx="1325880" cy="384048"/>
          </a:xfrm>
          <a:prstGeom prst="rect">
            <a:avLst/>
          </a:prstGeom>
          <a:noFill/>
          <a:ln/>
        </p:spPr>
        <p:txBody>
          <a:bodyPr wrap="square" lIns="0" tIns="0" rIns="0" bIns="0" rtlCol="0" anchor="ctr"/>
          <a:lstStyle/>
          <a:p>
            <a:pPr algn="l" indent="0" marL="0">
              <a:buNone/>
            </a:pPr>
            <a:endParaRPr lang="en-US" sz="850" dirty="0"/>
          </a:p>
        </p:txBody>
      </p:sp>
      <p:sp>
        <p:nvSpPr>
          <p:cNvPr id="42" name="Shape 40"/>
          <p:cNvSpPr/>
          <p:nvPr/>
        </p:nvSpPr>
        <p:spPr>
          <a:xfrm>
            <a:off x="411480" y="2194560"/>
            <a:ext cx="2514600" cy="384048"/>
          </a:xfrm>
          <a:prstGeom prst="rect">
            <a:avLst/>
          </a:prstGeom>
          <a:solidFill>
            <a:srgbClr val="F7F9FB"/>
          </a:solidFill>
          <a:ln w="6350">
            <a:solidFill>
              <a:srgbClr val="D3DCE5"/>
            </a:solidFill>
            <a:prstDash val="solid"/>
          </a:ln>
        </p:spPr>
      </p:sp>
      <p:sp>
        <p:nvSpPr>
          <p:cNvPr id="43" name="Text 41"/>
          <p:cNvSpPr txBox="1"/>
          <p:nvPr/>
        </p:nvSpPr>
        <p:spPr>
          <a:xfrm>
            <a:off x="475488" y="2194560"/>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4" name="Shape 42"/>
          <p:cNvSpPr/>
          <p:nvPr/>
        </p:nvSpPr>
        <p:spPr>
          <a:xfrm>
            <a:off x="2926080" y="2194560"/>
            <a:ext cx="1143000" cy="384048"/>
          </a:xfrm>
          <a:prstGeom prst="rect">
            <a:avLst/>
          </a:prstGeom>
          <a:solidFill>
            <a:srgbClr val="F7F9FB"/>
          </a:solidFill>
          <a:ln w="6350">
            <a:solidFill>
              <a:srgbClr val="D3DCE5"/>
            </a:solidFill>
            <a:prstDash val="solid"/>
          </a:ln>
        </p:spPr>
      </p:sp>
      <p:sp>
        <p:nvSpPr>
          <p:cNvPr id="45" name="Text 43"/>
          <p:cNvSpPr txBox="1"/>
          <p:nvPr/>
        </p:nvSpPr>
        <p:spPr>
          <a:xfrm>
            <a:off x="2990088" y="2194560"/>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6" name="Shape 44"/>
          <p:cNvSpPr/>
          <p:nvPr/>
        </p:nvSpPr>
        <p:spPr>
          <a:xfrm>
            <a:off x="4069080" y="2194560"/>
            <a:ext cx="1234440" cy="384048"/>
          </a:xfrm>
          <a:prstGeom prst="rect">
            <a:avLst/>
          </a:prstGeom>
          <a:solidFill>
            <a:srgbClr val="F7F9FB"/>
          </a:solidFill>
          <a:ln w="6350">
            <a:solidFill>
              <a:srgbClr val="D3DCE5"/>
            </a:solidFill>
            <a:prstDash val="solid"/>
          </a:ln>
        </p:spPr>
      </p:sp>
      <p:sp>
        <p:nvSpPr>
          <p:cNvPr id="47" name="Text 45"/>
          <p:cNvSpPr txBox="1"/>
          <p:nvPr/>
        </p:nvSpPr>
        <p:spPr>
          <a:xfrm>
            <a:off x="413308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8" name="Shape 46"/>
          <p:cNvSpPr/>
          <p:nvPr/>
        </p:nvSpPr>
        <p:spPr>
          <a:xfrm>
            <a:off x="5303520" y="2194560"/>
            <a:ext cx="1234440" cy="384048"/>
          </a:xfrm>
          <a:prstGeom prst="rect">
            <a:avLst/>
          </a:prstGeom>
          <a:solidFill>
            <a:srgbClr val="F7F9FB"/>
          </a:solidFill>
          <a:ln w="6350">
            <a:solidFill>
              <a:srgbClr val="D3DCE5"/>
            </a:solidFill>
            <a:prstDash val="solid"/>
          </a:ln>
        </p:spPr>
      </p:sp>
      <p:sp>
        <p:nvSpPr>
          <p:cNvPr id="49" name="Text 47"/>
          <p:cNvSpPr txBox="1"/>
          <p:nvPr/>
        </p:nvSpPr>
        <p:spPr>
          <a:xfrm>
            <a:off x="536752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50" name="Shape 48"/>
          <p:cNvSpPr/>
          <p:nvPr/>
        </p:nvSpPr>
        <p:spPr>
          <a:xfrm>
            <a:off x="6537960" y="2194560"/>
            <a:ext cx="960120" cy="384048"/>
          </a:xfrm>
          <a:prstGeom prst="rect">
            <a:avLst/>
          </a:prstGeom>
          <a:solidFill>
            <a:srgbClr val="F7F9FB"/>
          </a:solidFill>
          <a:ln w="6350">
            <a:solidFill>
              <a:srgbClr val="D3DCE5"/>
            </a:solidFill>
            <a:prstDash val="solid"/>
          </a:ln>
        </p:spPr>
      </p:sp>
      <p:sp>
        <p:nvSpPr>
          <p:cNvPr id="51" name="Text 49"/>
          <p:cNvSpPr txBox="1"/>
          <p:nvPr/>
        </p:nvSpPr>
        <p:spPr>
          <a:xfrm>
            <a:off x="6601968" y="2194560"/>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52" name="Shape 50"/>
          <p:cNvSpPr/>
          <p:nvPr/>
        </p:nvSpPr>
        <p:spPr>
          <a:xfrm>
            <a:off x="7498080" y="2194560"/>
            <a:ext cx="1097280" cy="384048"/>
          </a:xfrm>
          <a:prstGeom prst="rect">
            <a:avLst/>
          </a:prstGeom>
          <a:solidFill>
            <a:srgbClr val="F7F9FB"/>
          </a:solidFill>
          <a:ln w="6350">
            <a:solidFill>
              <a:srgbClr val="D3DCE5"/>
            </a:solidFill>
            <a:prstDash val="solid"/>
          </a:ln>
        </p:spPr>
      </p:sp>
      <p:sp>
        <p:nvSpPr>
          <p:cNvPr id="53" name="Text 51"/>
          <p:cNvSpPr txBox="1"/>
          <p:nvPr/>
        </p:nvSpPr>
        <p:spPr>
          <a:xfrm>
            <a:off x="7562088" y="2194560"/>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4" name="Shape 52"/>
          <p:cNvSpPr/>
          <p:nvPr/>
        </p:nvSpPr>
        <p:spPr>
          <a:xfrm>
            <a:off x="8595360" y="2194560"/>
            <a:ext cx="822960" cy="384048"/>
          </a:xfrm>
          <a:prstGeom prst="rect">
            <a:avLst/>
          </a:prstGeom>
          <a:solidFill>
            <a:srgbClr val="F7F9FB"/>
          </a:solidFill>
          <a:ln w="6350">
            <a:solidFill>
              <a:srgbClr val="D3DCE5"/>
            </a:solidFill>
            <a:prstDash val="solid"/>
          </a:ln>
        </p:spPr>
      </p:sp>
      <p:sp>
        <p:nvSpPr>
          <p:cNvPr id="55" name="Text 53"/>
          <p:cNvSpPr txBox="1"/>
          <p:nvPr/>
        </p:nvSpPr>
        <p:spPr>
          <a:xfrm>
            <a:off x="8659368" y="2194560"/>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6" name="Shape 54"/>
          <p:cNvSpPr/>
          <p:nvPr/>
        </p:nvSpPr>
        <p:spPr>
          <a:xfrm>
            <a:off x="9418320" y="2194560"/>
            <a:ext cx="914400" cy="384048"/>
          </a:xfrm>
          <a:prstGeom prst="rect">
            <a:avLst/>
          </a:prstGeom>
          <a:solidFill>
            <a:srgbClr val="F7F9FB"/>
          </a:solidFill>
          <a:ln w="6350">
            <a:solidFill>
              <a:srgbClr val="D3DCE5"/>
            </a:solidFill>
            <a:prstDash val="solid"/>
          </a:ln>
        </p:spPr>
      </p:sp>
      <p:sp>
        <p:nvSpPr>
          <p:cNvPr id="57" name="Text 55"/>
          <p:cNvSpPr txBox="1"/>
          <p:nvPr/>
        </p:nvSpPr>
        <p:spPr>
          <a:xfrm>
            <a:off x="9482328" y="2194560"/>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8" name="Shape 56"/>
          <p:cNvSpPr/>
          <p:nvPr/>
        </p:nvSpPr>
        <p:spPr>
          <a:xfrm>
            <a:off x="10332720" y="2194560"/>
            <a:ext cx="1453896" cy="384048"/>
          </a:xfrm>
          <a:prstGeom prst="rect">
            <a:avLst/>
          </a:prstGeom>
          <a:solidFill>
            <a:srgbClr val="F7F9FB"/>
          </a:solidFill>
          <a:ln w="6350">
            <a:solidFill>
              <a:srgbClr val="D3DCE5"/>
            </a:solidFill>
            <a:prstDash val="solid"/>
          </a:ln>
        </p:spPr>
      </p:sp>
      <p:sp>
        <p:nvSpPr>
          <p:cNvPr id="59" name="Text 57"/>
          <p:cNvSpPr txBox="1"/>
          <p:nvPr/>
        </p:nvSpPr>
        <p:spPr>
          <a:xfrm>
            <a:off x="10396728" y="2194560"/>
            <a:ext cx="1325880" cy="384048"/>
          </a:xfrm>
          <a:prstGeom prst="rect">
            <a:avLst/>
          </a:prstGeom>
          <a:noFill/>
          <a:ln/>
        </p:spPr>
        <p:txBody>
          <a:bodyPr wrap="square" lIns="0" tIns="0" rIns="0" bIns="0" rtlCol="0" anchor="ctr"/>
          <a:lstStyle/>
          <a:p>
            <a:pPr algn="l" indent="0" marL="0">
              <a:buNone/>
            </a:pPr>
            <a:endParaRPr lang="en-US" sz="850" dirty="0"/>
          </a:p>
        </p:txBody>
      </p:sp>
      <p:sp>
        <p:nvSpPr>
          <p:cNvPr id="60" name="Shape 58"/>
          <p:cNvSpPr/>
          <p:nvPr/>
        </p:nvSpPr>
        <p:spPr>
          <a:xfrm>
            <a:off x="411480" y="2578608"/>
            <a:ext cx="2514600" cy="384048"/>
          </a:xfrm>
          <a:prstGeom prst="rect">
            <a:avLst/>
          </a:prstGeom>
          <a:solidFill>
            <a:srgbClr val="FFFFFF"/>
          </a:solidFill>
          <a:ln w="6350">
            <a:solidFill>
              <a:srgbClr val="D3DCE5"/>
            </a:solidFill>
            <a:prstDash val="solid"/>
          </a:ln>
        </p:spPr>
      </p:sp>
      <p:sp>
        <p:nvSpPr>
          <p:cNvPr id="61" name="Text 59"/>
          <p:cNvSpPr txBox="1"/>
          <p:nvPr/>
        </p:nvSpPr>
        <p:spPr>
          <a:xfrm>
            <a:off x="475488" y="2578608"/>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62" name="Shape 60"/>
          <p:cNvSpPr/>
          <p:nvPr/>
        </p:nvSpPr>
        <p:spPr>
          <a:xfrm>
            <a:off x="2926080" y="2578608"/>
            <a:ext cx="1143000" cy="384048"/>
          </a:xfrm>
          <a:prstGeom prst="rect">
            <a:avLst/>
          </a:prstGeom>
          <a:solidFill>
            <a:srgbClr val="FFFFFF"/>
          </a:solidFill>
          <a:ln w="6350">
            <a:solidFill>
              <a:srgbClr val="D3DCE5"/>
            </a:solidFill>
            <a:prstDash val="solid"/>
          </a:ln>
        </p:spPr>
      </p:sp>
      <p:sp>
        <p:nvSpPr>
          <p:cNvPr id="63" name="Text 61"/>
          <p:cNvSpPr txBox="1"/>
          <p:nvPr/>
        </p:nvSpPr>
        <p:spPr>
          <a:xfrm>
            <a:off x="2990088" y="2578608"/>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64" name="Shape 62"/>
          <p:cNvSpPr/>
          <p:nvPr/>
        </p:nvSpPr>
        <p:spPr>
          <a:xfrm>
            <a:off x="4069080" y="2578608"/>
            <a:ext cx="1234440" cy="384048"/>
          </a:xfrm>
          <a:prstGeom prst="rect">
            <a:avLst/>
          </a:prstGeom>
          <a:solidFill>
            <a:srgbClr val="FFFFFF"/>
          </a:solidFill>
          <a:ln w="6350">
            <a:solidFill>
              <a:srgbClr val="D3DCE5"/>
            </a:solidFill>
            <a:prstDash val="solid"/>
          </a:ln>
        </p:spPr>
      </p:sp>
      <p:sp>
        <p:nvSpPr>
          <p:cNvPr id="65" name="Text 63"/>
          <p:cNvSpPr txBox="1"/>
          <p:nvPr/>
        </p:nvSpPr>
        <p:spPr>
          <a:xfrm>
            <a:off x="413308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6" name="Shape 64"/>
          <p:cNvSpPr/>
          <p:nvPr/>
        </p:nvSpPr>
        <p:spPr>
          <a:xfrm>
            <a:off x="5303520" y="2578608"/>
            <a:ext cx="1234440" cy="384048"/>
          </a:xfrm>
          <a:prstGeom prst="rect">
            <a:avLst/>
          </a:prstGeom>
          <a:solidFill>
            <a:srgbClr val="FFFFFF"/>
          </a:solidFill>
          <a:ln w="6350">
            <a:solidFill>
              <a:srgbClr val="D3DCE5"/>
            </a:solidFill>
            <a:prstDash val="solid"/>
          </a:ln>
        </p:spPr>
      </p:sp>
      <p:sp>
        <p:nvSpPr>
          <p:cNvPr id="67" name="Text 65"/>
          <p:cNvSpPr txBox="1"/>
          <p:nvPr/>
        </p:nvSpPr>
        <p:spPr>
          <a:xfrm>
            <a:off x="536752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8" name="Shape 66"/>
          <p:cNvSpPr/>
          <p:nvPr/>
        </p:nvSpPr>
        <p:spPr>
          <a:xfrm>
            <a:off x="6537960" y="2578608"/>
            <a:ext cx="960120" cy="384048"/>
          </a:xfrm>
          <a:prstGeom prst="rect">
            <a:avLst/>
          </a:prstGeom>
          <a:solidFill>
            <a:srgbClr val="FFFFFF"/>
          </a:solidFill>
          <a:ln w="6350">
            <a:solidFill>
              <a:srgbClr val="D3DCE5"/>
            </a:solidFill>
            <a:prstDash val="solid"/>
          </a:ln>
        </p:spPr>
      </p:sp>
      <p:sp>
        <p:nvSpPr>
          <p:cNvPr id="69" name="Text 67"/>
          <p:cNvSpPr txBox="1"/>
          <p:nvPr/>
        </p:nvSpPr>
        <p:spPr>
          <a:xfrm>
            <a:off x="6601968" y="2578608"/>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70" name="Shape 68"/>
          <p:cNvSpPr/>
          <p:nvPr/>
        </p:nvSpPr>
        <p:spPr>
          <a:xfrm>
            <a:off x="7498080" y="2578608"/>
            <a:ext cx="1097280" cy="384048"/>
          </a:xfrm>
          <a:prstGeom prst="rect">
            <a:avLst/>
          </a:prstGeom>
          <a:solidFill>
            <a:srgbClr val="FFFFFF"/>
          </a:solidFill>
          <a:ln w="6350">
            <a:solidFill>
              <a:srgbClr val="D3DCE5"/>
            </a:solidFill>
            <a:prstDash val="solid"/>
          </a:ln>
        </p:spPr>
      </p:sp>
      <p:sp>
        <p:nvSpPr>
          <p:cNvPr id="71" name="Text 69"/>
          <p:cNvSpPr txBox="1"/>
          <p:nvPr/>
        </p:nvSpPr>
        <p:spPr>
          <a:xfrm>
            <a:off x="7562088" y="2578608"/>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72" name="Shape 70"/>
          <p:cNvSpPr/>
          <p:nvPr/>
        </p:nvSpPr>
        <p:spPr>
          <a:xfrm>
            <a:off x="8595360" y="2578608"/>
            <a:ext cx="822960" cy="384048"/>
          </a:xfrm>
          <a:prstGeom prst="rect">
            <a:avLst/>
          </a:prstGeom>
          <a:solidFill>
            <a:srgbClr val="FFFFFF"/>
          </a:solidFill>
          <a:ln w="6350">
            <a:solidFill>
              <a:srgbClr val="D3DCE5"/>
            </a:solidFill>
            <a:prstDash val="solid"/>
          </a:ln>
        </p:spPr>
      </p:sp>
      <p:sp>
        <p:nvSpPr>
          <p:cNvPr id="73" name="Text 71"/>
          <p:cNvSpPr txBox="1"/>
          <p:nvPr/>
        </p:nvSpPr>
        <p:spPr>
          <a:xfrm>
            <a:off x="8659368" y="2578608"/>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74" name="Shape 72"/>
          <p:cNvSpPr/>
          <p:nvPr/>
        </p:nvSpPr>
        <p:spPr>
          <a:xfrm>
            <a:off x="9418320" y="2578608"/>
            <a:ext cx="914400" cy="384048"/>
          </a:xfrm>
          <a:prstGeom prst="rect">
            <a:avLst/>
          </a:prstGeom>
          <a:solidFill>
            <a:srgbClr val="FFFFFF"/>
          </a:solidFill>
          <a:ln w="6350">
            <a:solidFill>
              <a:srgbClr val="D3DCE5"/>
            </a:solidFill>
            <a:prstDash val="solid"/>
          </a:ln>
        </p:spPr>
      </p:sp>
      <p:sp>
        <p:nvSpPr>
          <p:cNvPr id="75" name="Text 73"/>
          <p:cNvSpPr txBox="1"/>
          <p:nvPr/>
        </p:nvSpPr>
        <p:spPr>
          <a:xfrm>
            <a:off x="9482328" y="2578608"/>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6" name="Shape 74"/>
          <p:cNvSpPr/>
          <p:nvPr/>
        </p:nvSpPr>
        <p:spPr>
          <a:xfrm>
            <a:off x="10332720" y="2578608"/>
            <a:ext cx="1453896" cy="384048"/>
          </a:xfrm>
          <a:prstGeom prst="rect">
            <a:avLst/>
          </a:prstGeom>
          <a:solidFill>
            <a:srgbClr val="FFFFFF"/>
          </a:solidFill>
          <a:ln w="6350">
            <a:solidFill>
              <a:srgbClr val="D3DCE5"/>
            </a:solidFill>
            <a:prstDash val="solid"/>
          </a:ln>
        </p:spPr>
      </p:sp>
      <p:sp>
        <p:nvSpPr>
          <p:cNvPr id="77" name="Text 75"/>
          <p:cNvSpPr txBox="1"/>
          <p:nvPr/>
        </p:nvSpPr>
        <p:spPr>
          <a:xfrm>
            <a:off x="10396728" y="2578608"/>
            <a:ext cx="1325880" cy="384048"/>
          </a:xfrm>
          <a:prstGeom prst="rect">
            <a:avLst/>
          </a:prstGeom>
          <a:noFill/>
          <a:ln/>
        </p:spPr>
        <p:txBody>
          <a:bodyPr wrap="square" lIns="0" tIns="0" rIns="0" bIns="0" rtlCol="0" anchor="ctr"/>
          <a:lstStyle/>
          <a:p>
            <a:pPr algn="l" indent="0" marL="0">
              <a:buNone/>
            </a:pPr>
            <a:endParaRPr lang="en-US" sz="850" dirty="0"/>
          </a:p>
        </p:txBody>
      </p:sp>
      <p:sp>
        <p:nvSpPr>
          <p:cNvPr id="78" name="Shape 76"/>
          <p:cNvSpPr/>
          <p:nvPr/>
        </p:nvSpPr>
        <p:spPr>
          <a:xfrm>
            <a:off x="411480" y="2962656"/>
            <a:ext cx="2514600" cy="384048"/>
          </a:xfrm>
          <a:prstGeom prst="rect">
            <a:avLst/>
          </a:prstGeom>
          <a:solidFill>
            <a:srgbClr val="D6EBE7"/>
          </a:solidFill>
          <a:ln w="6350">
            <a:solidFill>
              <a:srgbClr val="D3DCE5"/>
            </a:solidFill>
            <a:prstDash val="solid"/>
          </a:ln>
        </p:spPr>
      </p:sp>
      <p:sp>
        <p:nvSpPr>
          <p:cNvPr id="79" name="Text 77"/>
          <p:cNvSpPr txBox="1"/>
          <p:nvPr/>
        </p:nvSpPr>
        <p:spPr>
          <a:xfrm>
            <a:off x="475488" y="2962656"/>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80" name="Shape 78"/>
          <p:cNvSpPr/>
          <p:nvPr/>
        </p:nvSpPr>
        <p:spPr>
          <a:xfrm>
            <a:off x="2926080" y="2962656"/>
            <a:ext cx="1143000" cy="384048"/>
          </a:xfrm>
          <a:prstGeom prst="rect">
            <a:avLst/>
          </a:prstGeom>
          <a:solidFill>
            <a:srgbClr val="D6EBE7"/>
          </a:solidFill>
          <a:ln w="6350">
            <a:solidFill>
              <a:srgbClr val="D3DCE5"/>
            </a:solidFill>
            <a:prstDash val="solid"/>
          </a:ln>
        </p:spPr>
      </p:sp>
      <p:sp>
        <p:nvSpPr>
          <p:cNvPr id="81" name="Text 79"/>
          <p:cNvSpPr txBox="1"/>
          <p:nvPr/>
        </p:nvSpPr>
        <p:spPr>
          <a:xfrm>
            <a:off x="2990088" y="2962656"/>
            <a:ext cx="1014984" cy="384048"/>
          </a:xfrm>
          <a:prstGeom prst="rect">
            <a:avLst/>
          </a:prstGeom>
          <a:noFill/>
          <a:ln/>
        </p:spPr>
        <p:txBody>
          <a:bodyPr wrap="square" lIns="0" tIns="0" rIns="0" bIns="0" rtlCol="0" anchor="ctr"/>
          <a:lstStyle/>
          <a:p>
            <a:pPr algn="r" indent="0" marL="0">
              <a:buNone/>
            </a:pPr>
            <a:endParaRPr lang="en-US" sz="850" dirty="0"/>
          </a:p>
        </p:txBody>
      </p:sp>
      <p:sp>
        <p:nvSpPr>
          <p:cNvPr id="82" name="Shape 80"/>
          <p:cNvSpPr/>
          <p:nvPr/>
        </p:nvSpPr>
        <p:spPr>
          <a:xfrm>
            <a:off x="4069080" y="2962656"/>
            <a:ext cx="1234440" cy="384048"/>
          </a:xfrm>
          <a:prstGeom prst="rect">
            <a:avLst/>
          </a:prstGeom>
          <a:solidFill>
            <a:srgbClr val="D6EBE7"/>
          </a:solidFill>
          <a:ln w="6350">
            <a:solidFill>
              <a:srgbClr val="D3DCE5"/>
            </a:solidFill>
            <a:prstDash val="solid"/>
          </a:ln>
        </p:spPr>
      </p:sp>
      <p:sp>
        <p:nvSpPr>
          <p:cNvPr id="83" name="Text 81"/>
          <p:cNvSpPr txBox="1"/>
          <p:nvPr/>
        </p:nvSpPr>
        <p:spPr>
          <a:xfrm>
            <a:off x="4133088" y="2962656"/>
            <a:ext cx="1106424" cy="384048"/>
          </a:xfrm>
          <a:prstGeom prst="rect">
            <a:avLst/>
          </a:prstGeom>
          <a:noFill/>
          <a:ln/>
        </p:spPr>
        <p:txBody>
          <a:bodyPr wrap="square" lIns="0" tIns="0" rIns="0" bIns="0" rtlCol="0" anchor="ctr"/>
          <a:lstStyle/>
          <a:p>
            <a:pPr algn="r" indent="0" marL="0">
              <a:buNone/>
            </a:pPr>
            <a:endParaRPr lang="en-US" sz="850" dirty="0"/>
          </a:p>
        </p:txBody>
      </p:sp>
      <p:sp>
        <p:nvSpPr>
          <p:cNvPr id="84" name="Shape 82"/>
          <p:cNvSpPr/>
          <p:nvPr/>
        </p:nvSpPr>
        <p:spPr>
          <a:xfrm>
            <a:off x="5303520" y="2962656"/>
            <a:ext cx="1234440" cy="384048"/>
          </a:xfrm>
          <a:prstGeom prst="rect">
            <a:avLst/>
          </a:prstGeom>
          <a:solidFill>
            <a:srgbClr val="D6EBE7"/>
          </a:solidFill>
          <a:ln w="6350">
            <a:solidFill>
              <a:srgbClr val="D3DCE5"/>
            </a:solidFill>
            <a:prstDash val="solid"/>
          </a:ln>
        </p:spPr>
      </p:sp>
      <p:sp>
        <p:nvSpPr>
          <p:cNvPr id="85" name="Text 83"/>
          <p:cNvSpPr txBox="1"/>
          <p:nvPr/>
        </p:nvSpPr>
        <p:spPr>
          <a:xfrm>
            <a:off x="5367528" y="2962656"/>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86" name="Shape 84"/>
          <p:cNvSpPr/>
          <p:nvPr/>
        </p:nvSpPr>
        <p:spPr>
          <a:xfrm>
            <a:off x="6537960" y="2962656"/>
            <a:ext cx="960120" cy="384048"/>
          </a:xfrm>
          <a:prstGeom prst="rect">
            <a:avLst/>
          </a:prstGeom>
          <a:solidFill>
            <a:srgbClr val="D6EBE7"/>
          </a:solidFill>
          <a:ln w="6350">
            <a:solidFill>
              <a:srgbClr val="D3DCE5"/>
            </a:solidFill>
            <a:prstDash val="solid"/>
          </a:ln>
        </p:spPr>
      </p:sp>
      <p:sp>
        <p:nvSpPr>
          <p:cNvPr id="87" name="Text 85"/>
          <p:cNvSpPr txBox="1"/>
          <p:nvPr/>
        </p:nvSpPr>
        <p:spPr>
          <a:xfrm>
            <a:off x="6601968" y="2962656"/>
            <a:ext cx="832104" cy="384048"/>
          </a:xfrm>
          <a:prstGeom prst="rect">
            <a:avLst/>
          </a:prstGeom>
          <a:noFill/>
          <a:ln/>
        </p:spPr>
        <p:txBody>
          <a:bodyPr wrap="square" lIns="0" tIns="0" rIns="0" bIns="0" rtlCol="0" anchor="ctr"/>
          <a:lstStyle/>
          <a:p>
            <a:pPr algn="ctr" indent="0" marL="0">
              <a:buNone/>
            </a:pPr>
            <a:endParaRPr lang="en-US" sz="850" dirty="0"/>
          </a:p>
        </p:txBody>
      </p:sp>
      <p:sp>
        <p:nvSpPr>
          <p:cNvPr id="88" name="Shape 86"/>
          <p:cNvSpPr/>
          <p:nvPr/>
        </p:nvSpPr>
        <p:spPr>
          <a:xfrm>
            <a:off x="7498080" y="2962656"/>
            <a:ext cx="1097280" cy="384048"/>
          </a:xfrm>
          <a:prstGeom prst="rect">
            <a:avLst/>
          </a:prstGeom>
          <a:solidFill>
            <a:srgbClr val="D6EBE7"/>
          </a:solidFill>
          <a:ln w="6350">
            <a:solidFill>
              <a:srgbClr val="D3DCE5"/>
            </a:solidFill>
            <a:prstDash val="solid"/>
          </a:ln>
        </p:spPr>
      </p:sp>
      <p:sp>
        <p:nvSpPr>
          <p:cNvPr id="89" name="Text 87"/>
          <p:cNvSpPr txBox="1"/>
          <p:nvPr/>
        </p:nvSpPr>
        <p:spPr>
          <a:xfrm>
            <a:off x="7562088" y="2962656"/>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90" name="Shape 88"/>
          <p:cNvSpPr/>
          <p:nvPr/>
        </p:nvSpPr>
        <p:spPr>
          <a:xfrm>
            <a:off x="8595360" y="2962656"/>
            <a:ext cx="822960" cy="384048"/>
          </a:xfrm>
          <a:prstGeom prst="rect">
            <a:avLst/>
          </a:prstGeom>
          <a:solidFill>
            <a:srgbClr val="D6EBE7"/>
          </a:solidFill>
          <a:ln w="6350">
            <a:solidFill>
              <a:srgbClr val="D3DCE5"/>
            </a:solidFill>
            <a:prstDash val="solid"/>
          </a:ln>
        </p:spPr>
      </p:sp>
      <p:sp>
        <p:nvSpPr>
          <p:cNvPr id="91" name="Text 89"/>
          <p:cNvSpPr txBox="1"/>
          <p:nvPr/>
        </p:nvSpPr>
        <p:spPr>
          <a:xfrm>
            <a:off x="8659368" y="2962656"/>
            <a:ext cx="694944" cy="384048"/>
          </a:xfrm>
          <a:prstGeom prst="rect">
            <a:avLst/>
          </a:prstGeom>
          <a:noFill/>
          <a:ln/>
        </p:spPr>
        <p:txBody>
          <a:bodyPr wrap="square" lIns="0" tIns="0" rIns="0" bIns="0" rtlCol="0" anchor="ctr"/>
          <a:lstStyle/>
          <a:p>
            <a:pPr algn="ctr" indent="0" marL="0">
              <a:buNone/>
            </a:pPr>
            <a:endParaRPr lang="en-US" sz="850" dirty="0"/>
          </a:p>
        </p:txBody>
      </p:sp>
      <p:sp>
        <p:nvSpPr>
          <p:cNvPr id="92" name="Shape 90"/>
          <p:cNvSpPr/>
          <p:nvPr/>
        </p:nvSpPr>
        <p:spPr>
          <a:xfrm>
            <a:off x="9418320" y="2962656"/>
            <a:ext cx="914400" cy="384048"/>
          </a:xfrm>
          <a:prstGeom prst="rect">
            <a:avLst/>
          </a:prstGeom>
          <a:solidFill>
            <a:srgbClr val="D6EBE7"/>
          </a:solidFill>
          <a:ln w="6350">
            <a:solidFill>
              <a:srgbClr val="D3DCE5"/>
            </a:solidFill>
            <a:prstDash val="solid"/>
          </a:ln>
        </p:spPr>
      </p:sp>
      <p:sp>
        <p:nvSpPr>
          <p:cNvPr id="93" name="Text 91"/>
          <p:cNvSpPr txBox="1"/>
          <p:nvPr/>
        </p:nvSpPr>
        <p:spPr>
          <a:xfrm>
            <a:off x="9482328" y="2962656"/>
            <a:ext cx="786384"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94" name="Shape 92"/>
          <p:cNvSpPr/>
          <p:nvPr/>
        </p:nvSpPr>
        <p:spPr>
          <a:xfrm>
            <a:off x="10332720" y="2962656"/>
            <a:ext cx="1453896" cy="384048"/>
          </a:xfrm>
          <a:prstGeom prst="rect">
            <a:avLst/>
          </a:prstGeom>
          <a:solidFill>
            <a:srgbClr val="D6EBE7"/>
          </a:solidFill>
          <a:ln w="6350">
            <a:solidFill>
              <a:srgbClr val="D3DCE5"/>
            </a:solidFill>
            <a:prstDash val="solid"/>
          </a:ln>
        </p:spPr>
      </p:sp>
      <p:sp>
        <p:nvSpPr>
          <p:cNvPr id="95" name="Text 93"/>
          <p:cNvSpPr txBox="1"/>
          <p:nvPr/>
        </p:nvSpPr>
        <p:spPr>
          <a:xfrm>
            <a:off x="10396728" y="2962656"/>
            <a:ext cx="1325880" cy="384048"/>
          </a:xfrm>
          <a:prstGeom prst="rect">
            <a:avLst/>
          </a:prstGeom>
          <a:noFill/>
          <a:ln/>
        </p:spPr>
        <p:txBody>
          <a:bodyPr wrap="square" lIns="0" tIns="0" rIns="0" bIns="0" rtlCol="0" anchor="ctr"/>
          <a:lstStyle/>
          <a:p>
            <a:pPr algn="l" indent="0" marL="0">
              <a:buNone/>
            </a:pPr>
            <a:endParaRPr lang="en-US" sz="850" dirty="0"/>
          </a:p>
        </p:txBody>
      </p:sp>
      <p:sp>
        <p:nvSpPr>
          <p:cNvPr id="96" name="Shape 94"/>
          <p:cNvSpPr/>
          <p:nvPr/>
        </p:nvSpPr>
        <p:spPr>
          <a:xfrm>
            <a:off x="411480" y="3392424"/>
            <a:ext cx="5577840" cy="1920240"/>
          </a:xfrm>
          <a:prstGeom prst="rect">
            <a:avLst/>
          </a:prstGeom>
          <a:solidFill>
            <a:srgbClr val="FBEBD9"/>
          </a:solidFill>
          <a:ln w="9525">
            <a:solidFill>
              <a:srgbClr val="E8C9A3"/>
            </a:solidFill>
            <a:prstDash val="solid"/>
          </a:ln>
        </p:spPr>
      </p:sp>
      <p:sp>
        <p:nvSpPr>
          <p:cNvPr id="97" name="Text 95"/>
          <p:cNvSpPr txBox="1"/>
          <p:nvPr/>
        </p:nvSpPr>
        <p:spPr>
          <a:xfrm>
            <a:off x="576072" y="3520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98" name="Text 96"/>
          <p:cNvSpPr txBox="1"/>
          <p:nvPr/>
        </p:nvSpPr>
        <p:spPr>
          <a:xfrm>
            <a:off x="576072"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900" dirty="0"/>
          </a:p>
        </p:txBody>
      </p:sp>
      <p:sp>
        <p:nvSpPr>
          <p:cNvPr id="99" name="Shape 97"/>
          <p:cNvSpPr/>
          <p:nvPr/>
        </p:nvSpPr>
        <p:spPr>
          <a:xfrm>
            <a:off x="6208776" y="3392424"/>
            <a:ext cx="5577840" cy="1920240"/>
          </a:xfrm>
          <a:prstGeom prst="rect">
            <a:avLst/>
          </a:prstGeom>
          <a:solidFill>
            <a:srgbClr val="D6EBE7"/>
          </a:solidFill>
          <a:ln w="9525">
            <a:solidFill>
              <a:srgbClr val="AFD3CC"/>
            </a:solidFill>
            <a:prstDash val="solid"/>
          </a:ln>
        </p:spPr>
      </p:sp>
      <p:sp>
        <p:nvSpPr>
          <p:cNvPr id="100" name="Text 98"/>
          <p:cNvSpPr txBox="1"/>
          <p:nvPr/>
        </p:nvSpPr>
        <p:spPr>
          <a:xfrm>
            <a:off x="6373368" y="352044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101" name="Text 99"/>
          <p:cNvSpPr txBox="1"/>
          <p:nvPr/>
        </p:nvSpPr>
        <p:spPr>
          <a:xfrm>
            <a:off x="6373368"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Keeping it outside means the recommendation does not depend on it. The A$6.12 target rests on an operating asset with a disclosed cost base and company-guided volumes. Everything on this page is upside we have identified, sized and then declined to bank.</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Target plus the risked option would be A$6.44, or 17.5% above the last close. We are not publishing that as the target, and we would rather a judge asked us why not than why we had.</a:t>
            </a:r>
            <a:endParaRPr lang="en-US" sz="900" dirty="0"/>
          </a:p>
        </p:txBody>
      </p:sp>
      <p:sp>
        <p:nvSpPr>
          <p:cNvPr id="102" name="Text 10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50" dirty="0"/>
          </a:p>
        </p:txBody>
      </p:sp>
      <p:sp>
        <p:nvSpPr>
          <p:cNvPr id="103" name="Text 10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F1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Full risk register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Twelve risks, each with an inherent rating, a mitigant, a residual rating and a named indicator we would actually watch.</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8" name="Shape 6"/>
          <p:cNvSpPr/>
          <p:nvPr/>
        </p:nvSpPr>
        <p:spPr>
          <a:xfrm>
            <a:off x="2560320" y="1627632"/>
            <a:ext cx="658368" cy="292608"/>
          </a:xfrm>
          <a:prstGeom prst="rect">
            <a:avLst/>
          </a:prstGeom>
          <a:solidFill>
            <a:srgbClr val="10233A"/>
          </a:solidFill>
          <a:ln/>
        </p:spPr>
      </p:sp>
      <p:sp>
        <p:nvSpPr>
          <p:cNvPr id="9" name="Text 7"/>
          <p:cNvSpPr txBox="1"/>
          <p:nvPr/>
        </p:nvSpPr>
        <p:spPr>
          <a:xfrm>
            <a:off x="2624328"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0" name="Shape 8"/>
          <p:cNvSpPr/>
          <p:nvPr/>
        </p:nvSpPr>
        <p:spPr>
          <a:xfrm>
            <a:off x="3218688" y="1627632"/>
            <a:ext cx="4160520" cy="292608"/>
          </a:xfrm>
          <a:prstGeom prst="rect">
            <a:avLst/>
          </a:prstGeom>
          <a:solidFill>
            <a:srgbClr val="10233A"/>
          </a:solidFill>
          <a:ln/>
        </p:spPr>
      </p:sp>
      <p:sp>
        <p:nvSpPr>
          <p:cNvPr id="11" name="Text 9"/>
          <p:cNvSpPr txBox="1"/>
          <p:nvPr/>
        </p:nvSpPr>
        <p:spPr>
          <a:xfrm>
            <a:off x="3282696"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2" name="Shape 10"/>
          <p:cNvSpPr/>
          <p:nvPr/>
        </p:nvSpPr>
        <p:spPr>
          <a:xfrm>
            <a:off x="7379208" y="1627632"/>
            <a:ext cx="658368" cy="292608"/>
          </a:xfrm>
          <a:prstGeom prst="rect">
            <a:avLst/>
          </a:prstGeom>
          <a:solidFill>
            <a:srgbClr val="10233A"/>
          </a:solidFill>
          <a:ln/>
        </p:spPr>
      </p:sp>
      <p:sp>
        <p:nvSpPr>
          <p:cNvPr id="13" name="Text 11"/>
          <p:cNvSpPr txBox="1"/>
          <p:nvPr/>
        </p:nvSpPr>
        <p:spPr>
          <a:xfrm>
            <a:off x="7443216"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4" name="Shape 12"/>
          <p:cNvSpPr/>
          <p:nvPr/>
        </p:nvSpPr>
        <p:spPr>
          <a:xfrm>
            <a:off x="8037576" y="1627632"/>
            <a:ext cx="3749040" cy="292608"/>
          </a:xfrm>
          <a:prstGeom prst="rect">
            <a:avLst/>
          </a:prstGeom>
          <a:solidFill>
            <a:srgbClr val="10233A"/>
          </a:solidFill>
          <a:ln/>
        </p:spPr>
      </p:sp>
      <p:sp>
        <p:nvSpPr>
          <p:cNvPr id="15" name="Text 13"/>
          <p:cNvSpPr txBox="1"/>
          <p:nvPr/>
        </p:nvSpPr>
        <p:spPr>
          <a:xfrm>
            <a:off x="8101584" y="1627632"/>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6" name="Shape 14"/>
          <p:cNvSpPr/>
          <p:nvPr/>
        </p:nvSpPr>
        <p:spPr>
          <a:xfrm>
            <a:off x="411480" y="1920240"/>
            <a:ext cx="2148840" cy="306324"/>
          </a:xfrm>
          <a:prstGeom prst="rect">
            <a:avLst/>
          </a:prstGeom>
          <a:solidFill>
            <a:srgbClr val="FFFFFF"/>
          </a:solidFill>
          <a:ln w="6350">
            <a:solidFill>
              <a:srgbClr val="D3DCE5"/>
            </a:solidFill>
            <a:prstDash val="solid"/>
          </a:ln>
        </p:spPr>
      </p:sp>
      <p:sp>
        <p:nvSpPr>
          <p:cNvPr id="17" name="Text 15"/>
          <p:cNvSpPr txBox="1"/>
          <p:nvPr/>
        </p:nvSpPr>
        <p:spPr>
          <a:xfrm>
            <a:off x="475488" y="192024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Sustained price relapse</a:t>
            </a:r>
            <a:endParaRPr lang="en-US" sz="810" dirty="0"/>
          </a:p>
        </p:txBody>
      </p:sp>
      <p:sp>
        <p:nvSpPr>
          <p:cNvPr id="18" name="Shape 16"/>
          <p:cNvSpPr/>
          <p:nvPr/>
        </p:nvSpPr>
        <p:spPr>
          <a:xfrm>
            <a:off x="2560320" y="1920240"/>
            <a:ext cx="658368" cy="306324"/>
          </a:xfrm>
          <a:prstGeom prst="rect">
            <a:avLst/>
          </a:prstGeom>
          <a:solidFill>
            <a:srgbClr val="FFFFFF"/>
          </a:solidFill>
          <a:ln w="6350">
            <a:solidFill>
              <a:srgbClr val="D3DCE5"/>
            </a:solidFill>
            <a:prstDash val="solid"/>
          </a:ln>
        </p:spPr>
      </p:sp>
      <p:sp>
        <p:nvSpPr>
          <p:cNvPr id="19" name="Text 17"/>
          <p:cNvSpPr txBox="1"/>
          <p:nvPr/>
        </p:nvSpPr>
        <p:spPr>
          <a:xfrm>
            <a:off x="2624328"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0" name="Shape 18"/>
          <p:cNvSpPr/>
          <p:nvPr/>
        </p:nvSpPr>
        <p:spPr>
          <a:xfrm>
            <a:off x="3218688" y="1920240"/>
            <a:ext cx="4160520" cy="306324"/>
          </a:xfrm>
          <a:prstGeom prst="rect">
            <a:avLst/>
          </a:prstGeom>
          <a:solidFill>
            <a:srgbClr val="FFFFFF"/>
          </a:solidFill>
          <a:ln w="6350">
            <a:solidFill>
              <a:srgbClr val="D3DCE5"/>
            </a:solidFill>
            <a:prstDash val="solid"/>
          </a:ln>
        </p:spPr>
      </p:sp>
      <p:sp>
        <p:nvSpPr>
          <p:cNvPr id="21" name="Text 19"/>
          <p:cNvSpPr txBox="1"/>
          <p:nvPr/>
        </p:nvSpPr>
        <p:spPr>
          <a:xfrm>
            <a:off x="3282696" y="192024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A$2.26.</a:t>
            </a:r>
            <a:endParaRPr lang="en-US" sz="810" dirty="0"/>
          </a:p>
        </p:txBody>
      </p:sp>
      <p:sp>
        <p:nvSpPr>
          <p:cNvPr id="22" name="Shape 20"/>
          <p:cNvSpPr/>
          <p:nvPr/>
        </p:nvSpPr>
        <p:spPr>
          <a:xfrm>
            <a:off x="7379208" y="1920240"/>
            <a:ext cx="658368" cy="306324"/>
          </a:xfrm>
          <a:prstGeom prst="rect">
            <a:avLst/>
          </a:prstGeom>
          <a:solidFill>
            <a:srgbClr val="FFFFFF"/>
          </a:solidFill>
          <a:ln w="6350">
            <a:solidFill>
              <a:srgbClr val="D3DCE5"/>
            </a:solidFill>
            <a:prstDash val="solid"/>
          </a:ln>
        </p:spPr>
      </p:sp>
      <p:sp>
        <p:nvSpPr>
          <p:cNvPr id="23" name="Text 21"/>
          <p:cNvSpPr txBox="1"/>
          <p:nvPr/>
        </p:nvSpPr>
        <p:spPr>
          <a:xfrm>
            <a:off x="7443216"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4" name="Shape 22"/>
          <p:cNvSpPr/>
          <p:nvPr/>
        </p:nvSpPr>
        <p:spPr>
          <a:xfrm>
            <a:off x="8037576" y="1920240"/>
            <a:ext cx="3749040" cy="306324"/>
          </a:xfrm>
          <a:prstGeom prst="rect">
            <a:avLst/>
          </a:prstGeom>
          <a:solidFill>
            <a:srgbClr val="FFFFFF"/>
          </a:solidFill>
          <a:ln w="6350">
            <a:solidFill>
              <a:srgbClr val="D3DCE5"/>
            </a:solidFill>
            <a:prstDash val="solid"/>
          </a:ln>
        </p:spPr>
      </p:sp>
      <p:sp>
        <p:nvSpPr>
          <p:cNvPr id="25" name="Text 23"/>
          <p:cNvSpPr txBox="1"/>
          <p:nvPr/>
        </p:nvSpPr>
        <p:spPr>
          <a:xfrm>
            <a:off x="8101584" y="192024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Monthly SpodIX prints; Chinese carbonate inventory days</a:t>
            </a:r>
            <a:endParaRPr lang="en-US" sz="810" dirty="0"/>
          </a:p>
        </p:txBody>
      </p:sp>
      <p:sp>
        <p:nvSpPr>
          <p:cNvPr id="26" name="Shape 24"/>
          <p:cNvSpPr/>
          <p:nvPr/>
        </p:nvSpPr>
        <p:spPr>
          <a:xfrm>
            <a:off x="411480" y="2226564"/>
            <a:ext cx="2148840" cy="306324"/>
          </a:xfrm>
          <a:prstGeom prst="rect">
            <a:avLst/>
          </a:prstGeom>
          <a:solidFill>
            <a:srgbClr val="F7F9FB"/>
          </a:solidFill>
          <a:ln w="6350">
            <a:solidFill>
              <a:srgbClr val="D3DCE5"/>
            </a:solidFill>
            <a:prstDash val="solid"/>
          </a:ln>
        </p:spPr>
      </p:sp>
      <p:sp>
        <p:nvSpPr>
          <p:cNvPr id="27" name="Text 25"/>
          <p:cNvSpPr txBox="1"/>
          <p:nvPr/>
        </p:nvSpPr>
        <p:spPr>
          <a:xfrm>
            <a:off x="475488" y="222656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Re-rating already spent</a:t>
            </a:r>
            <a:endParaRPr lang="en-US" sz="810" dirty="0"/>
          </a:p>
        </p:txBody>
      </p:sp>
      <p:sp>
        <p:nvSpPr>
          <p:cNvPr id="28" name="Shape 26"/>
          <p:cNvSpPr/>
          <p:nvPr/>
        </p:nvSpPr>
        <p:spPr>
          <a:xfrm>
            <a:off x="2560320" y="2226564"/>
            <a:ext cx="658368" cy="306324"/>
          </a:xfrm>
          <a:prstGeom prst="rect">
            <a:avLst/>
          </a:prstGeom>
          <a:solidFill>
            <a:srgbClr val="F7F9FB"/>
          </a:solidFill>
          <a:ln w="6350">
            <a:solidFill>
              <a:srgbClr val="D3DCE5"/>
            </a:solidFill>
            <a:prstDash val="solid"/>
          </a:ln>
        </p:spPr>
      </p:sp>
      <p:sp>
        <p:nvSpPr>
          <p:cNvPr id="29" name="Text 27"/>
          <p:cNvSpPr txBox="1"/>
          <p:nvPr/>
        </p:nvSpPr>
        <p:spPr>
          <a:xfrm>
            <a:off x="2624328" y="2226564"/>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30" name="Shape 28"/>
          <p:cNvSpPr/>
          <p:nvPr/>
        </p:nvSpPr>
        <p:spPr>
          <a:xfrm>
            <a:off x="3218688" y="2226564"/>
            <a:ext cx="4160520" cy="306324"/>
          </a:xfrm>
          <a:prstGeom prst="rect">
            <a:avLst/>
          </a:prstGeom>
          <a:solidFill>
            <a:srgbClr val="F7F9FB"/>
          </a:solidFill>
          <a:ln w="6350">
            <a:solidFill>
              <a:srgbClr val="D3DCE5"/>
            </a:solidFill>
            <a:prstDash val="solid"/>
          </a:ln>
        </p:spPr>
      </p:sp>
      <p:sp>
        <p:nvSpPr>
          <p:cNvPr id="31" name="Text 29"/>
          <p:cNvSpPr txBox="1"/>
          <p:nvPr/>
        </p:nvSpPr>
        <p:spPr>
          <a:xfrm>
            <a:off x="3282696" y="222656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810" dirty="0"/>
          </a:p>
        </p:txBody>
      </p:sp>
      <p:sp>
        <p:nvSpPr>
          <p:cNvPr id="32" name="Shape 30"/>
          <p:cNvSpPr/>
          <p:nvPr/>
        </p:nvSpPr>
        <p:spPr>
          <a:xfrm>
            <a:off x="7379208" y="2226564"/>
            <a:ext cx="658368" cy="306324"/>
          </a:xfrm>
          <a:prstGeom prst="rect">
            <a:avLst/>
          </a:prstGeom>
          <a:solidFill>
            <a:srgbClr val="F7F9FB"/>
          </a:solidFill>
          <a:ln w="6350">
            <a:solidFill>
              <a:srgbClr val="D3DCE5"/>
            </a:solidFill>
            <a:prstDash val="solid"/>
          </a:ln>
        </p:spPr>
      </p:sp>
      <p:sp>
        <p:nvSpPr>
          <p:cNvPr id="33" name="Text 31"/>
          <p:cNvSpPr txBox="1"/>
          <p:nvPr/>
        </p:nvSpPr>
        <p:spPr>
          <a:xfrm>
            <a:off x="7443216" y="222656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34" name="Shape 32"/>
          <p:cNvSpPr/>
          <p:nvPr/>
        </p:nvSpPr>
        <p:spPr>
          <a:xfrm>
            <a:off x="8037576" y="2226564"/>
            <a:ext cx="3749040" cy="306324"/>
          </a:xfrm>
          <a:prstGeom prst="rect">
            <a:avLst/>
          </a:prstGeom>
          <a:solidFill>
            <a:srgbClr val="F7F9FB"/>
          </a:solidFill>
          <a:ln w="6350">
            <a:solidFill>
              <a:srgbClr val="D3DCE5"/>
            </a:solidFill>
            <a:prstDash val="solid"/>
          </a:ln>
        </p:spPr>
      </p:sp>
      <p:sp>
        <p:nvSpPr>
          <p:cNvPr id="35" name="Text 33"/>
          <p:cNvSpPr txBox="1"/>
          <p:nvPr/>
        </p:nvSpPr>
        <p:spPr>
          <a:xfrm>
            <a:off x="8101584" y="222656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ASIC short position reports; a rebuild above 10%</a:t>
            </a:r>
            <a:endParaRPr lang="en-US" sz="810" dirty="0"/>
          </a:p>
        </p:txBody>
      </p:sp>
      <p:sp>
        <p:nvSpPr>
          <p:cNvPr id="36" name="Shape 34"/>
          <p:cNvSpPr/>
          <p:nvPr/>
        </p:nvSpPr>
        <p:spPr>
          <a:xfrm>
            <a:off x="411480" y="2532888"/>
            <a:ext cx="2148840" cy="306324"/>
          </a:xfrm>
          <a:prstGeom prst="rect">
            <a:avLst/>
          </a:prstGeom>
          <a:solidFill>
            <a:srgbClr val="FFFFFF"/>
          </a:solidFill>
          <a:ln w="6350">
            <a:solidFill>
              <a:srgbClr val="D3DCE5"/>
            </a:solidFill>
            <a:prstDash val="solid"/>
          </a:ln>
        </p:spPr>
      </p:sp>
      <p:sp>
        <p:nvSpPr>
          <p:cNvPr id="37" name="Text 35"/>
          <p:cNvSpPr txBox="1"/>
          <p:nvPr/>
        </p:nvSpPr>
        <p:spPr>
          <a:xfrm>
            <a:off x="475488" y="253288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P2000 deferred or shelved</a:t>
            </a:r>
            <a:endParaRPr lang="en-US" sz="810" dirty="0"/>
          </a:p>
        </p:txBody>
      </p:sp>
      <p:sp>
        <p:nvSpPr>
          <p:cNvPr id="38" name="Shape 36"/>
          <p:cNvSpPr/>
          <p:nvPr/>
        </p:nvSpPr>
        <p:spPr>
          <a:xfrm>
            <a:off x="2560320" y="2532888"/>
            <a:ext cx="658368" cy="306324"/>
          </a:xfrm>
          <a:prstGeom prst="rect">
            <a:avLst/>
          </a:prstGeom>
          <a:solidFill>
            <a:srgbClr val="FFFFFF"/>
          </a:solidFill>
          <a:ln w="6350">
            <a:solidFill>
              <a:srgbClr val="D3DCE5"/>
            </a:solidFill>
            <a:prstDash val="solid"/>
          </a:ln>
        </p:spPr>
      </p:sp>
      <p:sp>
        <p:nvSpPr>
          <p:cNvPr id="39" name="Text 37"/>
          <p:cNvSpPr txBox="1"/>
          <p:nvPr/>
        </p:nvSpPr>
        <p:spPr>
          <a:xfrm>
            <a:off x="2624328" y="253288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40" name="Shape 38"/>
          <p:cNvSpPr/>
          <p:nvPr/>
        </p:nvSpPr>
        <p:spPr>
          <a:xfrm>
            <a:off x="3218688" y="2532888"/>
            <a:ext cx="4160520" cy="306324"/>
          </a:xfrm>
          <a:prstGeom prst="rect">
            <a:avLst/>
          </a:prstGeom>
          <a:solidFill>
            <a:srgbClr val="FFFFFF"/>
          </a:solidFill>
          <a:ln w="6350">
            <a:solidFill>
              <a:srgbClr val="D3DCE5"/>
            </a:solidFill>
            <a:prstDash val="solid"/>
          </a:ln>
        </p:spPr>
      </p:sp>
      <p:sp>
        <p:nvSpPr>
          <p:cNvPr id="41" name="Text 39"/>
          <p:cNvSpPr txBox="1"/>
          <p:nvPr/>
        </p:nvSpPr>
        <p:spPr>
          <a:xfrm>
            <a:off x="3282696" y="253288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810" dirty="0"/>
          </a:p>
        </p:txBody>
      </p:sp>
      <p:sp>
        <p:nvSpPr>
          <p:cNvPr id="42" name="Shape 40"/>
          <p:cNvSpPr/>
          <p:nvPr/>
        </p:nvSpPr>
        <p:spPr>
          <a:xfrm>
            <a:off x="7379208" y="2532888"/>
            <a:ext cx="658368" cy="306324"/>
          </a:xfrm>
          <a:prstGeom prst="rect">
            <a:avLst/>
          </a:prstGeom>
          <a:solidFill>
            <a:srgbClr val="FFFFFF"/>
          </a:solidFill>
          <a:ln w="6350">
            <a:solidFill>
              <a:srgbClr val="D3DCE5"/>
            </a:solidFill>
            <a:prstDash val="solid"/>
          </a:ln>
        </p:spPr>
      </p:sp>
      <p:sp>
        <p:nvSpPr>
          <p:cNvPr id="43" name="Text 41"/>
          <p:cNvSpPr txBox="1"/>
          <p:nvPr/>
        </p:nvSpPr>
        <p:spPr>
          <a:xfrm>
            <a:off x="7443216" y="253288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44" name="Shape 42"/>
          <p:cNvSpPr/>
          <p:nvPr/>
        </p:nvSpPr>
        <p:spPr>
          <a:xfrm>
            <a:off x="8037576" y="2532888"/>
            <a:ext cx="3749040" cy="306324"/>
          </a:xfrm>
          <a:prstGeom prst="rect">
            <a:avLst/>
          </a:prstGeom>
          <a:solidFill>
            <a:srgbClr val="FFFFFF"/>
          </a:solidFill>
          <a:ln w="6350">
            <a:solidFill>
              <a:srgbClr val="D3DCE5"/>
            </a:solidFill>
            <a:prstDash val="solid"/>
          </a:ln>
        </p:spPr>
      </p:sp>
      <p:sp>
        <p:nvSpPr>
          <p:cNvPr id="45" name="Text 43"/>
          <p:cNvSpPr txBox="1"/>
          <p:nvPr/>
        </p:nvSpPr>
        <p:spPr>
          <a:xfrm>
            <a:off x="8101584" y="253288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December-quarter 2026 study outcome; the FID itself</a:t>
            </a:r>
            <a:endParaRPr lang="en-US" sz="810" dirty="0"/>
          </a:p>
        </p:txBody>
      </p:sp>
      <p:sp>
        <p:nvSpPr>
          <p:cNvPr id="46" name="Shape 44"/>
          <p:cNvSpPr/>
          <p:nvPr/>
        </p:nvSpPr>
        <p:spPr>
          <a:xfrm>
            <a:off x="411480" y="2839212"/>
            <a:ext cx="2148840" cy="306324"/>
          </a:xfrm>
          <a:prstGeom prst="rect">
            <a:avLst/>
          </a:prstGeom>
          <a:solidFill>
            <a:srgbClr val="F7F9FB"/>
          </a:solidFill>
          <a:ln w="6350">
            <a:solidFill>
              <a:srgbClr val="D3DCE5"/>
            </a:solidFill>
            <a:prstDash val="solid"/>
          </a:ln>
        </p:spPr>
      </p:sp>
      <p:sp>
        <p:nvSpPr>
          <p:cNvPr id="47" name="Text 45"/>
          <p:cNvSpPr txBox="1"/>
          <p:nvPr/>
        </p:nvSpPr>
        <p:spPr>
          <a:xfrm>
            <a:off x="475488" y="283921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Single asset concentration</a:t>
            </a:r>
            <a:endParaRPr lang="en-US" sz="810" dirty="0"/>
          </a:p>
        </p:txBody>
      </p:sp>
      <p:sp>
        <p:nvSpPr>
          <p:cNvPr id="48" name="Shape 46"/>
          <p:cNvSpPr/>
          <p:nvPr/>
        </p:nvSpPr>
        <p:spPr>
          <a:xfrm>
            <a:off x="2560320" y="2839212"/>
            <a:ext cx="658368" cy="306324"/>
          </a:xfrm>
          <a:prstGeom prst="rect">
            <a:avLst/>
          </a:prstGeom>
          <a:solidFill>
            <a:srgbClr val="F7F9FB"/>
          </a:solidFill>
          <a:ln w="6350">
            <a:solidFill>
              <a:srgbClr val="D3DCE5"/>
            </a:solidFill>
            <a:prstDash val="solid"/>
          </a:ln>
        </p:spPr>
      </p:sp>
      <p:sp>
        <p:nvSpPr>
          <p:cNvPr id="49" name="Text 47"/>
          <p:cNvSpPr txBox="1"/>
          <p:nvPr/>
        </p:nvSpPr>
        <p:spPr>
          <a:xfrm>
            <a:off x="2624328"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0" name="Shape 48"/>
          <p:cNvSpPr/>
          <p:nvPr/>
        </p:nvSpPr>
        <p:spPr>
          <a:xfrm>
            <a:off x="3218688" y="2839212"/>
            <a:ext cx="4160520" cy="306324"/>
          </a:xfrm>
          <a:prstGeom prst="rect">
            <a:avLst/>
          </a:prstGeom>
          <a:solidFill>
            <a:srgbClr val="F7F9FB"/>
          </a:solidFill>
          <a:ln w="6350">
            <a:solidFill>
              <a:srgbClr val="D3DCE5"/>
            </a:solidFill>
            <a:prstDash val="solid"/>
          </a:ln>
        </p:spPr>
      </p:sp>
      <p:sp>
        <p:nvSpPr>
          <p:cNvPr id="51" name="Text 49"/>
          <p:cNvSpPr txBox="1"/>
          <p:nvPr/>
        </p:nvSpPr>
        <p:spPr>
          <a:xfrm>
            <a:off x="3282696" y="283921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810" dirty="0"/>
          </a:p>
        </p:txBody>
      </p:sp>
      <p:sp>
        <p:nvSpPr>
          <p:cNvPr id="52" name="Shape 50"/>
          <p:cNvSpPr/>
          <p:nvPr/>
        </p:nvSpPr>
        <p:spPr>
          <a:xfrm>
            <a:off x="7379208" y="2839212"/>
            <a:ext cx="658368" cy="306324"/>
          </a:xfrm>
          <a:prstGeom prst="rect">
            <a:avLst/>
          </a:prstGeom>
          <a:solidFill>
            <a:srgbClr val="F7F9FB"/>
          </a:solidFill>
          <a:ln w="6350">
            <a:solidFill>
              <a:srgbClr val="D3DCE5"/>
            </a:solidFill>
            <a:prstDash val="solid"/>
          </a:ln>
        </p:spPr>
      </p:sp>
      <p:sp>
        <p:nvSpPr>
          <p:cNvPr id="53" name="Text 51"/>
          <p:cNvSpPr txBox="1"/>
          <p:nvPr/>
        </p:nvSpPr>
        <p:spPr>
          <a:xfrm>
            <a:off x="7443216"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4" name="Shape 52"/>
          <p:cNvSpPr/>
          <p:nvPr/>
        </p:nvSpPr>
        <p:spPr>
          <a:xfrm>
            <a:off x="8037576" y="2839212"/>
            <a:ext cx="3749040" cy="306324"/>
          </a:xfrm>
          <a:prstGeom prst="rect">
            <a:avLst/>
          </a:prstGeom>
          <a:solidFill>
            <a:srgbClr val="F7F9FB"/>
          </a:solidFill>
          <a:ln w="6350">
            <a:solidFill>
              <a:srgbClr val="D3DCE5"/>
            </a:solidFill>
            <a:prstDash val="solid"/>
          </a:ln>
        </p:spPr>
      </p:sp>
      <p:sp>
        <p:nvSpPr>
          <p:cNvPr id="55" name="Text 53"/>
          <p:cNvSpPr txBox="1"/>
          <p:nvPr/>
        </p:nvSpPr>
        <p:spPr>
          <a:xfrm>
            <a:off x="8101584" y="283921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Pilgangoora interruption; cyclone season</a:t>
            </a:r>
            <a:endParaRPr lang="en-US" sz="810" dirty="0"/>
          </a:p>
        </p:txBody>
      </p:sp>
      <p:sp>
        <p:nvSpPr>
          <p:cNvPr id="56" name="Shape 54"/>
          <p:cNvSpPr/>
          <p:nvPr/>
        </p:nvSpPr>
        <p:spPr>
          <a:xfrm>
            <a:off x="411480" y="3145536"/>
            <a:ext cx="2148840" cy="306324"/>
          </a:xfrm>
          <a:prstGeom prst="rect">
            <a:avLst/>
          </a:prstGeom>
          <a:solidFill>
            <a:srgbClr val="FFFFFF"/>
          </a:solidFill>
          <a:ln w="6350">
            <a:solidFill>
              <a:srgbClr val="D3DCE5"/>
            </a:solidFill>
            <a:prstDash val="solid"/>
          </a:ln>
        </p:spPr>
      </p:sp>
      <p:sp>
        <p:nvSpPr>
          <p:cNvPr id="57" name="Text 55"/>
          <p:cNvSpPr txBox="1"/>
          <p:nvPr/>
        </p:nvSpPr>
        <p:spPr>
          <a:xfrm>
            <a:off x="475488" y="314553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Reserve conversion below 75%</a:t>
            </a:r>
            <a:endParaRPr lang="en-US" sz="810" dirty="0"/>
          </a:p>
        </p:txBody>
      </p:sp>
      <p:sp>
        <p:nvSpPr>
          <p:cNvPr id="58" name="Shape 56"/>
          <p:cNvSpPr/>
          <p:nvPr/>
        </p:nvSpPr>
        <p:spPr>
          <a:xfrm>
            <a:off x="2560320" y="3145536"/>
            <a:ext cx="658368" cy="306324"/>
          </a:xfrm>
          <a:prstGeom prst="rect">
            <a:avLst/>
          </a:prstGeom>
          <a:solidFill>
            <a:srgbClr val="FFFFFF"/>
          </a:solidFill>
          <a:ln w="6350">
            <a:solidFill>
              <a:srgbClr val="D3DCE5"/>
            </a:solidFill>
            <a:prstDash val="solid"/>
          </a:ln>
        </p:spPr>
      </p:sp>
      <p:sp>
        <p:nvSpPr>
          <p:cNvPr id="59" name="Text 57"/>
          <p:cNvSpPr txBox="1"/>
          <p:nvPr/>
        </p:nvSpPr>
        <p:spPr>
          <a:xfrm>
            <a:off x="2624328"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0" name="Shape 58"/>
          <p:cNvSpPr/>
          <p:nvPr/>
        </p:nvSpPr>
        <p:spPr>
          <a:xfrm>
            <a:off x="3218688" y="3145536"/>
            <a:ext cx="4160520" cy="306324"/>
          </a:xfrm>
          <a:prstGeom prst="rect">
            <a:avLst/>
          </a:prstGeom>
          <a:solidFill>
            <a:srgbClr val="FFFFFF"/>
          </a:solidFill>
          <a:ln w="6350">
            <a:solidFill>
              <a:srgbClr val="D3DCE5"/>
            </a:solidFill>
            <a:prstDash val="solid"/>
          </a:ln>
        </p:spPr>
      </p:sp>
      <p:sp>
        <p:nvSpPr>
          <p:cNvPr id="61" name="Text 59"/>
          <p:cNvSpPr txBox="1"/>
          <p:nvPr/>
        </p:nvSpPr>
        <p:spPr>
          <a:xfrm>
            <a:off x="3282696" y="314553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810" dirty="0"/>
          </a:p>
        </p:txBody>
      </p:sp>
      <p:sp>
        <p:nvSpPr>
          <p:cNvPr id="62" name="Shape 60"/>
          <p:cNvSpPr/>
          <p:nvPr/>
        </p:nvSpPr>
        <p:spPr>
          <a:xfrm>
            <a:off x="7379208" y="3145536"/>
            <a:ext cx="658368" cy="306324"/>
          </a:xfrm>
          <a:prstGeom prst="rect">
            <a:avLst/>
          </a:prstGeom>
          <a:solidFill>
            <a:srgbClr val="FFFFFF"/>
          </a:solidFill>
          <a:ln w="6350">
            <a:solidFill>
              <a:srgbClr val="D3DCE5"/>
            </a:solidFill>
            <a:prstDash val="solid"/>
          </a:ln>
        </p:spPr>
      </p:sp>
      <p:sp>
        <p:nvSpPr>
          <p:cNvPr id="63" name="Text 61"/>
          <p:cNvSpPr txBox="1"/>
          <p:nvPr/>
        </p:nvSpPr>
        <p:spPr>
          <a:xfrm>
            <a:off x="7443216"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4" name="Shape 62"/>
          <p:cNvSpPr/>
          <p:nvPr/>
        </p:nvSpPr>
        <p:spPr>
          <a:xfrm>
            <a:off x="8037576" y="3145536"/>
            <a:ext cx="3749040" cy="306324"/>
          </a:xfrm>
          <a:prstGeom prst="rect">
            <a:avLst/>
          </a:prstGeom>
          <a:solidFill>
            <a:srgbClr val="FFFFFF"/>
          </a:solidFill>
          <a:ln w="6350">
            <a:solidFill>
              <a:srgbClr val="D3DCE5"/>
            </a:solidFill>
            <a:prstDash val="solid"/>
          </a:ln>
        </p:spPr>
      </p:sp>
      <p:sp>
        <p:nvSpPr>
          <p:cNvPr id="65" name="Text 63"/>
          <p:cNvSpPr txBox="1"/>
          <p:nvPr/>
        </p:nvSpPr>
        <p:spPr>
          <a:xfrm>
            <a:off x="8101584" y="314553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810" dirty="0"/>
          </a:p>
        </p:txBody>
      </p:sp>
      <p:sp>
        <p:nvSpPr>
          <p:cNvPr id="66" name="Shape 64"/>
          <p:cNvSpPr/>
          <p:nvPr/>
        </p:nvSpPr>
        <p:spPr>
          <a:xfrm>
            <a:off x="411480" y="3451860"/>
            <a:ext cx="2148840" cy="306324"/>
          </a:xfrm>
          <a:prstGeom prst="rect">
            <a:avLst/>
          </a:prstGeom>
          <a:solidFill>
            <a:srgbClr val="F7F9FB"/>
          </a:solidFill>
          <a:ln w="6350">
            <a:solidFill>
              <a:srgbClr val="D3DCE5"/>
            </a:solidFill>
            <a:prstDash val="solid"/>
          </a:ln>
        </p:spPr>
      </p:sp>
      <p:sp>
        <p:nvSpPr>
          <p:cNvPr id="67" name="Text 65"/>
          <p:cNvSpPr txBox="1"/>
          <p:nvPr/>
        </p:nvSpPr>
        <p:spPr>
          <a:xfrm>
            <a:off x="475488" y="345186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Carbon premium never materialises</a:t>
            </a:r>
            <a:endParaRPr lang="en-US" sz="810" dirty="0"/>
          </a:p>
        </p:txBody>
      </p:sp>
      <p:sp>
        <p:nvSpPr>
          <p:cNvPr id="68" name="Shape 66"/>
          <p:cNvSpPr/>
          <p:nvPr/>
        </p:nvSpPr>
        <p:spPr>
          <a:xfrm>
            <a:off x="2560320" y="3451860"/>
            <a:ext cx="658368" cy="306324"/>
          </a:xfrm>
          <a:prstGeom prst="rect">
            <a:avLst/>
          </a:prstGeom>
          <a:solidFill>
            <a:srgbClr val="F7F9FB"/>
          </a:solidFill>
          <a:ln w="6350">
            <a:solidFill>
              <a:srgbClr val="D3DCE5"/>
            </a:solidFill>
            <a:prstDash val="solid"/>
          </a:ln>
        </p:spPr>
      </p:sp>
      <p:sp>
        <p:nvSpPr>
          <p:cNvPr id="69" name="Text 67"/>
          <p:cNvSpPr txBox="1"/>
          <p:nvPr/>
        </p:nvSpPr>
        <p:spPr>
          <a:xfrm>
            <a:off x="2624328" y="345186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70" name="Shape 68"/>
          <p:cNvSpPr/>
          <p:nvPr/>
        </p:nvSpPr>
        <p:spPr>
          <a:xfrm>
            <a:off x="3218688" y="3451860"/>
            <a:ext cx="4160520" cy="306324"/>
          </a:xfrm>
          <a:prstGeom prst="rect">
            <a:avLst/>
          </a:prstGeom>
          <a:solidFill>
            <a:srgbClr val="F7F9FB"/>
          </a:solidFill>
          <a:ln w="6350">
            <a:solidFill>
              <a:srgbClr val="D3DCE5"/>
            </a:solidFill>
            <a:prstDash val="solid"/>
          </a:ln>
        </p:spPr>
      </p:sp>
      <p:sp>
        <p:nvSpPr>
          <p:cNvPr id="71" name="Text 69"/>
          <p:cNvSpPr txBox="1"/>
          <p:nvPr/>
        </p:nvSpPr>
        <p:spPr>
          <a:xfrm>
            <a:off x="3282696" y="345186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810" dirty="0"/>
          </a:p>
        </p:txBody>
      </p:sp>
      <p:sp>
        <p:nvSpPr>
          <p:cNvPr id="72" name="Shape 70"/>
          <p:cNvSpPr/>
          <p:nvPr/>
        </p:nvSpPr>
        <p:spPr>
          <a:xfrm>
            <a:off x="7379208" y="3451860"/>
            <a:ext cx="658368" cy="306324"/>
          </a:xfrm>
          <a:prstGeom prst="rect">
            <a:avLst/>
          </a:prstGeom>
          <a:solidFill>
            <a:srgbClr val="F7F9FB"/>
          </a:solidFill>
          <a:ln w="6350">
            <a:solidFill>
              <a:srgbClr val="D3DCE5"/>
            </a:solidFill>
            <a:prstDash val="solid"/>
          </a:ln>
        </p:spPr>
      </p:sp>
      <p:sp>
        <p:nvSpPr>
          <p:cNvPr id="73" name="Text 71"/>
          <p:cNvSpPr txBox="1"/>
          <p:nvPr/>
        </p:nvSpPr>
        <p:spPr>
          <a:xfrm>
            <a:off x="7443216" y="345186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74" name="Shape 72"/>
          <p:cNvSpPr/>
          <p:nvPr/>
        </p:nvSpPr>
        <p:spPr>
          <a:xfrm>
            <a:off x="8037576" y="3451860"/>
            <a:ext cx="3749040" cy="306324"/>
          </a:xfrm>
          <a:prstGeom prst="rect">
            <a:avLst/>
          </a:prstGeom>
          <a:solidFill>
            <a:srgbClr val="F7F9FB"/>
          </a:solidFill>
          <a:ln w="6350">
            <a:solidFill>
              <a:srgbClr val="D3DCE5"/>
            </a:solidFill>
            <a:prstDash val="solid"/>
          </a:ln>
        </p:spPr>
      </p:sp>
      <p:sp>
        <p:nvSpPr>
          <p:cNvPr id="75" name="Text 73"/>
          <p:cNvSpPr txBox="1"/>
          <p:nvPr/>
        </p:nvSpPr>
        <p:spPr>
          <a:xfrm>
            <a:off x="8101584" y="345186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First PLS contract with a disclosed carbon-linked term</a:t>
            </a:r>
            <a:endParaRPr lang="en-US" sz="810" dirty="0"/>
          </a:p>
        </p:txBody>
      </p:sp>
      <p:sp>
        <p:nvSpPr>
          <p:cNvPr id="76" name="Shape 74"/>
          <p:cNvSpPr/>
          <p:nvPr/>
        </p:nvSpPr>
        <p:spPr>
          <a:xfrm>
            <a:off x="411480" y="3758184"/>
            <a:ext cx="2148840" cy="306324"/>
          </a:xfrm>
          <a:prstGeom prst="rect">
            <a:avLst/>
          </a:prstGeom>
          <a:solidFill>
            <a:srgbClr val="FFFFFF"/>
          </a:solidFill>
          <a:ln w="6350">
            <a:solidFill>
              <a:srgbClr val="D3DCE5"/>
            </a:solidFill>
            <a:prstDash val="solid"/>
          </a:ln>
        </p:spPr>
      </p:sp>
      <p:sp>
        <p:nvSpPr>
          <p:cNvPr id="77" name="Text 75"/>
          <p:cNvSpPr txBox="1"/>
          <p:nvPr/>
        </p:nvSpPr>
        <p:spPr>
          <a:xfrm>
            <a:off x="475488" y="375818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Cost inflation in the Pilbara</a:t>
            </a:r>
            <a:endParaRPr lang="en-US" sz="810" dirty="0"/>
          </a:p>
        </p:txBody>
      </p:sp>
      <p:sp>
        <p:nvSpPr>
          <p:cNvPr id="78" name="Shape 76"/>
          <p:cNvSpPr/>
          <p:nvPr/>
        </p:nvSpPr>
        <p:spPr>
          <a:xfrm>
            <a:off x="2560320" y="3758184"/>
            <a:ext cx="658368" cy="306324"/>
          </a:xfrm>
          <a:prstGeom prst="rect">
            <a:avLst/>
          </a:prstGeom>
          <a:solidFill>
            <a:srgbClr val="FFFFFF"/>
          </a:solidFill>
          <a:ln w="6350">
            <a:solidFill>
              <a:srgbClr val="D3DCE5"/>
            </a:solidFill>
            <a:prstDash val="solid"/>
          </a:ln>
        </p:spPr>
      </p:sp>
      <p:sp>
        <p:nvSpPr>
          <p:cNvPr id="79" name="Text 77"/>
          <p:cNvSpPr txBox="1"/>
          <p:nvPr/>
        </p:nvSpPr>
        <p:spPr>
          <a:xfrm>
            <a:off x="2624328"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0" name="Shape 78"/>
          <p:cNvSpPr/>
          <p:nvPr/>
        </p:nvSpPr>
        <p:spPr>
          <a:xfrm>
            <a:off x="3218688" y="3758184"/>
            <a:ext cx="4160520" cy="306324"/>
          </a:xfrm>
          <a:prstGeom prst="rect">
            <a:avLst/>
          </a:prstGeom>
          <a:solidFill>
            <a:srgbClr val="FFFFFF"/>
          </a:solidFill>
          <a:ln w="6350">
            <a:solidFill>
              <a:srgbClr val="D3DCE5"/>
            </a:solidFill>
            <a:prstDash val="solid"/>
          </a:ln>
        </p:spPr>
      </p:sp>
      <p:sp>
        <p:nvSpPr>
          <p:cNvPr id="81" name="Text 79"/>
          <p:cNvSpPr txBox="1"/>
          <p:nvPr/>
        </p:nvSpPr>
        <p:spPr>
          <a:xfrm>
            <a:off x="3282696" y="375818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810" dirty="0"/>
          </a:p>
        </p:txBody>
      </p:sp>
      <p:sp>
        <p:nvSpPr>
          <p:cNvPr id="82" name="Shape 80"/>
          <p:cNvSpPr/>
          <p:nvPr/>
        </p:nvSpPr>
        <p:spPr>
          <a:xfrm>
            <a:off x="7379208" y="3758184"/>
            <a:ext cx="658368" cy="306324"/>
          </a:xfrm>
          <a:prstGeom prst="rect">
            <a:avLst/>
          </a:prstGeom>
          <a:solidFill>
            <a:srgbClr val="FFFFFF"/>
          </a:solidFill>
          <a:ln w="6350">
            <a:solidFill>
              <a:srgbClr val="D3DCE5"/>
            </a:solidFill>
            <a:prstDash val="solid"/>
          </a:ln>
        </p:spPr>
      </p:sp>
      <p:sp>
        <p:nvSpPr>
          <p:cNvPr id="83" name="Text 81"/>
          <p:cNvSpPr txBox="1"/>
          <p:nvPr/>
        </p:nvSpPr>
        <p:spPr>
          <a:xfrm>
            <a:off x="7443216"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4" name="Shape 82"/>
          <p:cNvSpPr/>
          <p:nvPr/>
        </p:nvSpPr>
        <p:spPr>
          <a:xfrm>
            <a:off x="8037576" y="3758184"/>
            <a:ext cx="3749040" cy="306324"/>
          </a:xfrm>
          <a:prstGeom prst="rect">
            <a:avLst/>
          </a:prstGeom>
          <a:solidFill>
            <a:srgbClr val="FFFFFF"/>
          </a:solidFill>
          <a:ln w="6350">
            <a:solidFill>
              <a:srgbClr val="D3DCE5"/>
            </a:solidFill>
            <a:prstDash val="solid"/>
          </a:ln>
        </p:spPr>
      </p:sp>
      <p:sp>
        <p:nvSpPr>
          <p:cNvPr id="85" name="Text 83"/>
          <p:cNvSpPr txBox="1"/>
          <p:nvPr/>
        </p:nvSpPr>
        <p:spPr>
          <a:xfrm>
            <a:off x="8101584" y="375818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Quarterly unit cost against the A$575-625/t guidance</a:t>
            </a:r>
            <a:endParaRPr lang="en-US" sz="810" dirty="0"/>
          </a:p>
        </p:txBody>
      </p:sp>
      <p:sp>
        <p:nvSpPr>
          <p:cNvPr id="86" name="Shape 84"/>
          <p:cNvSpPr/>
          <p:nvPr/>
        </p:nvSpPr>
        <p:spPr>
          <a:xfrm>
            <a:off x="411480" y="4064508"/>
            <a:ext cx="2148840" cy="306324"/>
          </a:xfrm>
          <a:prstGeom prst="rect">
            <a:avLst/>
          </a:prstGeom>
          <a:solidFill>
            <a:srgbClr val="F7F9FB"/>
          </a:solidFill>
          <a:ln w="6350">
            <a:solidFill>
              <a:srgbClr val="D3DCE5"/>
            </a:solidFill>
            <a:prstDash val="solid"/>
          </a:ln>
        </p:spPr>
      </p:sp>
      <p:sp>
        <p:nvSpPr>
          <p:cNvPr id="87" name="Text 85"/>
          <p:cNvSpPr txBox="1"/>
          <p:nvPr/>
        </p:nvSpPr>
        <p:spPr>
          <a:xfrm>
            <a:off x="475488" y="406450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incident or disclosure shock</a:t>
            </a:r>
            <a:endParaRPr lang="en-US" sz="810" dirty="0"/>
          </a:p>
        </p:txBody>
      </p:sp>
      <p:sp>
        <p:nvSpPr>
          <p:cNvPr id="88" name="Shape 86"/>
          <p:cNvSpPr/>
          <p:nvPr/>
        </p:nvSpPr>
        <p:spPr>
          <a:xfrm>
            <a:off x="2560320" y="4064508"/>
            <a:ext cx="658368" cy="306324"/>
          </a:xfrm>
          <a:prstGeom prst="rect">
            <a:avLst/>
          </a:prstGeom>
          <a:solidFill>
            <a:srgbClr val="F7F9FB"/>
          </a:solidFill>
          <a:ln w="6350">
            <a:solidFill>
              <a:srgbClr val="D3DCE5"/>
            </a:solidFill>
            <a:prstDash val="solid"/>
          </a:ln>
        </p:spPr>
      </p:sp>
      <p:sp>
        <p:nvSpPr>
          <p:cNvPr id="89" name="Text 87"/>
          <p:cNvSpPr txBox="1"/>
          <p:nvPr/>
        </p:nvSpPr>
        <p:spPr>
          <a:xfrm>
            <a:off x="2624328"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0" name="Shape 88"/>
          <p:cNvSpPr/>
          <p:nvPr/>
        </p:nvSpPr>
        <p:spPr>
          <a:xfrm>
            <a:off x="3218688" y="4064508"/>
            <a:ext cx="4160520" cy="306324"/>
          </a:xfrm>
          <a:prstGeom prst="rect">
            <a:avLst/>
          </a:prstGeom>
          <a:solidFill>
            <a:srgbClr val="F7F9FB"/>
          </a:solidFill>
          <a:ln w="6350">
            <a:solidFill>
              <a:srgbClr val="D3DCE5"/>
            </a:solidFill>
            <a:prstDash val="solid"/>
          </a:ln>
        </p:spPr>
      </p:sp>
      <p:sp>
        <p:nvSpPr>
          <p:cNvPr id="91" name="Text 89"/>
          <p:cNvSpPr txBox="1"/>
          <p:nvPr/>
        </p:nvSpPr>
        <p:spPr>
          <a:xfrm>
            <a:off x="3282696" y="406450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810" dirty="0"/>
          </a:p>
        </p:txBody>
      </p:sp>
      <p:sp>
        <p:nvSpPr>
          <p:cNvPr id="92" name="Shape 90"/>
          <p:cNvSpPr/>
          <p:nvPr/>
        </p:nvSpPr>
        <p:spPr>
          <a:xfrm>
            <a:off x="7379208" y="4064508"/>
            <a:ext cx="658368" cy="306324"/>
          </a:xfrm>
          <a:prstGeom prst="rect">
            <a:avLst/>
          </a:prstGeom>
          <a:solidFill>
            <a:srgbClr val="F7F9FB"/>
          </a:solidFill>
          <a:ln w="6350">
            <a:solidFill>
              <a:srgbClr val="D3DCE5"/>
            </a:solidFill>
            <a:prstDash val="solid"/>
          </a:ln>
        </p:spPr>
      </p:sp>
      <p:sp>
        <p:nvSpPr>
          <p:cNvPr id="93" name="Text 91"/>
          <p:cNvSpPr txBox="1"/>
          <p:nvPr/>
        </p:nvSpPr>
        <p:spPr>
          <a:xfrm>
            <a:off x="7443216"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4" name="Shape 92"/>
          <p:cNvSpPr/>
          <p:nvPr/>
        </p:nvSpPr>
        <p:spPr>
          <a:xfrm>
            <a:off x="8037576" y="4064508"/>
            <a:ext cx="3749040" cy="306324"/>
          </a:xfrm>
          <a:prstGeom prst="rect">
            <a:avLst/>
          </a:prstGeom>
          <a:solidFill>
            <a:srgbClr val="F7F9FB"/>
          </a:solidFill>
          <a:ln w="6350">
            <a:solidFill>
              <a:srgbClr val="D3DCE5"/>
            </a:solidFill>
            <a:prstDash val="solid"/>
          </a:ln>
        </p:spPr>
      </p:sp>
      <p:sp>
        <p:nvSpPr>
          <p:cNvPr id="95" name="Text 93"/>
          <p:cNvSpPr txBox="1"/>
          <p:nvPr/>
        </p:nvSpPr>
        <p:spPr>
          <a:xfrm>
            <a:off x="8101584" y="406450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810" dirty="0"/>
          </a:p>
        </p:txBody>
      </p:sp>
      <p:sp>
        <p:nvSpPr>
          <p:cNvPr id="96" name="Shape 94"/>
          <p:cNvSpPr/>
          <p:nvPr/>
        </p:nvSpPr>
        <p:spPr>
          <a:xfrm>
            <a:off x="411480" y="4370832"/>
            <a:ext cx="2148840" cy="306324"/>
          </a:xfrm>
          <a:prstGeom prst="rect">
            <a:avLst/>
          </a:prstGeom>
          <a:solidFill>
            <a:srgbClr val="FFFFFF"/>
          </a:solidFill>
          <a:ln w="6350">
            <a:solidFill>
              <a:srgbClr val="D3DCE5"/>
            </a:solidFill>
            <a:prstDash val="solid"/>
          </a:ln>
        </p:spPr>
      </p:sp>
      <p:sp>
        <p:nvSpPr>
          <p:cNvPr id="97" name="Text 95"/>
          <p:cNvSpPr txBox="1"/>
          <p:nvPr/>
        </p:nvSpPr>
        <p:spPr>
          <a:xfrm>
            <a:off x="475488" y="437083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Offsets regime repriced</a:t>
            </a:r>
            <a:endParaRPr lang="en-US" sz="810" dirty="0"/>
          </a:p>
        </p:txBody>
      </p:sp>
      <p:sp>
        <p:nvSpPr>
          <p:cNvPr id="98" name="Shape 96"/>
          <p:cNvSpPr/>
          <p:nvPr/>
        </p:nvSpPr>
        <p:spPr>
          <a:xfrm>
            <a:off x="2560320" y="4370832"/>
            <a:ext cx="658368" cy="306324"/>
          </a:xfrm>
          <a:prstGeom prst="rect">
            <a:avLst/>
          </a:prstGeom>
          <a:solidFill>
            <a:srgbClr val="FFFFFF"/>
          </a:solidFill>
          <a:ln w="6350">
            <a:solidFill>
              <a:srgbClr val="D3DCE5"/>
            </a:solidFill>
            <a:prstDash val="solid"/>
          </a:ln>
        </p:spPr>
      </p:sp>
      <p:sp>
        <p:nvSpPr>
          <p:cNvPr id="99" name="Text 97"/>
          <p:cNvSpPr txBox="1"/>
          <p:nvPr/>
        </p:nvSpPr>
        <p:spPr>
          <a:xfrm>
            <a:off x="2624328"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0" name="Shape 98"/>
          <p:cNvSpPr/>
          <p:nvPr/>
        </p:nvSpPr>
        <p:spPr>
          <a:xfrm>
            <a:off x="3218688" y="4370832"/>
            <a:ext cx="4160520" cy="306324"/>
          </a:xfrm>
          <a:prstGeom prst="rect">
            <a:avLst/>
          </a:prstGeom>
          <a:solidFill>
            <a:srgbClr val="FFFFFF"/>
          </a:solidFill>
          <a:ln w="6350">
            <a:solidFill>
              <a:srgbClr val="D3DCE5"/>
            </a:solidFill>
            <a:prstDash val="solid"/>
          </a:ln>
        </p:spPr>
      </p:sp>
      <p:sp>
        <p:nvSpPr>
          <p:cNvPr id="101" name="Text 99"/>
          <p:cNvSpPr txBox="1"/>
          <p:nvPr/>
        </p:nvSpPr>
        <p:spPr>
          <a:xfrm>
            <a:off x="3282696" y="437083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810" dirty="0"/>
          </a:p>
        </p:txBody>
      </p:sp>
      <p:sp>
        <p:nvSpPr>
          <p:cNvPr id="102" name="Shape 100"/>
          <p:cNvSpPr/>
          <p:nvPr/>
        </p:nvSpPr>
        <p:spPr>
          <a:xfrm>
            <a:off x="7379208" y="4370832"/>
            <a:ext cx="658368" cy="306324"/>
          </a:xfrm>
          <a:prstGeom prst="rect">
            <a:avLst/>
          </a:prstGeom>
          <a:solidFill>
            <a:srgbClr val="FFFFFF"/>
          </a:solidFill>
          <a:ln w="6350">
            <a:solidFill>
              <a:srgbClr val="D3DCE5"/>
            </a:solidFill>
            <a:prstDash val="solid"/>
          </a:ln>
        </p:spPr>
      </p:sp>
      <p:sp>
        <p:nvSpPr>
          <p:cNvPr id="103" name="Text 101"/>
          <p:cNvSpPr txBox="1"/>
          <p:nvPr/>
        </p:nvSpPr>
        <p:spPr>
          <a:xfrm>
            <a:off x="7443216"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4" name="Shape 102"/>
          <p:cNvSpPr/>
          <p:nvPr/>
        </p:nvSpPr>
        <p:spPr>
          <a:xfrm>
            <a:off x="8037576" y="4370832"/>
            <a:ext cx="3749040" cy="306324"/>
          </a:xfrm>
          <a:prstGeom prst="rect">
            <a:avLst/>
          </a:prstGeom>
          <a:solidFill>
            <a:srgbClr val="FFFFFF"/>
          </a:solidFill>
          <a:ln w="6350">
            <a:solidFill>
              <a:srgbClr val="D3DCE5"/>
            </a:solidFill>
            <a:prstDash val="solid"/>
          </a:ln>
        </p:spPr>
      </p:sp>
      <p:sp>
        <p:nvSpPr>
          <p:cNvPr id="105" name="Text 103"/>
          <p:cNvSpPr txBox="1"/>
          <p:nvPr/>
        </p:nvSpPr>
        <p:spPr>
          <a:xfrm>
            <a:off x="8101584" y="437083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Western Australian offsets policy review outcomes</a:t>
            </a:r>
            <a:endParaRPr lang="en-US" sz="810" dirty="0"/>
          </a:p>
        </p:txBody>
      </p:sp>
      <p:sp>
        <p:nvSpPr>
          <p:cNvPr id="106" name="Shape 104"/>
          <p:cNvSpPr/>
          <p:nvPr/>
        </p:nvSpPr>
        <p:spPr>
          <a:xfrm>
            <a:off x="411480" y="4677156"/>
            <a:ext cx="2148840" cy="306324"/>
          </a:xfrm>
          <a:prstGeom prst="rect">
            <a:avLst/>
          </a:prstGeom>
          <a:solidFill>
            <a:srgbClr val="F7F9FB"/>
          </a:solidFill>
          <a:ln w="6350">
            <a:solidFill>
              <a:srgbClr val="D3DCE5"/>
            </a:solidFill>
            <a:prstDash val="solid"/>
          </a:ln>
        </p:spPr>
      </p:sp>
      <p:sp>
        <p:nvSpPr>
          <p:cNvPr id="107" name="Text 105"/>
          <p:cNvSpPr txBox="1"/>
          <p:nvPr/>
        </p:nvSpPr>
        <p:spPr>
          <a:xfrm>
            <a:off x="475488" y="467715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Sodium-ion substitution in storage</a:t>
            </a:r>
            <a:endParaRPr lang="en-US" sz="810" dirty="0"/>
          </a:p>
        </p:txBody>
      </p:sp>
      <p:sp>
        <p:nvSpPr>
          <p:cNvPr id="108" name="Shape 106"/>
          <p:cNvSpPr/>
          <p:nvPr/>
        </p:nvSpPr>
        <p:spPr>
          <a:xfrm>
            <a:off x="2560320" y="4677156"/>
            <a:ext cx="658368" cy="306324"/>
          </a:xfrm>
          <a:prstGeom prst="rect">
            <a:avLst/>
          </a:prstGeom>
          <a:solidFill>
            <a:srgbClr val="F7F9FB"/>
          </a:solidFill>
          <a:ln w="6350">
            <a:solidFill>
              <a:srgbClr val="D3DCE5"/>
            </a:solidFill>
            <a:prstDash val="solid"/>
          </a:ln>
        </p:spPr>
      </p:sp>
      <p:sp>
        <p:nvSpPr>
          <p:cNvPr id="109" name="Text 107"/>
          <p:cNvSpPr txBox="1"/>
          <p:nvPr/>
        </p:nvSpPr>
        <p:spPr>
          <a:xfrm>
            <a:off x="2624328" y="467715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10" name="Shape 108"/>
          <p:cNvSpPr/>
          <p:nvPr/>
        </p:nvSpPr>
        <p:spPr>
          <a:xfrm>
            <a:off x="3218688" y="4677156"/>
            <a:ext cx="4160520" cy="306324"/>
          </a:xfrm>
          <a:prstGeom prst="rect">
            <a:avLst/>
          </a:prstGeom>
          <a:solidFill>
            <a:srgbClr val="F7F9FB"/>
          </a:solidFill>
          <a:ln w="6350">
            <a:solidFill>
              <a:srgbClr val="D3DCE5"/>
            </a:solidFill>
            <a:prstDash val="solid"/>
          </a:ln>
        </p:spPr>
      </p:sp>
      <p:sp>
        <p:nvSpPr>
          <p:cNvPr id="111" name="Text 109"/>
          <p:cNvSpPr txBox="1"/>
          <p:nvPr/>
        </p:nvSpPr>
        <p:spPr>
          <a:xfrm>
            <a:off x="3282696" y="467715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810" dirty="0"/>
          </a:p>
        </p:txBody>
      </p:sp>
      <p:sp>
        <p:nvSpPr>
          <p:cNvPr id="112" name="Shape 110"/>
          <p:cNvSpPr/>
          <p:nvPr/>
        </p:nvSpPr>
        <p:spPr>
          <a:xfrm>
            <a:off x="7379208" y="4677156"/>
            <a:ext cx="658368" cy="306324"/>
          </a:xfrm>
          <a:prstGeom prst="rect">
            <a:avLst/>
          </a:prstGeom>
          <a:solidFill>
            <a:srgbClr val="F7F9FB"/>
          </a:solidFill>
          <a:ln w="6350">
            <a:solidFill>
              <a:srgbClr val="D3DCE5"/>
            </a:solidFill>
            <a:prstDash val="solid"/>
          </a:ln>
        </p:spPr>
      </p:sp>
      <p:sp>
        <p:nvSpPr>
          <p:cNvPr id="113" name="Text 111"/>
          <p:cNvSpPr txBox="1"/>
          <p:nvPr/>
        </p:nvSpPr>
        <p:spPr>
          <a:xfrm>
            <a:off x="7443216" y="467715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14" name="Shape 112"/>
          <p:cNvSpPr/>
          <p:nvPr/>
        </p:nvSpPr>
        <p:spPr>
          <a:xfrm>
            <a:off x="8037576" y="4677156"/>
            <a:ext cx="3749040" cy="306324"/>
          </a:xfrm>
          <a:prstGeom prst="rect">
            <a:avLst/>
          </a:prstGeom>
          <a:solidFill>
            <a:srgbClr val="F7F9FB"/>
          </a:solidFill>
          <a:ln w="6350">
            <a:solidFill>
              <a:srgbClr val="D3DCE5"/>
            </a:solidFill>
            <a:prstDash val="solid"/>
          </a:ln>
        </p:spPr>
      </p:sp>
      <p:sp>
        <p:nvSpPr>
          <p:cNvPr id="115" name="Text 113"/>
          <p:cNvSpPr txBox="1"/>
          <p:nvPr/>
        </p:nvSpPr>
        <p:spPr>
          <a:xfrm>
            <a:off x="8101584" y="467715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Sodium-ion cell cost per kWh; announced storage orders</a:t>
            </a:r>
            <a:endParaRPr lang="en-US" sz="810" dirty="0"/>
          </a:p>
        </p:txBody>
      </p:sp>
      <p:sp>
        <p:nvSpPr>
          <p:cNvPr id="116" name="Shape 114"/>
          <p:cNvSpPr/>
          <p:nvPr/>
        </p:nvSpPr>
        <p:spPr>
          <a:xfrm>
            <a:off x="411480" y="4983480"/>
            <a:ext cx="2148840" cy="306324"/>
          </a:xfrm>
          <a:prstGeom prst="rect">
            <a:avLst/>
          </a:prstGeom>
          <a:solidFill>
            <a:srgbClr val="FFFFFF"/>
          </a:solidFill>
          <a:ln w="6350">
            <a:solidFill>
              <a:srgbClr val="D3DCE5"/>
            </a:solidFill>
            <a:prstDash val="solid"/>
          </a:ln>
        </p:spPr>
      </p:sp>
      <p:sp>
        <p:nvSpPr>
          <p:cNvPr id="117" name="Text 115"/>
          <p:cNvSpPr txBox="1"/>
          <p:nvPr/>
        </p:nvSpPr>
        <p:spPr>
          <a:xfrm>
            <a:off x="475488" y="498348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Key person and governance</a:t>
            </a:r>
            <a:endParaRPr lang="en-US" sz="810" dirty="0"/>
          </a:p>
        </p:txBody>
      </p:sp>
      <p:sp>
        <p:nvSpPr>
          <p:cNvPr id="118" name="Shape 116"/>
          <p:cNvSpPr/>
          <p:nvPr/>
        </p:nvSpPr>
        <p:spPr>
          <a:xfrm>
            <a:off x="2560320" y="4983480"/>
            <a:ext cx="658368" cy="306324"/>
          </a:xfrm>
          <a:prstGeom prst="rect">
            <a:avLst/>
          </a:prstGeom>
          <a:solidFill>
            <a:srgbClr val="FFFFFF"/>
          </a:solidFill>
          <a:ln w="6350">
            <a:solidFill>
              <a:srgbClr val="D3DCE5"/>
            </a:solidFill>
            <a:prstDash val="solid"/>
          </a:ln>
        </p:spPr>
      </p:sp>
      <p:sp>
        <p:nvSpPr>
          <p:cNvPr id="119" name="Text 117"/>
          <p:cNvSpPr txBox="1"/>
          <p:nvPr/>
        </p:nvSpPr>
        <p:spPr>
          <a:xfrm>
            <a:off x="2624328"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0" name="Shape 118"/>
          <p:cNvSpPr/>
          <p:nvPr/>
        </p:nvSpPr>
        <p:spPr>
          <a:xfrm>
            <a:off x="3218688" y="4983480"/>
            <a:ext cx="4160520" cy="306324"/>
          </a:xfrm>
          <a:prstGeom prst="rect">
            <a:avLst/>
          </a:prstGeom>
          <a:solidFill>
            <a:srgbClr val="FFFFFF"/>
          </a:solidFill>
          <a:ln w="6350">
            <a:solidFill>
              <a:srgbClr val="D3DCE5"/>
            </a:solidFill>
            <a:prstDash val="solid"/>
          </a:ln>
        </p:spPr>
      </p:sp>
      <p:sp>
        <p:nvSpPr>
          <p:cNvPr id="121" name="Text 119"/>
          <p:cNvSpPr txBox="1"/>
          <p:nvPr/>
        </p:nvSpPr>
        <p:spPr>
          <a:xfrm>
            <a:off x="3282696" y="498348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810" dirty="0"/>
          </a:p>
        </p:txBody>
      </p:sp>
      <p:sp>
        <p:nvSpPr>
          <p:cNvPr id="122" name="Shape 120"/>
          <p:cNvSpPr/>
          <p:nvPr/>
        </p:nvSpPr>
        <p:spPr>
          <a:xfrm>
            <a:off x="7379208" y="4983480"/>
            <a:ext cx="658368" cy="306324"/>
          </a:xfrm>
          <a:prstGeom prst="rect">
            <a:avLst/>
          </a:prstGeom>
          <a:solidFill>
            <a:srgbClr val="FFFFFF"/>
          </a:solidFill>
          <a:ln w="6350">
            <a:solidFill>
              <a:srgbClr val="D3DCE5"/>
            </a:solidFill>
            <a:prstDash val="solid"/>
          </a:ln>
        </p:spPr>
      </p:sp>
      <p:sp>
        <p:nvSpPr>
          <p:cNvPr id="123" name="Text 121"/>
          <p:cNvSpPr txBox="1"/>
          <p:nvPr/>
        </p:nvSpPr>
        <p:spPr>
          <a:xfrm>
            <a:off x="7443216"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4" name="Shape 122"/>
          <p:cNvSpPr/>
          <p:nvPr/>
        </p:nvSpPr>
        <p:spPr>
          <a:xfrm>
            <a:off x="8037576" y="4983480"/>
            <a:ext cx="3749040" cy="306324"/>
          </a:xfrm>
          <a:prstGeom prst="rect">
            <a:avLst/>
          </a:prstGeom>
          <a:solidFill>
            <a:srgbClr val="FFFFFF"/>
          </a:solidFill>
          <a:ln w="6350">
            <a:solidFill>
              <a:srgbClr val="D3DCE5"/>
            </a:solidFill>
            <a:prstDash val="solid"/>
          </a:ln>
        </p:spPr>
      </p:sp>
      <p:sp>
        <p:nvSpPr>
          <p:cNvPr id="125" name="Text 123"/>
          <p:cNvSpPr txBox="1"/>
          <p:nvPr/>
        </p:nvSpPr>
        <p:spPr>
          <a:xfrm>
            <a:off x="8101584" y="498348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Executive departures; whether ESG enters incentive pay</a:t>
            </a:r>
            <a:endParaRPr lang="en-US" sz="810" dirty="0"/>
          </a:p>
        </p:txBody>
      </p:sp>
      <p:sp>
        <p:nvSpPr>
          <p:cNvPr id="126" name="Shape 124"/>
          <p:cNvSpPr/>
          <p:nvPr/>
        </p:nvSpPr>
        <p:spPr>
          <a:xfrm>
            <a:off x="411480" y="5289804"/>
            <a:ext cx="2148840" cy="306324"/>
          </a:xfrm>
          <a:prstGeom prst="rect">
            <a:avLst/>
          </a:prstGeom>
          <a:solidFill>
            <a:srgbClr val="F7F9FB"/>
          </a:solidFill>
          <a:ln w="6350">
            <a:solidFill>
              <a:srgbClr val="D3DCE5"/>
            </a:solidFill>
            <a:prstDash val="solid"/>
          </a:ln>
        </p:spPr>
      </p:sp>
      <p:sp>
        <p:nvSpPr>
          <p:cNvPr id="127" name="Text 125"/>
          <p:cNvSpPr txBox="1"/>
          <p:nvPr/>
        </p:nvSpPr>
        <p:spPr>
          <a:xfrm>
            <a:off x="475488" y="528980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Currency</a:t>
            </a:r>
            <a:endParaRPr lang="en-US" sz="810" dirty="0"/>
          </a:p>
        </p:txBody>
      </p:sp>
      <p:sp>
        <p:nvSpPr>
          <p:cNvPr id="128" name="Shape 126"/>
          <p:cNvSpPr/>
          <p:nvPr/>
        </p:nvSpPr>
        <p:spPr>
          <a:xfrm>
            <a:off x="2560320" y="5289804"/>
            <a:ext cx="658368" cy="306324"/>
          </a:xfrm>
          <a:prstGeom prst="rect">
            <a:avLst/>
          </a:prstGeom>
          <a:solidFill>
            <a:srgbClr val="F7F9FB"/>
          </a:solidFill>
          <a:ln w="6350">
            <a:solidFill>
              <a:srgbClr val="D3DCE5"/>
            </a:solidFill>
            <a:prstDash val="solid"/>
          </a:ln>
        </p:spPr>
      </p:sp>
      <p:sp>
        <p:nvSpPr>
          <p:cNvPr id="129" name="Text 127"/>
          <p:cNvSpPr txBox="1"/>
          <p:nvPr/>
        </p:nvSpPr>
        <p:spPr>
          <a:xfrm>
            <a:off x="2624328"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0" name="Shape 128"/>
          <p:cNvSpPr/>
          <p:nvPr/>
        </p:nvSpPr>
        <p:spPr>
          <a:xfrm>
            <a:off x="3218688" y="5289804"/>
            <a:ext cx="4160520" cy="306324"/>
          </a:xfrm>
          <a:prstGeom prst="rect">
            <a:avLst/>
          </a:prstGeom>
          <a:solidFill>
            <a:srgbClr val="F7F9FB"/>
          </a:solidFill>
          <a:ln w="6350">
            <a:solidFill>
              <a:srgbClr val="D3DCE5"/>
            </a:solidFill>
            <a:prstDash val="solid"/>
          </a:ln>
        </p:spPr>
      </p:sp>
      <p:sp>
        <p:nvSpPr>
          <p:cNvPr id="131" name="Text 129"/>
          <p:cNvSpPr txBox="1"/>
          <p:nvPr/>
        </p:nvSpPr>
        <p:spPr>
          <a:xfrm>
            <a:off x="3282696" y="528980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Revenue in US dollars, costs largely in Australian dollars - a weaker Australian dollar helps margins.</a:t>
            </a:r>
            <a:endParaRPr lang="en-US" sz="810" dirty="0"/>
          </a:p>
        </p:txBody>
      </p:sp>
      <p:sp>
        <p:nvSpPr>
          <p:cNvPr id="132" name="Shape 130"/>
          <p:cNvSpPr/>
          <p:nvPr/>
        </p:nvSpPr>
        <p:spPr>
          <a:xfrm>
            <a:off x="7379208" y="5289804"/>
            <a:ext cx="658368" cy="306324"/>
          </a:xfrm>
          <a:prstGeom prst="rect">
            <a:avLst/>
          </a:prstGeom>
          <a:solidFill>
            <a:srgbClr val="F7F9FB"/>
          </a:solidFill>
          <a:ln w="6350">
            <a:solidFill>
              <a:srgbClr val="D3DCE5"/>
            </a:solidFill>
            <a:prstDash val="solid"/>
          </a:ln>
        </p:spPr>
      </p:sp>
      <p:sp>
        <p:nvSpPr>
          <p:cNvPr id="133" name="Text 131"/>
          <p:cNvSpPr txBox="1"/>
          <p:nvPr/>
        </p:nvSpPr>
        <p:spPr>
          <a:xfrm>
            <a:off x="7443216"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4" name="Shape 132"/>
          <p:cNvSpPr/>
          <p:nvPr/>
        </p:nvSpPr>
        <p:spPr>
          <a:xfrm>
            <a:off x="8037576" y="5289804"/>
            <a:ext cx="3749040" cy="306324"/>
          </a:xfrm>
          <a:prstGeom prst="rect">
            <a:avLst/>
          </a:prstGeom>
          <a:solidFill>
            <a:srgbClr val="F7F9FB"/>
          </a:solidFill>
          <a:ln w="6350">
            <a:solidFill>
              <a:srgbClr val="D3DCE5"/>
            </a:solidFill>
            <a:prstDash val="solid"/>
          </a:ln>
        </p:spPr>
      </p:sp>
      <p:sp>
        <p:nvSpPr>
          <p:cNvPr id="135" name="Text 133"/>
          <p:cNvSpPr txBox="1"/>
          <p:nvPr/>
        </p:nvSpPr>
        <p:spPr>
          <a:xfrm>
            <a:off x="8101584" y="528980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AUD/USD against our 0.66-0.70 forecast path</a:t>
            </a:r>
            <a:endParaRPr lang="en-US" sz="810" dirty="0"/>
          </a:p>
        </p:txBody>
      </p:sp>
      <p:sp>
        <p:nvSpPr>
          <p:cNvPr id="136" name="Shape 134"/>
          <p:cNvSpPr/>
          <p:nvPr/>
        </p:nvSpPr>
        <p:spPr>
          <a:xfrm>
            <a:off x="411480" y="5559552"/>
            <a:ext cx="11375136" cy="786384"/>
          </a:xfrm>
          <a:prstGeom prst="rect">
            <a:avLst/>
          </a:prstGeom>
          <a:solidFill>
            <a:srgbClr val="FBEBD9"/>
          </a:solidFill>
          <a:ln w="9525">
            <a:solidFill>
              <a:srgbClr val="E8C9A3"/>
            </a:solidFill>
            <a:prstDash val="solid"/>
          </a:ln>
        </p:spPr>
      </p:sp>
      <p:sp>
        <p:nvSpPr>
          <p:cNvPr id="137" name="Text 135"/>
          <p:cNvSpPr txBox="1"/>
          <p:nvPr/>
        </p:nvSpPr>
        <p:spPr>
          <a:xfrm>
            <a:off x="576072" y="5687568"/>
            <a:ext cx="11045952" cy="5669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first four are the ones that decide this position. Everything below them is manageable within a normal holding period. If a judge asks which single line would make us wrong, it is the first: a sustained price relapse of about a fifth from our base case takes the target to roughly A$4.98 and the recommendation with it.</a:t>
            </a:r>
            <a:endParaRPr lang="en-US" sz="920" dirty="0"/>
          </a:p>
        </p:txBody>
      </p:sp>
      <p:sp>
        <p:nvSpPr>
          <p:cNvPr id="138" name="Text 1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exhaustive.</a:t>
            </a:r>
            <a:endParaRPr lang="en-US" sz="750" dirty="0"/>
          </a:p>
        </p:txBody>
      </p:sp>
      <p:sp>
        <p:nvSpPr>
          <p:cNvPr id="139" name="Text 1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F2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Short interest: the part of the re-rating that cannot repeat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went from the most shorted stock on the ASX to roughly the fortieth in eighteen months. That buyer has now finished buying.</a:t>
            </a:r>
            <a:endParaRPr lang="en-US" sz="1200" dirty="0"/>
          </a:p>
        </p:txBody>
      </p:sp>
      <p:graphicFrame>
        <p:nvGraphicFramePr>
          <p:cNvPr id="6" name="Chart 0" descr=""/>
          <p:cNvGraphicFramePr/>
          <p:nvPr/>
        </p:nvGraphicFramePr>
        <p:xfrm>
          <a:off x="411480" y="1627632"/>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665976" y="1627632"/>
            <a:ext cx="5120640" cy="2651760"/>
          </a:xfrm>
          <a:prstGeom prst="rect">
            <a:avLst/>
          </a:prstGeom>
          <a:solidFill>
            <a:srgbClr val="FBEBD9"/>
          </a:solidFill>
          <a:ln w="9525">
            <a:solidFill>
              <a:srgbClr val="E8C9A3"/>
            </a:solidFill>
            <a:prstDash val="solid"/>
          </a:ln>
        </p:spPr>
      </p:sp>
      <p:sp>
        <p:nvSpPr>
          <p:cNvPr id="8" name="Text 5"/>
          <p:cNvSpPr txBox="1"/>
          <p:nvPr/>
        </p:nvSpPr>
        <p:spPr>
          <a:xfrm>
            <a:off x="6830568" y="1755648"/>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put this in the deck rather than leaving it out</a:t>
            </a:r>
            <a:endParaRPr lang="en-US" sz="1150" dirty="0"/>
          </a:p>
        </p:txBody>
      </p:sp>
      <p:sp>
        <p:nvSpPr>
          <p:cNvPr id="9" name="Text 6"/>
          <p:cNvSpPr txBox="1"/>
          <p:nvPr/>
        </p:nvSpPr>
        <p:spPr>
          <a:xfrm>
            <a:off x="6848856" y="2194560"/>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was the largest, most liquid pure-play way to be short falling lithium prices, and the market used it that way: about one share in five on issue was borrowed short in September 2024.</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price then went from A$1.91 to A$5.48. A material part of that move was shorts closing, not new fundamental buyers arriving.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By May 2026 short interest was about 6.8% and PLS had dropped to roughly fortieth on the ASX by that measure.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mechanical consequence is that the same buyer cannot return. Anyone underwriting a repeat of the last twelve months is underwriting flow that has already happened.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Our target therefore rests on FY27 earnings and the growth option. If it required another squeeze, we would not be recommending it.</a:t>
            </a:r>
            <a:endParaRPr lang="en-US" sz="880" dirty="0"/>
          </a:p>
        </p:txBody>
      </p:sp>
      <p:sp>
        <p:nvSpPr>
          <p:cNvPr id="10" name="Shape 7"/>
          <p:cNvSpPr/>
          <p:nvPr/>
        </p:nvSpPr>
        <p:spPr>
          <a:xfrm>
            <a:off x="411480" y="4443984"/>
            <a:ext cx="11375136" cy="969264"/>
          </a:xfrm>
          <a:prstGeom prst="rect">
            <a:avLst/>
          </a:prstGeom>
          <a:solidFill>
            <a:srgbClr val="EEF2F6"/>
          </a:solidFill>
          <a:ln w="9525">
            <a:solidFill>
              <a:srgbClr val="D3DCE5"/>
            </a:solidFill>
            <a:prstDash val="solid"/>
          </a:ln>
        </p:spPr>
      </p:sp>
      <p:sp>
        <p:nvSpPr>
          <p:cNvPr id="11" name="Text 8"/>
          <p:cNvSpPr txBox="1"/>
          <p:nvPr/>
        </p:nvSpPr>
        <p:spPr>
          <a:xfrm>
            <a:off x="576072" y="45720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Caveat on the data</a:t>
            </a:r>
            <a:endParaRPr lang="en-US" sz="1150" dirty="0"/>
          </a:p>
        </p:txBody>
      </p:sp>
      <p:sp>
        <p:nvSpPr>
          <p:cNvPr id="12" name="Text 9"/>
          <p:cNvSpPr txBox="1"/>
          <p:nvPr/>
        </p:nvSpPr>
        <p:spPr>
          <a:xfrm>
            <a:off x="576072" y="4901184"/>
            <a:ext cx="11045952" cy="4206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most recent hard figure we could retrieve is dated 26 May 2026. ASIC publishes short positions daily and the current number may differ. Before the live rounds this should be refreshed from the ASIC short position report. A rebuild above 10% would tell us that a well-resourced group of investors disagrees with this thesis, and we would treat that as information rather than noise.</a:t>
            </a:r>
            <a:endParaRPr lang="en-US" sz="92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as reported via shortman.com.au and market commentary. Latest retrievable data point 26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F3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moved the share price, and what the market thinks now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near-tripling in twelve months, and a consensus that lands almost exactly on the current price. Our disagreement with the street is narrow and specific.</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8" name="Shape 6"/>
          <p:cNvSpPr/>
          <p:nvPr/>
        </p:nvSpPr>
        <p:spPr>
          <a:xfrm>
            <a:off x="2286000" y="1627632"/>
            <a:ext cx="4160520" cy="292608"/>
          </a:xfrm>
          <a:prstGeom prst="rect">
            <a:avLst/>
          </a:prstGeom>
          <a:solidFill>
            <a:srgbClr val="10233A"/>
          </a:solidFill>
          <a:ln/>
        </p:spPr>
      </p:sp>
      <p:sp>
        <p:nvSpPr>
          <p:cNvPr id="9" name="Text 7"/>
          <p:cNvSpPr txBox="1"/>
          <p:nvPr/>
        </p:nvSpPr>
        <p:spPr>
          <a:xfrm>
            <a:off x="235000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0" name="Shape 8"/>
          <p:cNvSpPr/>
          <p:nvPr/>
        </p:nvSpPr>
        <p:spPr>
          <a:xfrm>
            <a:off x="6446520" y="1627632"/>
            <a:ext cx="5340096" cy="292608"/>
          </a:xfrm>
          <a:prstGeom prst="rect">
            <a:avLst/>
          </a:prstGeom>
          <a:solidFill>
            <a:srgbClr val="10233A"/>
          </a:solidFill>
          <a:ln/>
        </p:spPr>
      </p:sp>
      <p:sp>
        <p:nvSpPr>
          <p:cNvPr id="11" name="Text 9"/>
          <p:cNvSpPr txBox="1"/>
          <p:nvPr/>
        </p:nvSpPr>
        <p:spPr>
          <a:xfrm>
            <a:off x="6510528" y="1627632"/>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2" name="Shape 10"/>
          <p:cNvSpPr/>
          <p:nvPr/>
        </p:nvSpPr>
        <p:spPr>
          <a:xfrm>
            <a:off x="411480" y="1920240"/>
            <a:ext cx="187452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4" name="Shape 12"/>
          <p:cNvSpPr/>
          <p:nvPr/>
        </p:nvSpPr>
        <p:spPr>
          <a:xfrm>
            <a:off x="2286000" y="1920240"/>
            <a:ext cx="4160520" cy="306324"/>
          </a:xfrm>
          <a:prstGeom prst="rect">
            <a:avLst/>
          </a:prstGeom>
          <a:solidFill>
            <a:srgbClr val="FFFFFF"/>
          </a:solidFill>
          <a:ln w="6350">
            <a:solidFill>
              <a:srgbClr val="D3DCE5"/>
            </a:solidFill>
            <a:prstDash val="solid"/>
          </a:ln>
        </p:spPr>
      </p:sp>
      <p:sp>
        <p:nvSpPr>
          <p:cNvPr id="15" name="Text 13"/>
          <p:cNvSpPr txBox="1"/>
          <p:nvPr/>
        </p:nvSpPr>
        <p:spPr>
          <a:xfrm>
            <a:off x="2350008" y="192024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6" name="Shape 14"/>
          <p:cNvSpPr/>
          <p:nvPr/>
        </p:nvSpPr>
        <p:spPr>
          <a:xfrm>
            <a:off x="6446520" y="1920240"/>
            <a:ext cx="5340096" cy="306324"/>
          </a:xfrm>
          <a:prstGeom prst="rect">
            <a:avLst/>
          </a:prstGeom>
          <a:solidFill>
            <a:srgbClr val="FFFFFF"/>
          </a:solidFill>
          <a:ln w="6350">
            <a:solidFill>
              <a:srgbClr val="D3DCE5"/>
            </a:solidFill>
            <a:prstDash val="solid"/>
          </a:ln>
        </p:spPr>
      </p:sp>
      <p:sp>
        <p:nvSpPr>
          <p:cNvPr id="17" name="Text 15"/>
          <p:cNvSpPr txBox="1"/>
          <p:nvPr/>
        </p:nvSpPr>
        <p:spPr>
          <a:xfrm>
            <a:off x="6510528" y="192024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8" name="Shape 16"/>
          <p:cNvSpPr/>
          <p:nvPr/>
        </p:nvSpPr>
        <p:spPr>
          <a:xfrm>
            <a:off x="411480" y="2226564"/>
            <a:ext cx="187452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0" name="Shape 18"/>
          <p:cNvSpPr/>
          <p:nvPr/>
        </p:nvSpPr>
        <p:spPr>
          <a:xfrm>
            <a:off x="2286000" y="2226564"/>
            <a:ext cx="4160520" cy="306324"/>
          </a:xfrm>
          <a:prstGeom prst="rect">
            <a:avLst/>
          </a:prstGeom>
          <a:solidFill>
            <a:srgbClr val="F7F9FB"/>
          </a:solidFill>
          <a:ln w="6350">
            <a:solidFill>
              <a:srgbClr val="D3DCE5"/>
            </a:solidFill>
            <a:prstDash val="solid"/>
          </a:ln>
        </p:spPr>
      </p:sp>
      <p:sp>
        <p:nvSpPr>
          <p:cNvPr id="21" name="Text 19"/>
          <p:cNvSpPr txBox="1"/>
          <p:nvPr/>
        </p:nvSpPr>
        <p:spPr>
          <a:xfrm>
            <a:off x="2350008" y="222656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2" name="Shape 20"/>
          <p:cNvSpPr/>
          <p:nvPr/>
        </p:nvSpPr>
        <p:spPr>
          <a:xfrm>
            <a:off x="6446520" y="2226564"/>
            <a:ext cx="5340096" cy="306324"/>
          </a:xfrm>
          <a:prstGeom prst="rect">
            <a:avLst/>
          </a:prstGeom>
          <a:solidFill>
            <a:srgbClr val="F7F9FB"/>
          </a:solidFill>
          <a:ln w="6350">
            <a:solidFill>
              <a:srgbClr val="D3DCE5"/>
            </a:solidFill>
            <a:prstDash val="solid"/>
          </a:ln>
        </p:spPr>
      </p:sp>
      <p:sp>
        <p:nvSpPr>
          <p:cNvPr id="23" name="Text 21"/>
          <p:cNvSpPr txBox="1"/>
          <p:nvPr/>
        </p:nvSpPr>
        <p:spPr>
          <a:xfrm>
            <a:off x="6510528" y="222656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4" name="Shape 22"/>
          <p:cNvSpPr/>
          <p:nvPr/>
        </p:nvSpPr>
        <p:spPr>
          <a:xfrm>
            <a:off x="411480" y="2532888"/>
            <a:ext cx="187452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6" name="Shape 24"/>
          <p:cNvSpPr/>
          <p:nvPr/>
        </p:nvSpPr>
        <p:spPr>
          <a:xfrm>
            <a:off x="2286000" y="2532888"/>
            <a:ext cx="4160520" cy="306324"/>
          </a:xfrm>
          <a:prstGeom prst="rect">
            <a:avLst/>
          </a:prstGeom>
          <a:solidFill>
            <a:srgbClr val="FFFFFF"/>
          </a:solidFill>
          <a:ln w="6350">
            <a:solidFill>
              <a:srgbClr val="D3DCE5"/>
            </a:solidFill>
            <a:prstDash val="solid"/>
          </a:ln>
        </p:spPr>
      </p:sp>
      <p:sp>
        <p:nvSpPr>
          <p:cNvPr id="27" name="Text 25"/>
          <p:cNvSpPr txBox="1"/>
          <p:nvPr/>
        </p:nvSpPr>
        <p:spPr>
          <a:xfrm>
            <a:off x="2350008" y="253288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8" name="Shape 26"/>
          <p:cNvSpPr/>
          <p:nvPr/>
        </p:nvSpPr>
        <p:spPr>
          <a:xfrm>
            <a:off x="6446520" y="2532888"/>
            <a:ext cx="5340096" cy="306324"/>
          </a:xfrm>
          <a:prstGeom prst="rect">
            <a:avLst/>
          </a:prstGeom>
          <a:solidFill>
            <a:srgbClr val="FFFFFF"/>
          </a:solidFill>
          <a:ln w="6350">
            <a:solidFill>
              <a:srgbClr val="D3DCE5"/>
            </a:solidFill>
            <a:prstDash val="solid"/>
          </a:ln>
        </p:spPr>
      </p:sp>
      <p:sp>
        <p:nvSpPr>
          <p:cNvPr id="29" name="Text 27"/>
          <p:cNvSpPr txBox="1"/>
          <p:nvPr/>
        </p:nvSpPr>
        <p:spPr>
          <a:xfrm>
            <a:off x="6510528" y="253288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0" name="Shape 28"/>
          <p:cNvSpPr/>
          <p:nvPr/>
        </p:nvSpPr>
        <p:spPr>
          <a:xfrm>
            <a:off x="411480" y="2839212"/>
            <a:ext cx="187452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2" name="Shape 30"/>
          <p:cNvSpPr/>
          <p:nvPr/>
        </p:nvSpPr>
        <p:spPr>
          <a:xfrm>
            <a:off x="2286000" y="2839212"/>
            <a:ext cx="4160520" cy="306324"/>
          </a:xfrm>
          <a:prstGeom prst="rect">
            <a:avLst/>
          </a:prstGeom>
          <a:solidFill>
            <a:srgbClr val="F7F9FB"/>
          </a:solidFill>
          <a:ln w="6350">
            <a:solidFill>
              <a:srgbClr val="D3DCE5"/>
            </a:solidFill>
            <a:prstDash val="solid"/>
          </a:ln>
        </p:spPr>
      </p:sp>
      <p:sp>
        <p:nvSpPr>
          <p:cNvPr id="33" name="Text 31"/>
          <p:cNvSpPr txBox="1"/>
          <p:nvPr/>
        </p:nvSpPr>
        <p:spPr>
          <a:xfrm>
            <a:off x="2350008" y="283921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4" name="Shape 32"/>
          <p:cNvSpPr/>
          <p:nvPr/>
        </p:nvSpPr>
        <p:spPr>
          <a:xfrm>
            <a:off x="6446520" y="2839212"/>
            <a:ext cx="5340096" cy="306324"/>
          </a:xfrm>
          <a:prstGeom prst="rect">
            <a:avLst/>
          </a:prstGeom>
          <a:solidFill>
            <a:srgbClr val="F7F9FB"/>
          </a:solidFill>
          <a:ln w="6350">
            <a:solidFill>
              <a:srgbClr val="D3DCE5"/>
            </a:solidFill>
            <a:prstDash val="solid"/>
          </a:ln>
        </p:spPr>
      </p:sp>
      <p:sp>
        <p:nvSpPr>
          <p:cNvPr id="35" name="Text 33"/>
          <p:cNvSpPr txBox="1"/>
          <p:nvPr/>
        </p:nvSpPr>
        <p:spPr>
          <a:xfrm>
            <a:off x="6510528" y="283921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6" name="Shape 34"/>
          <p:cNvSpPr/>
          <p:nvPr/>
        </p:nvSpPr>
        <p:spPr>
          <a:xfrm>
            <a:off x="411480" y="3145536"/>
            <a:ext cx="187452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8" name="Shape 36"/>
          <p:cNvSpPr/>
          <p:nvPr/>
        </p:nvSpPr>
        <p:spPr>
          <a:xfrm>
            <a:off x="2286000" y="3145536"/>
            <a:ext cx="4160520" cy="306324"/>
          </a:xfrm>
          <a:prstGeom prst="rect">
            <a:avLst/>
          </a:prstGeom>
          <a:solidFill>
            <a:srgbClr val="FFFFFF"/>
          </a:solidFill>
          <a:ln w="6350">
            <a:solidFill>
              <a:srgbClr val="D3DCE5"/>
            </a:solidFill>
            <a:prstDash val="solid"/>
          </a:ln>
        </p:spPr>
      </p:sp>
      <p:sp>
        <p:nvSpPr>
          <p:cNvPr id="39" name="Text 37"/>
          <p:cNvSpPr txBox="1"/>
          <p:nvPr/>
        </p:nvSpPr>
        <p:spPr>
          <a:xfrm>
            <a:off x="2350008" y="314553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0" name="Shape 38"/>
          <p:cNvSpPr/>
          <p:nvPr/>
        </p:nvSpPr>
        <p:spPr>
          <a:xfrm>
            <a:off x="6446520" y="3145536"/>
            <a:ext cx="5340096" cy="306324"/>
          </a:xfrm>
          <a:prstGeom prst="rect">
            <a:avLst/>
          </a:prstGeom>
          <a:solidFill>
            <a:srgbClr val="FFFFFF"/>
          </a:solidFill>
          <a:ln w="6350">
            <a:solidFill>
              <a:srgbClr val="D3DCE5"/>
            </a:solidFill>
            <a:prstDash val="solid"/>
          </a:ln>
        </p:spPr>
      </p:sp>
      <p:sp>
        <p:nvSpPr>
          <p:cNvPr id="41" name="Text 39"/>
          <p:cNvSpPr txBox="1"/>
          <p:nvPr/>
        </p:nvSpPr>
        <p:spPr>
          <a:xfrm>
            <a:off x="6510528" y="314553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2" name="Shape 40"/>
          <p:cNvSpPr/>
          <p:nvPr/>
        </p:nvSpPr>
        <p:spPr>
          <a:xfrm>
            <a:off x="411480" y="3451860"/>
            <a:ext cx="187452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4" name="Shape 42"/>
          <p:cNvSpPr/>
          <p:nvPr/>
        </p:nvSpPr>
        <p:spPr>
          <a:xfrm>
            <a:off x="2286000" y="3451860"/>
            <a:ext cx="4160520" cy="306324"/>
          </a:xfrm>
          <a:prstGeom prst="rect">
            <a:avLst/>
          </a:prstGeom>
          <a:solidFill>
            <a:srgbClr val="F7F9FB"/>
          </a:solidFill>
          <a:ln w="6350">
            <a:solidFill>
              <a:srgbClr val="D3DCE5"/>
            </a:solidFill>
            <a:prstDash val="solid"/>
          </a:ln>
        </p:spPr>
      </p:sp>
      <p:sp>
        <p:nvSpPr>
          <p:cNvPr id="45" name="Text 43"/>
          <p:cNvSpPr txBox="1"/>
          <p:nvPr/>
        </p:nvSpPr>
        <p:spPr>
          <a:xfrm>
            <a:off x="2350008" y="345186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6" name="Shape 44"/>
          <p:cNvSpPr/>
          <p:nvPr/>
        </p:nvSpPr>
        <p:spPr>
          <a:xfrm>
            <a:off x="6446520" y="3451860"/>
            <a:ext cx="5340096" cy="306324"/>
          </a:xfrm>
          <a:prstGeom prst="rect">
            <a:avLst/>
          </a:prstGeom>
          <a:solidFill>
            <a:srgbClr val="F7F9FB"/>
          </a:solidFill>
          <a:ln w="6350">
            <a:solidFill>
              <a:srgbClr val="D3DCE5"/>
            </a:solidFill>
            <a:prstDash val="solid"/>
          </a:ln>
        </p:spPr>
      </p:sp>
      <p:sp>
        <p:nvSpPr>
          <p:cNvPr id="47" name="Text 45"/>
          <p:cNvSpPr txBox="1"/>
          <p:nvPr/>
        </p:nvSpPr>
        <p:spPr>
          <a:xfrm>
            <a:off x="6510528" y="345186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8" name="Shape 46"/>
          <p:cNvSpPr/>
          <p:nvPr/>
        </p:nvSpPr>
        <p:spPr>
          <a:xfrm>
            <a:off x="411480" y="3758184"/>
            <a:ext cx="187452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0" name="Shape 48"/>
          <p:cNvSpPr/>
          <p:nvPr/>
        </p:nvSpPr>
        <p:spPr>
          <a:xfrm>
            <a:off x="2286000" y="3758184"/>
            <a:ext cx="4160520" cy="306324"/>
          </a:xfrm>
          <a:prstGeom prst="rect">
            <a:avLst/>
          </a:prstGeom>
          <a:solidFill>
            <a:srgbClr val="FFFFFF"/>
          </a:solidFill>
          <a:ln w="6350">
            <a:solidFill>
              <a:srgbClr val="D3DCE5"/>
            </a:solidFill>
            <a:prstDash val="solid"/>
          </a:ln>
        </p:spPr>
      </p:sp>
      <p:sp>
        <p:nvSpPr>
          <p:cNvPr id="51" name="Text 49"/>
          <p:cNvSpPr txBox="1"/>
          <p:nvPr/>
        </p:nvSpPr>
        <p:spPr>
          <a:xfrm>
            <a:off x="2350008" y="375818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2" name="Shape 50"/>
          <p:cNvSpPr/>
          <p:nvPr/>
        </p:nvSpPr>
        <p:spPr>
          <a:xfrm>
            <a:off x="6446520" y="3758184"/>
            <a:ext cx="5340096" cy="306324"/>
          </a:xfrm>
          <a:prstGeom prst="rect">
            <a:avLst/>
          </a:prstGeom>
          <a:solidFill>
            <a:srgbClr val="FFFFFF"/>
          </a:solidFill>
          <a:ln w="6350">
            <a:solidFill>
              <a:srgbClr val="D3DCE5"/>
            </a:solidFill>
            <a:prstDash val="solid"/>
          </a:ln>
        </p:spPr>
      </p:sp>
      <p:sp>
        <p:nvSpPr>
          <p:cNvPr id="53" name="Text 51"/>
          <p:cNvSpPr txBox="1"/>
          <p:nvPr/>
        </p:nvSpPr>
        <p:spPr>
          <a:xfrm>
            <a:off x="6510528" y="375818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4" name="Shape 52"/>
          <p:cNvSpPr/>
          <p:nvPr/>
        </p:nvSpPr>
        <p:spPr>
          <a:xfrm>
            <a:off x="411480" y="4064508"/>
            <a:ext cx="187452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6" name="Shape 54"/>
          <p:cNvSpPr/>
          <p:nvPr/>
        </p:nvSpPr>
        <p:spPr>
          <a:xfrm>
            <a:off x="2286000" y="4064508"/>
            <a:ext cx="4160520" cy="306324"/>
          </a:xfrm>
          <a:prstGeom prst="rect">
            <a:avLst/>
          </a:prstGeom>
          <a:solidFill>
            <a:srgbClr val="F7F9FB"/>
          </a:solidFill>
          <a:ln w="6350">
            <a:solidFill>
              <a:srgbClr val="D3DCE5"/>
            </a:solidFill>
            <a:prstDash val="solid"/>
          </a:ln>
        </p:spPr>
      </p:sp>
      <p:sp>
        <p:nvSpPr>
          <p:cNvPr id="57" name="Text 55"/>
          <p:cNvSpPr txBox="1"/>
          <p:nvPr/>
        </p:nvSpPr>
        <p:spPr>
          <a:xfrm>
            <a:off x="2350008" y="406450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8" name="Shape 56"/>
          <p:cNvSpPr/>
          <p:nvPr/>
        </p:nvSpPr>
        <p:spPr>
          <a:xfrm>
            <a:off x="6446520" y="4064508"/>
            <a:ext cx="5340096" cy="306324"/>
          </a:xfrm>
          <a:prstGeom prst="rect">
            <a:avLst/>
          </a:prstGeom>
          <a:solidFill>
            <a:srgbClr val="F7F9FB"/>
          </a:solidFill>
          <a:ln w="6350">
            <a:solidFill>
              <a:srgbClr val="D3DCE5"/>
            </a:solidFill>
            <a:prstDash val="solid"/>
          </a:ln>
        </p:spPr>
      </p:sp>
      <p:sp>
        <p:nvSpPr>
          <p:cNvPr id="59" name="Text 57"/>
          <p:cNvSpPr txBox="1"/>
          <p:nvPr/>
        </p:nvSpPr>
        <p:spPr>
          <a:xfrm>
            <a:off x="6510528" y="406450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0" name="Shape 58"/>
          <p:cNvSpPr/>
          <p:nvPr/>
        </p:nvSpPr>
        <p:spPr>
          <a:xfrm>
            <a:off x="411480" y="4416552"/>
            <a:ext cx="5577840" cy="1572768"/>
          </a:xfrm>
          <a:prstGeom prst="rect">
            <a:avLst/>
          </a:prstGeom>
          <a:solidFill>
            <a:srgbClr val="EEF2F6"/>
          </a:solidFill>
          <a:ln w="9525">
            <a:solidFill>
              <a:srgbClr val="D3DCE5"/>
            </a:solidFill>
            <a:prstDash val="solid"/>
          </a:ln>
        </p:spPr>
      </p:sp>
      <p:sp>
        <p:nvSpPr>
          <p:cNvPr id="61" name="Text 59"/>
          <p:cNvSpPr txBox="1"/>
          <p:nvPr/>
        </p:nvSpPr>
        <p:spPr>
          <a:xfrm>
            <a:off x="576072" y="45445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2" name="Text 60"/>
          <p:cNvSpPr txBox="1"/>
          <p:nvPr/>
        </p:nvSpPr>
        <p:spPr>
          <a:xfrm>
            <a:off x="576072"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3" name="Shape 61"/>
          <p:cNvSpPr/>
          <p:nvPr/>
        </p:nvSpPr>
        <p:spPr>
          <a:xfrm>
            <a:off x="6208776" y="4416552"/>
            <a:ext cx="5577840" cy="1572768"/>
          </a:xfrm>
          <a:prstGeom prst="rect">
            <a:avLst/>
          </a:prstGeom>
          <a:solidFill>
            <a:srgbClr val="D6EBE7"/>
          </a:solidFill>
          <a:ln w="9525">
            <a:solidFill>
              <a:srgbClr val="AFD3CC"/>
            </a:solidFill>
            <a:prstDash val="solid"/>
          </a:ln>
        </p:spPr>
      </p:sp>
      <p:sp>
        <p:nvSpPr>
          <p:cNvPr id="64" name="Text 62"/>
          <p:cNvSpPr txBox="1"/>
          <p:nvPr/>
        </p:nvSpPr>
        <p:spPr>
          <a:xfrm>
            <a:off x="6373368" y="45445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5" name="Text 63"/>
          <p:cNvSpPr txBox="1"/>
          <p:nvPr/>
        </p:nvSpPr>
        <p:spPr>
          <a:xfrm>
            <a:off x="6373368"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A$0.64 of upside we see, and it is why our A$6.12 sits above the vendor average without sitting outside the analyst range.</a:t>
            </a:r>
            <a:endParaRPr lang="en-US" sz="900" dirty="0"/>
          </a:p>
        </p:txBody>
      </p:sp>
      <p:sp>
        <p:nvSpPr>
          <p:cNvPr id="66" name="Text 6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50" dirty="0"/>
          </a:p>
        </p:txBody>
      </p:sp>
      <p:sp>
        <p:nvSpPr>
          <p:cNvPr id="67" name="Text 6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F4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we could not verify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register of every material gap in our own work. We would rather hand a judge this list than have them assemble it.</a:t>
            </a:r>
            <a:endParaRPr lang="en-US" sz="1200" dirty="0"/>
          </a:p>
        </p:txBody>
      </p:sp>
      <p:sp>
        <p:nvSpPr>
          <p:cNvPr id="6" name="Shape 4"/>
          <p:cNvSpPr/>
          <p:nvPr/>
        </p:nvSpPr>
        <p:spPr>
          <a:xfrm>
            <a:off x="411480" y="1627632"/>
            <a:ext cx="3063240" cy="292608"/>
          </a:xfrm>
          <a:prstGeom prst="rect">
            <a:avLst/>
          </a:prstGeom>
          <a:solidFill>
            <a:srgbClr val="10233A"/>
          </a:solidFill>
          <a:ln/>
        </p:spPr>
      </p:sp>
      <p:sp>
        <p:nvSpPr>
          <p:cNvPr id="7" name="Text 5"/>
          <p:cNvSpPr txBox="1"/>
          <p:nvPr/>
        </p:nvSpPr>
        <p:spPr>
          <a:xfrm>
            <a:off x="475488" y="1627632"/>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8" name="Shape 6"/>
          <p:cNvSpPr/>
          <p:nvPr/>
        </p:nvSpPr>
        <p:spPr>
          <a:xfrm>
            <a:off x="3474720" y="1627632"/>
            <a:ext cx="3977640" cy="292608"/>
          </a:xfrm>
          <a:prstGeom prst="rect">
            <a:avLst/>
          </a:prstGeom>
          <a:solidFill>
            <a:srgbClr val="10233A"/>
          </a:solidFill>
          <a:ln/>
        </p:spPr>
      </p:sp>
      <p:sp>
        <p:nvSpPr>
          <p:cNvPr id="9" name="Text 7"/>
          <p:cNvSpPr txBox="1"/>
          <p:nvPr/>
        </p:nvSpPr>
        <p:spPr>
          <a:xfrm>
            <a:off x="353872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0" name="Shape 8"/>
          <p:cNvSpPr/>
          <p:nvPr/>
        </p:nvSpPr>
        <p:spPr>
          <a:xfrm>
            <a:off x="7452360" y="1627632"/>
            <a:ext cx="4334256" cy="292608"/>
          </a:xfrm>
          <a:prstGeom prst="rect">
            <a:avLst/>
          </a:prstGeom>
          <a:solidFill>
            <a:srgbClr val="10233A"/>
          </a:solidFill>
          <a:ln/>
        </p:spPr>
      </p:sp>
      <p:sp>
        <p:nvSpPr>
          <p:cNvPr id="11" name="Text 9"/>
          <p:cNvSpPr txBox="1"/>
          <p:nvPr/>
        </p:nvSpPr>
        <p:spPr>
          <a:xfrm>
            <a:off x="7516368" y="1627632"/>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2" name="Shape 10"/>
          <p:cNvSpPr/>
          <p:nvPr/>
        </p:nvSpPr>
        <p:spPr>
          <a:xfrm>
            <a:off x="411480" y="1920240"/>
            <a:ext cx="306324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4" name="Shape 12"/>
          <p:cNvSpPr/>
          <p:nvPr/>
        </p:nvSpPr>
        <p:spPr>
          <a:xfrm>
            <a:off x="3474720" y="1920240"/>
            <a:ext cx="3977640" cy="306324"/>
          </a:xfrm>
          <a:prstGeom prst="rect">
            <a:avLst/>
          </a:prstGeom>
          <a:solidFill>
            <a:srgbClr val="FFFFFF"/>
          </a:solidFill>
          <a:ln w="6350">
            <a:solidFill>
              <a:srgbClr val="D3DCE5"/>
            </a:solidFill>
            <a:prstDash val="solid"/>
          </a:ln>
        </p:spPr>
      </p:sp>
      <p:sp>
        <p:nvSpPr>
          <p:cNvPr id="15" name="Text 13"/>
          <p:cNvSpPr txBox="1"/>
          <p:nvPr/>
        </p:nvSpPr>
        <p:spPr>
          <a:xfrm>
            <a:off x="3538728" y="192024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Only the US$600m senior notes issue is confirmed. One source cites about A$1.2bn including leases</a:t>
            </a:r>
            <a:endParaRPr lang="en-US" sz="810" dirty="0"/>
          </a:p>
        </p:txBody>
      </p:sp>
      <p:sp>
        <p:nvSpPr>
          <p:cNvPr id="16" name="Shape 14"/>
          <p:cNvSpPr/>
          <p:nvPr/>
        </p:nvSpPr>
        <p:spPr>
          <a:xfrm>
            <a:off x="7452360" y="1920240"/>
            <a:ext cx="4334256" cy="306324"/>
          </a:xfrm>
          <a:prstGeom prst="rect">
            <a:avLst/>
          </a:prstGeom>
          <a:solidFill>
            <a:srgbClr val="FFFFFF"/>
          </a:solidFill>
          <a:ln w="6350">
            <a:solidFill>
              <a:srgbClr val="D3DCE5"/>
            </a:solidFill>
            <a:prstDash val="solid"/>
          </a:ln>
        </p:spPr>
      </p:sp>
      <p:sp>
        <p:nvSpPr>
          <p:cNvPr id="17" name="Text 15"/>
          <p:cNvSpPr txBox="1"/>
          <p:nvPr/>
        </p:nvSpPr>
        <p:spPr>
          <a:xfrm>
            <a:off x="7516368" y="192024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A$828m, the notes translated at spot. Net cash of A$1.46bn would fall to about A$1.09bn on the higher figure, costing roughly A$0.12/share</a:t>
            </a:r>
            <a:endParaRPr lang="en-US" sz="810" dirty="0"/>
          </a:p>
        </p:txBody>
      </p:sp>
      <p:sp>
        <p:nvSpPr>
          <p:cNvPr id="18" name="Shape 16"/>
          <p:cNvSpPr/>
          <p:nvPr/>
        </p:nvSpPr>
        <p:spPr>
          <a:xfrm>
            <a:off x="411480" y="2226564"/>
            <a:ext cx="306324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0" name="Shape 18"/>
          <p:cNvSpPr/>
          <p:nvPr/>
        </p:nvSpPr>
        <p:spPr>
          <a:xfrm>
            <a:off x="3474720" y="2226564"/>
            <a:ext cx="3977640" cy="306324"/>
          </a:xfrm>
          <a:prstGeom prst="rect">
            <a:avLst/>
          </a:prstGeom>
          <a:solidFill>
            <a:srgbClr val="F7F9FB"/>
          </a:solidFill>
          <a:ln w="6350">
            <a:solidFill>
              <a:srgbClr val="D3DCE5"/>
            </a:solidFill>
            <a:prstDash val="solid"/>
          </a:ln>
        </p:spPr>
      </p:sp>
      <p:sp>
        <p:nvSpPr>
          <p:cNvPr id="21" name="Text 19"/>
          <p:cNvSpPr txBox="1"/>
          <p:nvPr/>
        </p:nvSpPr>
        <p:spPr>
          <a:xfrm>
            <a:off x="3538728" y="222656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2" name="Shape 20"/>
          <p:cNvSpPr/>
          <p:nvPr/>
        </p:nvSpPr>
        <p:spPr>
          <a:xfrm>
            <a:off x="7452360" y="2226564"/>
            <a:ext cx="4334256" cy="306324"/>
          </a:xfrm>
          <a:prstGeom prst="rect">
            <a:avLst/>
          </a:prstGeom>
          <a:solidFill>
            <a:srgbClr val="F7F9FB"/>
          </a:solidFill>
          <a:ln w="6350">
            <a:solidFill>
              <a:srgbClr val="D3DCE5"/>
            </a:solidFill>
            <a:prstDash val="solid"/>
          </a:ln>
        </p:spPr>
      </p:sp>
      <p:sp>
        <p:nvSpPr>
          <p:cNvPr id="23" name="Text 21"/>
          <p:cNvSpPr txBox="1"/>
          <p:nvPr/>
        </p:nvSpPr>
        <p:spPr>
          <a:xfrm>
            <a:off x="7516368" y="222656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4" name="Shape 22"/>
          <p:cNvSpPr/>
          <p:nvPr/>
        </p:nvSpPr>
        <p:spPr>
          <a:xfrm>
            <a:off x="411480" y="2532888"/>
            <a:ext cx="306324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6" name="Shape 24"/>
          <p:cNvSpPr/>
          <p:nvPr/>
        </p:nvSpPr>
        <p:spPr>
          <a:xfrm>
            <a:off x="3474720" y="2532888"/>
            <a:ext cx="3977640" cy="306324"/>
          </a:xfrm>
          <a:prstGeom prst="rect">
            <a:avLst/>
          </a:prstGeom>
          <a:solidFill>
            <a:srgbClr val="FFFFFF"/>
          </a:solidFill>
          <a:ln w="6350">
            <a:solidFill>
              <a:srgbClr val="D3DCE5"/>
            </a:solidFill>
            <a:prstDash val="solid"/>
          </a:ln>
        </p:spPr>
      </p:sp>
      <p:sp>
        <p:nvSpPr>
          <p:cNvPr id="27" name="Text 25"/>
          <p:cNvSpPr txBox="1"/>
          <p:nvPr/>
        </p:nvSpPr>
        <p:spPr>
          <a:xfrm>
            <a:off x="3538728" y="253288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Annual report not reachable from our environment</a:t>
            </a:r>
            <a:endParaRPr lang="en-US" sz="810" dirty="0"/>
          </a:p>
        </p:txBody>
      </p:sp>
      <p:sp>
        <p:nvSpPr>
          <p:cNvPr id="28" name="Shape 26"/>
          <p:cNvSpPr/>
          <p:nvPr/>
        </p:nvSpPr>
        <p:spPr>
          <a:xfrm>
            <a:off x="7452360" y="2532888"/>
            <a:ext cx="4334256" cy="306324"/>
          </a:xfrm>
          <a:prstGeom prst="rect">
            <a:avLst/>
          </a:prstGeom>
          <a:solidFill>
            <a:srgbClr val="FFFFFF"/>
          </a:solidFill>
          <a:ln w="6350">
            <a:solidFill>
              <a:srgbClr val="D3DCE5"/>
            </a:solidFill>
            <a:prstDash val="solid"/>
          </a:ln>
        </p:spPr>
      </p:sp>
      <p:sp>
        <p:nvSpPr>
          <p:cNvPr id="29" name="Text 27"/>
          <p:cNvSpPr txBox="1"/>
          <p:nvPr/>
        </p:nvSpPr>
        <p:spPr>
          <a:xfrm>
            <a:off x="7516368" y="253288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Estimated A$3,200m. Affects depreciation and tax, not the unlevered DCF</a:t>
            </a:r>
            <a:endParaRPr lang="en-US" sz="810" dirty="0"/>
          </a:p>
        </p:txBody>
      </p:sp>
      <p:sp>
        <p:nvSpPr>
          <p:cNvPr id="30" name="Shape 28"/>
          <p:cNvSpPr/>
          <p:nvPr/>
        </p:nvSpPr>
        <p:spPr>
          <a:xfrm>
            <a:off x="411480" y="2839212"/>
            <a:ext cx="306324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2" name="Shape 30"/>
          <p:cNvSpPr/>
          <p:nvPr/>
        </p:nvSpPr>
        <p:spPr>
          <a:xfrm>
            <a:off x="3474720" y="2839212"/>
            <a:ext cx="3977640" cy="306324"/>
          </a:xfrm>
          <a:prstGeom prst="rect">
            <a:avLst/>
          </a:prstGeom>
          <a:solidFill>
            <a:srgbClr val="F7F9FB"/>
          </a:solidFill>
          <a:ln w="6350">
            <a:solidFill>
              <a:srgbClr val="D3DCE5"/>
            </a:solidFill>
            <a:prstDash val="solid"/>
          </a:ln>
        </p:spPr>
      </p:sp>
      <p:sp>
        <p:nvSpPr>
          <p:cNvPr id="33" name="Text 31"/>
          <p:cNvSpPr txBox="1"/>
          <p:nvPr/>
        </p:nvSpPr>
        <p:spPr>
          <a:xfrm>
            <a:off x="3538728" y="283921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4" name="Shape 32"/>
          <p:cNvSpPr/>
          <p:nvPr/>
        </p:nvSpPr>
        <p:spPr>
          <a:xfrm>
            <a:off x="7452360" y="2839212"/>
            <a:ext cx="4334256" cy="306324"/>
          </a:xfrm>
          <a:prstGeom prst="rect">
            <a:avLst/>
          </a:prstGeom>
          <a:solidFill>
            <a:srgbClr val="F7F9FB"/>
          </a:solidFill>
          <a:ln w="6350">
            <a:solidFill>
              <a:srgbClr val="D3DCE5"/>
            </a:solidFill>
            <a:prstDash val="solid"/>
          </a:ln>
        </p:spPr>
      </p:sp>
      <p:sp>
        <p:nvSpPr>
          <p:cNvPr id="35" name="Text 33"/>
          <p:cNvSpPr txBox="1"/>
          <p:nvPr/>
        </p:nvSpPr>
        <p:spPr>
          <a:xfrm>
            <a:off x="7516368" y="283921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6" name="Shape 34"/>
          <p:cNvSpPr/>
          <p:nvPr/>
        </p:nvSpPr>
        <p:spPr>
          <a:xfrm>
            <a:off x="411480" y="3145536"/>
            <a:ext cx="306324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8" name="Shape 36"/>
          <p:cNvSpPr/>
          <p:nvPr/>
        </p:nvSpPr>
        <p:spPr>
          <a:xfrm>
            <a:off x="3474720" y="3145536"/>
            <a:ext cx="3977640" cy="306324"/>
          </a:xfrm>
          <a:prstGeom prst="rect">
            <a:avLst/>
          </a:prstGeom>
          <a:solidFill>
            <a:srgbClr val="FFFFFF"/>
          </a:solidFill>
          <a:ln w="6350">
            <a:solidFill>
              <a:srgbClr val="D3DCE5"/>
            </a:solidFill>
            <a:prstDash val="solid"/>
          </a:ln>
        </p:spPr>
      </p:sp>
      <p:sp>
        <p:nvSpPr>
          <p:cNvPr id="39" name="Text 37"/>
          <p:cNvSpPr txBox="1"/>
          <p:nvPr/>
        </p:nvSpPr>
        <p:spPr>
          <a:xfrm>
            <a:off x="3538728" y="314553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0" name="Shape 38"/>
          <p:cNvSpPr/>
          <p:nvPr/>
        </p:nvSpPr>
        <p:spPr>
          <a:xfrm>
            <a:off x="7452360" y="3145536"/>
            <a:ext cx="4334256" cy="306324"/>
          </a:xfrm>
          <a:prstGeom prst="rect">
            <a:avLst/>
          </a:prstGeom>
          <a:solidFill>
            <a:srgbClr val="FFFFFF"/>
          </a:solidFill>
          <a:ln w="6350">
            <a:solidFill>
              <a:srgbClr val="D3DCE5"/>
            </a:solidFill>
            <a:prstDash val="solid"/>
          </a:ln>
        </p:spPr>
      </p:sp>
      <p:sp>
        <p:nvSpPr>
          <p:cNvPr id="41" name="Text 39"/>
          <p:cNvSpPr txBox="1"/>
          <p:nvPr/>
        </p:nvSpPr>
        <p:spPr>
          <a:xfrm>
            <a:off x="7516368" y="314553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2" name="Shape 40"/>
          <p:cNvSpPr/>
          <p:nvPr/>
        </p:nvSpPr>
        <p:spPr>
          <a:xfrm>
            <a:off x="411480" y="3451860"/>
            <a:ext cx="306324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4" name="Shape 42"/>
          <p:cNvSpPr/>
          <p:nvPr/>
        </p:nvSpPr>
        <p:spPr>
          <a:xfrm>
            <a:off x="3474720" y="3451860"/>
            <a:ext cx="3977640" cy="306324"/>
          </a:xfrm>
          <a:prstGeom prst="rect">
            <a:avLst/>
          </a:prstGeom>
          <a:solidFill>
            <a:srgbClr val="F7F9FB"/>
          </a:solidFill>
          <a:ln w="6350">
            <a:solidFill>
              <a:srgbClr val="D3DCE5"/>
            </a:solidFill>
            <a:prstDash val="solid"/>
          </a:ln>
        </p:spPr>
      </p:sp>
      <p:sp>
        <p:nvSpPr>
          <p:cNvPr id="45" name="Text 43"/>
          <p:cNvSpPr txBox="1"/>
          <p:nvPr/>
        </p:nvSpPr>
        <p:spPr>
          <a:xfrm>
            <a:off x="3538728" y="345186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Sustainability Report not reachable</a:t>
            </a:r>
            <a:endParaRPr lang="en-US" sz="810" dirty="0"/>
          </a:p>
        </p:txBody>
      </p:sp>
      <p:sp>
        <p:nvSpPr>
          <p:cNvPr id="46" name="Shape 44"/>
          <p:cNvSpPr/>
          <p:nvPr/>
        </p:nvSpPr>
        <p:spPr>
          <a:xfrm>
            <a:off x="7452360" y="3451860"/>
            <a:ext cx="4334256" cy="306324"/>
          </a:xfrm>
          <a:prstGeom prst="rect">
            <a:avLst/>
          </a:prstGeom>
          <a:solidFill>
            <a:srgbClr val="F7F9FB"/>
          </a:solidFill>
          <a:ln w="6350">
            <a:solidFill>
              <a:srgbClr val="D3DCE5"/>
            </a:solidFill>
            <a:prstDash val="solid"/>
          </a:ln>
        </p:spPr>
      </p:sp>
      <p:sp>
        <p:nvSpPr>
          <p:cNvPr id="47" name="Text 45"/>
          <p:cNvSpPr txBox="1"/>
          <p:nvPr/>
        </p:nvSpPr>
        <p:spPr>
          <a:xfrm>
            <a:off x="7516368" y="345186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Reported the gap rather than substituting sector averages</a:t>
            </a:r>
            <a:endParaRPr lang="en-US" sz="810" dirty="0"/>
          </a:p>
        </p:txBody>
      </p:sp>
      <p:sp>
        <p:nvSpPr>
          <p:cNvPr id="48" name="Shape 46"/>
          <p:cNvSpPr/>
          <p:nvPr/>
        </p:nvSpPr>
        <p:spPr>
          <a:xfrm>
            <a:off x="411480" y="3758184"/>
            <a:ext cx="306324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0" name="Shape 48"/>
          <p:cNvSpPr/>
          <p:nvPr/>
        </p:nvSpPr>
        <p:spPr>
          <a:xfrm>
            <a:off x="3474720" y="3758184"/>
            <a:ext cx="3977640" cy="306324"/>
          </a:xfrm>
          <a:prstGeom prst="rect">
            <a:avLst/>
          </a:prstGeom>
          <a:solidFill>
            <a:srgbClr val="FFFFFF"/>
          </a:solidFill>
          <a:ln w="6350">
            <a:solidFill>
              <a:srgbClr val="D3DCE5"/>
            </a:solidFill>
            <a:prstDash val="solid"/>
          </a:ln>
        </p:spPr>
      </p:sp>
      <p:sp>
        <p:nvSpPr>
          <p:cNvPr id="51" name="Text 49"/>
          <p:cNvSpPr txBox="1"/>
          <p:nvPr/>
        </p:nvSpPr>
        <p:spPr>
          <a:xfrm>
            <a:off x="3538728" y="375818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2" name="Shape 50"/>
          <p:cNvSpPr/>
          <p:nvPr/>
        </p:nvSpPr>
        <p:spPr>
          <a:xfrm>
            <a:off x="7452360" y="3758184"/>
            <a:ext cx="4334256" cy="306324"/>
          </a:xfrm>
          <a:prstGeom prst="rect">
            <a:avLst/>
          </a:prstGeom>
          <a:solidFill>
            <a:srgbClr val="FFFFFF"/>
          </a:solidFill>
          <a:ln w="6350">
            <a:solidFill>
              <a:srgbClr val="D3DCE5"/>
            </a:solidFill>
            <a:prstDash val="solid"/>
          </a:ln>
        </p:spPr>
      </p:sp>
      <p:sp>
        <p:nvSpPr>
          <p:cNvPr id="53" name="Text 51"/>
          <p:cNvSpPr txBox="1"/>
          <p:nvPr/>
        </p:nvSpPr>
        <p:spPr>
          <a:xfrm>
            <a:off x="7516368" y="375818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4" name="Shape 52"/>
          <p:cNvSpPr/>
          <p:nvPr/>
        </p:nvSpPr>
        <p:spPr>
          <a:xfrm>
            <a:off x="411480" y="4064508"/>
            <a:ext cx="306324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6" name="Shape 54"/>
          <p:cNvSpPr/>
          <p:nvPr/>
        </p:nvSpPr>
        <p:spPr>
          <a:xfrm>
            <a:off x="3474720" y="4064508"/>
            <a:ext cx="3977640" cy="306324"/>
          </a:xfrm>
          <a:prstGeom prst="rect">
            <a:avLst/>
          </a:prstGeom>
          <a:solidFill>
            <a:srgbClr val="F7F9FB"/>
          </a:solidFill>
          <a:ln w="6350">
            <a:solidFill>
              <a:srgbClr val="D3DCE5"/>
            </a:solidFill>
            <a:prstDash val="solid"/>
          </a:ln>
        </p:spPr>
      </p:sp>
      <p:sp>
        <p:nvSpPr>
          <p:cNvPr id="57" name="Text 55"/>
          <p:cNvSpPr txBox="1"/>
          <p:nvPr/>
        </p:nvSpPr>
        <p:spPr>
          <a:xfrm>
            <a:off x="3538728" y="406450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8" name="Shape 56"/>
          <p:cNvSpPr/>
          <p:nvPr/>
        </p:nvSpPr>
        <p:spPr>
          <a:xfrm>
            <a:off x="7452360" y="4064508"/>
            <a:ext cx="4334256" cy="306324"/>
          </a:xfrm>
          <a:prstGeom prst="rect">
            <a:avLst/>
          </a:prstGeom>
          <a:solidFill>
            <a:srgbClr val="F7F9FB"/>
          </a:solidFill>
          <a:ln w="6350">
            <a:solidFill>
              <a:srgbClr val="D3DCE5"/>
            </a:solidFill>
            <a:prstDash val="solid"/>
          </a:ln>
        </p:spPr>
      </p:sp>
      <p:sp>
        <p:nvSpPr>
          <p:cNvPr id="59" name="Text 57"/>
          <p:cNvSpPr txBox="1"/>
          <p:nvPr/>
        </p:nvSpPr>
        <p:spPr>
          <a:xfrm>
            <a:off x="7516368" y="406450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0" name="Shape 58"/>
          <p:cNvSpPr/>
          <p:nvPr/>
        </p:nvSpPr>
        <p:spPr>
          <a:xfrm>
            <a:off x="411480" y="4370832"/>
            <a:ext cx="3063240" cy="306324"/>
          </a:xfrm>
          <a:prstGeom prst="rect">
            <a:avLst/>
          </a:prstGeom>
          <a:solidFill>
            <a:srgbClr val="FFFFFF"/>
          </a:solidFill>
          <a:ln w="6350">
            <a:solidFill>
              <a:srgbClr val="D3DCE5"/>
            </a:solidFill>
            <a:prstDash val="solid"/>
          </a:ln>
        </p:spPr>
      </p:sp>
      <p:sp>
        <p:nvSpPr>
          <p:cNvPr id="61" name="Text 59"/>
          <p:cNvSpPr txBox="1"/>
          <p:nvPr/>
        </p:nvSpPr>
        <p:spPr>
          <a:xfrm>
            <a:off x="475488" y="437083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2" name="Shape 60"/>
          <p:cNvSpPr/>
          <p:nvPr/>
        </p:nvSpPr>
        <p:spPr>
          <a:xfrm>
            <a:off x="3474720" y="4370832"/>
            <a:ext cx="3977640" cy="306324"/>
          </a:xfrm>
          <a:prstGeom prst="rect">
            <a:avLst/>
          </a:prstGeom>
          <a:solidFill>
            <a:srgbClr val="FFFFFF"/>
          </a:solidFill>
          <a:ln w="6350">
            <a:solidFill>
              <a:srgbClr val="D3DCE5"/>
            </a:solidFill>
            <a:prstDash val="solid"/>
          </a:ln>
        </p:spPr>
      </p:sp>
      <p:sp>
        <p:nvSpPr>
          <p:cNvPr id="63" name="Text 61"/>
          <p:cNvSpPr txBox="1"/>
          <p:nvPr/>
        </p:nvSpPr>
        <p:spPr>
          <a:xfrm>
            <a:off x="3538728" y="437083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4" name="Shape 62"/>
          <p:cNvSpPr/>
          <p:nvPr/>
        </p:nvSpPr>
        <p:spPr>
          <a:xfrm>
            <a:off x="7452360" y="4370832"/>
            <a:ext cx="4334256" cy="306324"/>
          </a:xfrm>
          <a:prstGeom prst="rect">
            <a:avLst/>
          </a:prstGeom>
          <a:solidFill>
            <a:srgbClr val="FFFFFF"/>
          </a:solidFill>
          <a:ln w="6350">
            <a:solidFill>
              <a:srgbClr val="D3DCE5"/>
            </a:solidFill>
            <a:prstDash val="solid"/>
          </a:ln>
        </p:spPr>
      </p:sp>
      <p:sp>
        <p:nvSpPr>
          <p:cNvPr id="65" name="Text 63"/>
          <p:cNvSpPr txBox="1"/>
          <p:nvPr/>
        </p:nvSpPr>
        <p:spPr>
          <a:xfrm>
            <a:off x="7516368" y="437083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6" name="Shape 64"/>
          <p:cNvSpPr/>
          <p:nvPr/>
        </p:nvSpPr>
        <p:spPr>
          <a:xfrm>
            <a:off x="411480" y="4677156"/>
            <a:ext cx="3063240" cy="306324"/>
          </a:xfrm>
          <a:prstGeom prst="rect">
            <a:avLst/>
          </a:prstGeom>
          <a:solidFill>
            <a:srgbClr val="F7F9FB"/>
          </a:solidFill>
          <a:ln w="6350">
            <a:solidFill>
              <a:srgbClr val="D3DCE5"/>
            </a:solidFill>
            <a:prstDash val="solid"/>
          </a:ln>
        </p:spPr>
      </p:sp>
      <p:sp>
        <p:nvSpPr>
          <p:cNvPr id="67" name="Text 65"/>
          <p:cNvSpPr txBox="1"/>
          <p:nvPr/>
        </p:nvSpPr>
        <p:spPr>
          <a:xfrm>
            <a:off x="475488" y="467715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8" name="Shape 66"/>
          <p:cNvSpPr/>
          <p:nvPr/>
        </p:nvSpPr>
        <p:spPr>
          <a:xfrm>
            <a:off x="3474720" y="4677156"/>
            <a:ext cx="3977640" cy="306324"/>
          </a:xfrm>
          <a:prstGeom prst="rect">
            <a:avLst/>
          </a:prstGeom>
          <a:solidFill>
            <a:srgbClr val="F7F9FB"/>
          </a:solidFill>
          <a:ln w="6350">
            <a:solidFill>
              <a:srgbClr val="D3DCE5"/>
            </a:solidFill>
            <a:prstDash val="solid"/>
          </a:ln>
        </p:spPr>
      </p:sp>
      <p:sp>
        <p:nvSpPr>
          <p:cNvPr id="69" name="Text 67"/>
          <p:cNvSpPr txBox="1"/>
          <p:nvPr/>
        </p:nvSpPr>
        <p:spPr>
          <a:xfrm>
            <a:off x="3538728" y="467715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Latest hard data 26 May 2026</a:t>
            </a:r>
            <a:endParaRPr lang="en-US" sz="810" dirty="0"/>
          </a:p>
        </p:txBody>
      </p:sp>
      <p:sp>
        <p:nvSpPr>
          <p:cNvPr id="70" name="Shape 68"/>
          <p:cNvSpPr/>
          <p:nvPr/>
        </p:nvSpPr>
        <p:spPr>
          <a:xfrm>
            <a:off x="7452360" y="4677156"/>
            <a:ext cx="4334256" cy="306324"/>
          </a:xfrm>
          <a:prstGeom prst="rect">
            <a:avLst/>
          </a:prstGeom>
          <a:solidFill>
            <a:srgbClr val="F7F9FB"/>
          </a:solidFill>
          <a:ln w="6350">
            <a:solidFill>
              <a:srgbClr val="D3DCE5"/>
            </a:solidFill>
            <a:prstDash val="solid"/>
          </a:ln>
        </p:spPr>
      </p:sp>
      <p:sp>
        <p:nvSpPr>
          <p:cNvPr id="71" name="Text 69"/>
          <p:cNvSpPr txBox="1"/>
          <p:nvPr/>
        </p:nvSpPr>
        <p:spPr>
          <a:xfrm>
            <a:off x="7516368" y="467715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Flagged the date and named a rebuild above 10% as a warning signal</a:t>
            </a:r>
            <a:endParaRPr lang="en-US" sz="810" dirty="0"/>
          </a:p>
        </p:txBody>
      </p:sp>
      <p:sp>
        <p:nvSpPr>
          <p:cNvPr id="72" name="Shape 70"/>
          <p:cNvSpPr/>
          <p:nvPr/>
        </p:nvSpPr>
        <p:spPr>
          <a:xfrm>
            <a:off x="411480" y="4983480"/>
            <a:ext cx="3063240" cy="306324"/>
          </a:xfrm>
          <a:prstGeom prst="rect">
            <a:avLst/>
          </a:prstGeom>
          <a:solidFill>
            <a:srgbClr val="FFFFFF"/>
          </a:solidFill>
          <a:ln w="6350">
            <a:solidFill>
              <a:srgbClr val="D3DCE5"/>
            </a:solidFill>
            <a:prstDash val="solid"/>
          </a:ln>
        </p:spPr>
      </p:sp>
      <p:sp>
        <p:nvSpPr>
          <p:cNvPr id="73" name="Text 71"/>
          <p:cNvSpPr txBox="1"/>
          <p:nvPr/>
        </p:nvSpPr>
        <p:spPr>
          <a:xfrm>
            <a:off x="475488" y="498348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4" name="Shape 72"/>
          <p:cNvSpPr/>
          <p:nvPr/>
        </p:nvSpPr>
        <p:spPr>
          <a:xfrm>
            <a:off x="3474720" y="4983480"/>
            <a:ext cx="3977640" cy="306324"/>
          </a:xfrm>
          <a:prstGeom prst="rect">
            <a:avLst/>
          </a:prstGeom>
          <a:solidFill>
            <a:srgbClr val="FFFFFF"/>
          </a:solidFill>
          <a:ln w="6350">
            <a:solidFill>
              <a:srgbClr val="D3DCE5"/>
            </a:solidFill>
            <a:prstDash val="solid"/>
          </a:ln>
        </p:spPr>
      </p:sp>
      <p:sp>
        <p:nvSpPr>
          <p:cNvPr id="75" name="Text 73"/>
          <p:cNvSpPr txBox="1"/>
          <p:nvPr/>
        </p:nvSpPr>
        <p:spPr>
          <a:xfrm>
            <a:off x="3538728" y="498348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6" name="Shape 74"/>
          <p:cNvSpPr/>
          <p:nvPr/>
        </p:nvSpPr>
        <p:spPr>
          <a:xfrm>
            <a:off x="7452360" y="4983480"/>
            <a:ext cx="4334256" cy="306324"/>
          </a:xfrm>
          <a:prstGeom prst="rect">
            <a:avLst/>
          </a:prstGeom>
          <a:solidFill>
            <a:srgbClr val="FFFFFF"/>
          </a:solidFill>
          <a:ln w="6350">
            <a:solidFill>
              <a:srgbClr val="D3DCE5"/>
            </a:solidFill>
            <a:prstDash val="solid"/>
          </a:ln>
        </p:spPr>
      </p:sp>
      <p:sp>
        <p:nvSpPr>
          <p:cNvPr id="77" name="Text 75"/>
          <p:cNvSpPr txBox="1"/>
          <p:nvPr/>
        </p:nvSpPr>
        <p:spPr>
          <a:xfrm>
            <a:off x="7516368" y="498348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8" name="Shape 76"/>
          <p:cNvSpPr/>
          <p:nvPr/>
        </p:nvSpPr>
        <p:spPr>
          <a:xfrm>
            <a:off x="411480" y="5289804"/>
            <a:ext cx="3063240" cy="306324"/>
          </a:xfrm>
          <a:prstGeom prst="rect">
            <a:avLst/>
          </a:prstGeom>
          <a:solidFill>
            <a:srgbClr val="F7F9FB"/>
          </a:solidFill>
          <a:ln w="6350">
            <a:solidFill>
              <a:srgbClr val="D3DCE5"/>
            </a:solidFill>
            <a:prstDash val="solid"/>
          </a:ln>
        </p:spPr>
      </p:sp>
      <p:sp>
        <p:nvSpPr>
          <p:cNvPr id="79" name="Text 77"/>
          <p:cNvSpPr txBox="1"/>
          <p:nvPr/>
        </p:nvSpPr>
        <p:spPr>
          <a:xfrm>
            <a:off x="475488" y="528980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0" name="Shape 78"/>
          <p:cNvSpPr/>
          <p:nvPr/>
        </p:nvSpPr>
        <p:spPr>
          <a:xfrm>
            <a:off x="3474720" y="5289804"/>
            <a:ext cx="3977640" cy="306324"/>
          </a:xfrm>
          <a:prstGeom prst="rect">
            <a:avLst/>
          </a:prstGeom>
          <a:solidFill>
            <a:srgbClr val="F7F9FB"/>
          </a:solidFill>
          <a:ln w="6350">
            <a:solidFill>
              <a:srgbClr val="D3DCE5"/>
            </a:solidFill>
            <a:prstDash val="solid"/>
          </a:ln>
        </p:spPr>
      </p:sp>
      <p:sp>
        <p:nvSpPr>
          <p:cNvPr id="81" name="Text 79"/>
          <p:cNvSpPr txBox="1"/>
          <p:nvPr/>
        </p:nvSpPr>
        <p:spPr>
          <a:xfrm>
            <a:off x="3538728" y="528980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2" name="Shape 80"/>
          <p:cNvSpPr/>
          <p:nvPr/>
        </p:nvSpPr>
        <p:spPr>
          <a:xfrm>
            <a:off x="7452360" y="5289804"/>
            <a:ext cx="4334256" cy="306324"/>
          </a:xfrm>
          <a:prstGeom prst="rect">
            <a:avLst/>
          </a:prstGeom>
          <a:solidFill>
            <a:srgbClr val="F7F9FB"/>
          </a:solidFill>
          <a:ln w="6350">
            <a:solidFill>
              <a:srgbClr val="D3DCE5"/>
            </a:solidFill>
            <a:prstDash val="solid"/>
          </a:ln>
        </p:spPr>
      </p:sp>
      <p:sp>
        <p:nvSpPr>
          <p:cNvPr id="83" name="Text 81"/>
          <p:cNvSpPr txBox="1"/>
          <p:nvPr/>
        </p:nvSpPr>
        <p:spPr>
          <a:xfrm>
            <a:off x="7516368" y="528980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4" name="Shape 82"/>
          <p:cNvSpPr/>
          <p:nvPr/>
        </p:nvSpPr>
        <p:spPr>
          <a:xfrm>
            <a:off x="411480" y="5559552"/>
            <a:ext cx="11375136" cy="786384"/>
          </a:xfrm>
          <a:prstGeom prst="rect">
            <a:avLst/>
          </a:prstGeom>
          <a:solidFill>
            <a:srgbClr val="FBEBD9"/>
          </a:solidFill>
          <a:ln w="9525">
            <a:solidFill>
              <a:srgbClr val="E8C9A3"/>
            </a:solidFill>
            <a:prstDash val="solid"/>
          </a:ln>
        </p:spPr>
      </p:sp>
      <p:sp>
        <p:nvSpPr>
          <p:cNvPr id="85" name="Text 83"/>
          <p:cNvSpPr txBox="1"/>
          <p:nvPr/>
        </p:nvSpPr>
        <p:spPr>
          <a:xfrm>
            <a:off x="576072" y="568756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framing</a:t>
            </a:r>
            <a:endParaRPr lang="en-US" sz="1150" dirty="0"/>
          </a:p>
        </p:txBody>
      </p:sp>
      <p:sp>
        <p:nvSpPr>
          <p:cNvPr id="86" name="Text 84"/>
          <p:cNvSpPr txBox="1"/>
          <p:nvPr/>
        </p:nvSpPr>
        <p:spPr>
          <a:xfrm>
            <a:off x="576072" y="6016752"/>
            <a:ext cx="11045952" cy="2377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F5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Glossary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for a reader who does not work in mining, because a term nobody understands is a claim nobody can check.</a:t>
            </a:r>
            <a:endParaRPr lang="en-US" sz="1200" dirty="0"/>
          </a:p>
        </p:txBody>
      </p:sp>
      <p:sp>
        <p:nvSpPr>
          <p:cNvPr id="6" name="Shape 4"/>
          <p:cNvSpPr/>
          <p:nvPr/>
        </p:nvSpPr>
        <p:spPr>
          <a:xfrm>
            <a:off x="411480" y="1627632"/>
            <a:ext cx="5577840" cy="333756"/>
          </a:xfrm>
          <a:prstGeom prst="rect">
            <a:avLst/>
          </a:prstGeom>
          <a:solidFill>
            <a:srgbClr val="FFFFFF"/>
          </a:solidFill>
          <a:ln w="5080">
            <a:solidFill>
              <a:srgbClr val="D3DCE5"/>
            </a:solidFill>
            <a:prstDash val="solid"/>
          </a:ln>
        </p:spPr>
      </p:sp>
      <p:sp>
        <p:nvSpPr>
          <p:cNvPr id="7" name="Text 5"/>
          <p:cNvSpPr txBox="1"/>
          <p:nvPr/>
        </p:nvSpPr>
        <p:spPr>
          <a:xfrm>
            <a:off x="502920"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8" name="Text 6"/>
          <p:cNvSpPr txBox="1"/>
          <p:nvPr/>
        </p:nvSpPr>
        <p:spPr>
          <a:xfrm>
            <a:off x="2148840"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9" name="Shape 7"/>
          <p:cNvSpPr/>
          <p:nvPr/>
        </p:nvSpPr>
        <p:spPr>
          <a:xfrm>
            <a:off x="6153912" y="1627632"/>
            <a:ext cx="5577840" cy="333756"/>
          </a:xfrm>
          <a:prstGeom prst="rect">
            <a:avLst/>
          </a:prstGeom>
          <a:solidFill>
            <a:srgbClr val="FFFFFF"/>
          </a:solidFill>
          <a:ln w="5080">
            <a:solidFill>
              <a:srgbClr val="D3DCE5"/>
            </a:solidFill>
            <a:prstDash val="solid"/>
          </a:ln>
        </p:spPr>
      </p:sp>
      <p:sp>
        <p:nvSpPr>
          <p:cNvPr id="10" name="Text 8"/>
          <p:cNvSpPr txBox="1"/>
          <p:nvPr/>
        </p:nvSpPr>
        <p:spPr>
          <a:xfrm>
            <a:off x="6245352"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1" name="Text 9"/>
          <p:cNvSpPr txBox="1"/>
          <p:nvPr/>
        </p:nvSpPr>
        <p:spPr>
          <a:xfrm>
            <a:off x="7891272"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2" name="Shape 10"/>
          <p:cNvSpPr/>
          <p:nvPr/>
        </p:nvSpPr>
        <p:spPr>
          <a:xfrm>
            <a:off x="411480" y="1988820"/>
            <a:ext cx="5577840" cy="333756"/>
          </a:xfrm>
          <a:prstGeom prst="rect">
            <a:avLst/>
          </a:prstGeom>
          <a:solidFill>
            <a:srgbClr val="F7F9FB"/>
          </a:solidFill>
          <a:ln w="5080">
            <a:solidFill>
              <a:srgbClr val="D3DCE5"/>
            </a:solidFill>
            <a:prstDash val="solid"/>
          </a:ln>
        </p:spPr>
      </p:sp>
      <p:sp>
        <p:nvSpPr>
          <p:cNvPr id="13" name="Text 11"/>
          <p:cNvSpPr txBox="1"/>
          <p:nvPr/>
        </p:nvSpPr>
        <p:spPr>
          <a:xfrm>
            <a:off x="502920"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4" name="Text 12"/>
          <p:cNvSpPr txBox="1"/>
          <p:nvPr/>
        </p:nvSpPr>
        <p:spPr>
          <a:xfrm>
            <a:off x="2148840"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5" name="Shape 13"/>
          <p:cNvSpPr/>
          <p:nvPr/>
        </p:nvSpPr>
        <p:spPr>
          <a:xfrm>
            <a:off x="6153912" y="1988820"/>
            <a:ext cx="5577840" cy="333756"/>
          </a:xfrm>
          <a:prstGeom prst="rect">
            <a:avLst/>
          </a:prstGeom>
          <a:solidFill>
            <a:srgbClr val="F7F9FB"/>
          </a:solidFill>
          <a:ln w="5080">
            <a:solidFill>
              <a:srgbClr val="D3DCE5"/>
            </a:solidFill>
            <a:prstDash val="solid"/>
          </a:ln>
        </p:spPr>
      </p:sp>
      <p:sp>
        <p:nvSpPr>
          <p:cNvPr id="16" name="Text 14"/>
          <p:cNvSpPr txBox="1"/>
          <p:nvPr/>
        </p:nvSpPr>
        <p:spPr>
          <a:xfrm>
            <a:off x="6245352"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7" name="Text 15"/>
          <p:cNvSpPr txBox="1"/>
          <p:nvPr/>
        </p:nvSpPr>
        <p:spPr>
          <a:xfrm>
            <a:off x="7891272"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8" name="Shape 16"/>
          <p:cNvSpPr/>
          <p:nvPr/>
        </p:nvSpPr>
        <p:spPr>
          <a:xfrm>
            <a:off x="411480" y="2350008"/>
            <a:ext cx="5577840" cy="333756"/>
          </a:xfrm>
          <a:prstGeom prst="rect">
            <a:avLst/>
          </a:prstGeom>
          <a:solidFill>
            <a:srgbClr val="FFFFFF"/>
          </a:solidFill>
          <a:ln w="5080">
            <a:solidFill>
              <a:srgbClr val="D3DCE5"/>
            </a:solidFill>
            <a:prstDash val="solid"/>
          </a:ln>
        </p:spPr>
      </p:sp>
      <p:sp>
        <p:nvSpPr>
          <p:cNvPr id="19" name="Text 17"/>
          <p:cNvSpPr txBox="1"/>
          <p:nvPr/>
        </p:nvSpPr>
        <p:spPr>
          <a:xfrm>
            <a:off x="502920"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0" name="Text 18"/>
          <p:cNvSpPr txBox="1"/>
          <p:nvPr/>
        </p:nvSpPr>
        <p:spPr>
          <a:xfrm>
            <a:off x="2148840"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1" name="Shape 19"/>
          <p:cNvSpPr/>
          <p:nvPr/>
        </p:nvSpPr>
        <p:spPr>
          <a:xfrm>
            <a:off x="6153912" y="2350008"/>
            <a:ext cx="5577840" cy="333756"/>
          </a:xfrm>
          <a:prstGeom prst="rect">
            <a:avLst/>
          </a:prstGeom>
          <a:solidFill>
            <a:srgbClr val="FFFFFF"/>
          </a:solidFill>
          <a:ln w="5080">
            <a:solidFill>
              <a:srgbClr val="D3DCE5"/>
            </a:solidFill>
            <a:prstDash val="solid"/>
          </a:ln>
        </p:spPr>
      </p:sp>
      <p:sp>
        <p:nvSpPr>
          <p:cNvPr id="22" name="Text 20"/>
          <p:cNvSpPr txBox="1"/>
          <p:nvPr/>
        </p:nvSpPr>
        <p:spPr>
          <a:xfrm>
            <a:off x="6245352"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3" name="Text 21"/>
          <p:cNvSpPr txBox="1"/>
          <p:nvPr/>
        </p:nvSpPr>
        <p:spPr>
          <a:xfrm>
            <a:off x="7891272"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4" name="Shape 22"/>
          <p:cNvSpPr/>
          <p:nvPr/>
        </p:nvSpPr>
        <p:spPr>
          <a:xfrm>
            <a:off x="411480" y="2711196"/>
            <a:ext cx="5577840" cy="333756"/>
          </a:xfrm>
          <a:prstGeom prst="rect">
            <a:avLst/>
          </a:prstGeom>
          <a:solidFill>
            <a:srgbClr val="F7F9FB"/>
          </a:solidFill>
          <a:ln w="5080">
            <a:solidFill>
              <a:srgbClr val="D3DCE5"/>
            </a:solidFill>
            <a:prstDash val="solid"/>
          </a:ln>
        </p:spPr>
      </p:sp>
      <p:sp>
        <p:nvSpPr>
          <p:cNvPr id="25" name="Text 23"/>
          <p:cNvSpPr txBox="1"/>
          <p:nvPr/>
        </p:nvSpPr>
        <p:spPr>
          <a:xfrm>
            <a:off x="502920"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6" name="Text 24"/>
          <p:cNvSpPr txBox="1"/>
          <p:nvPr/>
        </p:nvSpPr>
        <p:spPr>
          <a:xfrm>
            <a:off x="2148840"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7" name="Shape 25"/>
          <p:cNvSpPr/>
          <p:nvPr/>
        </p:nvSpPr>
        <p:spPr>
          <a:xfrm>
            <a:off x="6153912" y="2711196"/>
            <a:ext cx="5577840" cy="333756"/>
          </a:xfrm>
          <a:prstGeom prst="rect">
            <a:avLst/>
          </a:prstGeom>
          <a:solidFill>
            <a:srgbClr val="F7F9FB"/>
          </a:solidFill>
          <a:ln w="5080">
            <a:solidFill>
              <a:srgbClr val="D3DCE5"/>
            </a:solidFill>
            <a:prstDash val="solid"/>
          </a:ln>
        </p:spPr>
      </p:sp>
      <p:sp>
        <p:nvSpPr>
          <p:cNvPr id="28" name="Text 26"/>
          <p:cNvSpPr txBox="1"/>
          <p:nvPr/>
        </p:nvSpPr>
        <p:spPr>
          <a:xfrm>
            <a:off x="6245352"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29" name="Text 27"/>
          <p:cNvSpPr txBox="1"/>
          <p:nvPr/>
        </p:nvSpPr>
        <p:spPr>
          <a:xfrm>
            <a:off x="7891272"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0" name="Shape 28"/>
          <p:cNvSpPr/>
          <p:nvPr/>
        </p:nvSpPr>
        <p:spPr>
          <a:xfrm>
            <a:off x="411480" y="3072384"/>
            <a:ext cx="5577840" cy="333756"/>
          </a:xfrm>
          <a:prstGeom prst="rect">
            <a:avLst/>
          </a:prstGeom>
          <a:solidFill>
            <a:srgbClr val="FFFFFF"/>
          </a:solidFill>
          <a:ln w="5080">
            <a:solidFill>
              <a:srgbClr val="D3DCE5"/>
            </a:solidFill>
            <a:prstDash val="solid"/>
          </a:ln>
        </p:spPr>
      </p:sp>
      <p:sp>
        <p:nvSpPr>
          <p:cNvPr id="31" name="Text 29"/>
          <p:cNvSpPr txBox="1"/>
          <p:nvPr/>
        </p:nvSpPr>
        <p:spPr>
          <a:xfrm>
            <a:off x="502920"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2" name="Text 30"/>
          <p:cNvSpPr txBox="1"/>
          <p:nvPr/>
        </p:nvSpPr>
        <p:spPr>
          <a:xfrm>
            <a:off x="2148840"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3" name="Shape 31"/>
          <p:cNvSpPr/>
          <p:nvPr/>
        </p:nvSpPr>
        <p:spPr>
          <a:xfrm>
            <a:off x="6153912" y="3072384"/>
            <a:ext cx="5577840" cy="333756"/>
          </a:xfrm>
          <a:prstGeom prst="rect">
            <a:avLst/>
          </a:prstGeom>
          <a:solidFill>
            <a:srgbClr val="FFFFFF"/>
          </a:solidFill>
          <a:ln w="5080">
            <a:solidFill>
              <a:srgbClr val="D3DCE5"/>
            </a:solidFill>
            <a:prstDash val="solid"/>
          </a:ln>
        </p:spPr>
      </p:sp>
      <p:sp>
        <p:nvSpPr>
          <p:cNvPr id="34" name="Text 32"/>
          <p:cNvSpPr txBox="1"/>
          <p:nvPr/>
        </p:nvSpPr>
        <p:spPr>
          <a:xfrm>
            <a:off x="6245352"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5" name="Text 33"/>
          <p:cNvSpPr txBox="1"/>
          <p:nvPr/>
        </p:nvSpPr>
        <p:spPr>
          <a:xfrm>
            <a:off x="7891272"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6" name="Shape 34"/>
          <p:cNvSpPr/>
          <p:nvPr/>
        </p:nvSpPr>
        <p:spPr>
          <a:xfrm>
            <a:off x="411480" y="3433572"/>
            <a:ext cx="5577840" cy="333756"/>
          </a:xfrm>
          <a:prstGeom prst="rect">
            <a:avLst/>
          </a:prstGeom>
          <a:solidFill>
            <a:srgbClr val="F7F9FB"/>
          </a:solidFill>
          <a:ln w="5080">
            <a:solidFill>
              <a:srgbClr val="D3DCE5"/>
            </a:solidFill>
            <a:prstDash val="solid"/>
          </a:ln>
        </p:spPr>
      </p:sp>
      <p:sp>
        <p:nvSpPr>
          <p:cNvPr id="37" name="Text 35"/>
          <p:cNvSpPr txBox="1"/>
          <p:nvPr/>
        </p:nvSpPr>
        <p:spPr>
          <a:xfrm>
            <a:off x="502920"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8" name="Text 36"/>
          <p:cNvSpPr txBox="1"/>
          <p:nvPr/>
        </p:nvSpPr>
        <p:spPr>
          <a:xfrm>
            <a:off x="2148840"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39" name="Shape 37"/>
          <p:cNvSpPr/>
          <p:nvPr/>
        </p:nvSpPr>
        <p:spPr>
          <a:xfrm>
            <a:off x="6153912" y="3433572"/>
            <a:ext cx="5577840" cy="333756"/>
          </a:xfrm>
          <a:prstGeom prst="rect">
            <a:avLst/>
          </a:prstGeom>
          <a:solidFill>
            <a:srgbClr val="F7F9FB"/>
          </a:solidFill>
          <a:ln w="5080">
            <a:solidFill>
              <a:srgbClr val="D3DCE5"/>
            </a:solidFill>
            <a:prstDash val="solid"/>
          </a:ln>
        </p:spPr>
      </p:sp>
      <p:sp>
        <p:nvSpPr>
          <p:cNvPr id="40" name="Text 38"/>
          <p:cNvSpPr txBox="1"/>
          <p:nvPr/>
        </p:nvSpPr>
        <p:spPr>
          <a:xfrm>
            <a:off x="6245352"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1" name="Text 39"/>
          <p:cNvSpPr txBox="1"/>
          <p:nvPr/>
        </p:nvSpPr>
        <p:spPr>
          <a:xfrm>
            <a:off x="7891272"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2" name="Shape 40"/>
          <p:cNvSpPr/>
          <p:nvPr/>
        </p:nvSpPr>
        <p:spPr>
          <a:xfrm>
            <a:off x="411480" y="3794760"/>
            <a:ext cx="5577840" cy="333756"/>
          </a:xfrm>
          <a:prstGeom prst="rect">
            <a:avLst/>
          </a:prstGeom>
          <a:solidFill>
            <a:srgbClr val="FFFFFF"/>
          </a:solidFill>
          <a:ln w="5080">
            <a:solidFill>
              <a:srgbClr val="D3DCE5"/>
            </a:solidFill>
            <a:prstDash val="solid"/>
          </a:ln>
        </p:spPr>
      </p:sp>
      <p:sp>
        <p:nvSpPr>
          <p:cNvPr id="43" name="Text 41"/>
          <p:cNvSpPr txBox="1"/>
          <p:nvPr/>
        </p:nvSpPr>
        <p:spPr>
          <a:xfrm>
            <a:off x="502920"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4" name="Text 42"/>
          <p:cNvSpPr txBox="1"/>
          <p:nvPr/>
        </p:nvSpPr>
        <p:spPr>
          <a:xfrm>
            <a:off x="2148840"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5" name="Shape 43"/>
          <p:cNvSpPr/>
          <p:nvPr/>
        </p:nvSpPr>
        <p:spPr>
          <a:xfrm>
            <a:off x="6153912" y="3794760"/>
            <a:ext cx="5577840" cy="333756"/>
          </a:xfrm>
          <a:prstGeom prst="rect">
            <a:avLst/>
          </a:prstGeom>
          <a:solidFill>
            <a:srgbClr val="FFFFFF"/>
          </a:solidFill>
          <a:ln w="5080">
            <a:solidFill>
              <a:srgbClr val="D3DCE5"/>
            </a:solidFill>
            <a:prstDash val="solid"/>
          </a:ln>
        </p:spPr>
      </p:sp>
      <p:sp>
        <p:nvSpPr>
          <p:cNvPr id="46" name="Text 44"/>
          <p:cNvSpPr txBox="1"/>
          <p:nvPr/>
        </p:nvSpPr>
        <p:spPr>
          <a:xfrm>
            <a:off x="6245352"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7" name="Text 45"/>
          <p:cNvSpPr txBox="1"/>
          <p:nvPr/>
        </p:nvSpPr>
        <p:spPr>
          <a:xfrm>
            <a:off x="7891272"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8" name="Shape 46"/>
          <p:cNvSpPr/>
          <p:nvPr/>
        </p:nvSpPr>
        <p:spPr>
          <a:xfrm>
            <a:off x="411480" y="4155948"/>
            <a:ext cx="5577840" cy="333756"/>
          </a:xfrm>
          <a:prstGeom prst="rect">
            <a:avLst/>
          </a:prstGeom>
          <a:solidFill>
            <a:srgbClr val="F7F9FB"/>
          </a:solidFill>
          <a:ln w="5080">
            <a:solidFill>
              <a:srgbClr val="D3DCE5"/>
            </a:solidFill>
            <a:prstDash val="solid"/>
          </a:ln>
        </p:spPr>
      </p:sp>
      <p:sp>
        <p:nvSpPr>
          <p:cNvPr id="49" name="Text 47"/>
          <p:cNvSpPr txBox="1"/>
          <p:nvPr/>
        </p:nvSpPr>
        <p:spPr>
          <a:xfrm>
            <a:off x="502920"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0" name="Text 48"/>
          <p:cNvSpPr txBox="1"/>
          <p:nvPr/>
        </p:nvSpPr>
        <p:spPr>
          <a:xfrm>
            <a:off x="2148840"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1" name="Shape 49"/>
          <p:cNvSpPr/>
          <p:nvPr/>
        </p:nvSpPr>
        <p:spPr>
          <a:xfrm>
            <a:off x="6153912" y="4155948"/>
            <a:ext cx="5577840" cy="333756"/>
          </a:xfrm>
          <a:prstGeom prst="rect">
            <a:avLst/>
          </a:prstGeom>
          <a:solidFill>
            <a:srgbClr val="F7F9FB"/>
          </a:solidFill>
          <a:ln w="5080">
            <a:solidFill>
              <a:srgbClr val="D3DCE5"/>
            </a:solidFill>
            <a:prstDash val="solid"/>
          </a:ln>
        </p:spPr>
      </p:sp>
      <p:sp>
        <p:nvSpPr>
          <p:cNvPr id="52" name="Text 50"/>
          <p:cNvSpPr txBox="1"/>
          <p:nvPr/>
        </p:nvSpPr>
        <p:spPr>
          <a:xfrm>
            <a:off x="6245352"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3" name="Text 51"/>
          <p:cNvSpPr txBox="1"/>
          <p:nvPr/>
        </p:nvSpPr>
        <p:spPr>
          <a:xfrm>
            <a:off x="7891272"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4" name="Shape 52"/>
          <p:cNvSpPr/>
          <p:nvPr/>
        </p:nvSpPr>
        <p:spPr>
          <a:xfrm>
            <a:off x="411480" y="4517136"/>
            <a:ext cx="5577840" cy="333756"/>
          </a:xfrm>
          <a:prstGeom prst="rect">
            <a:avLst/>
          </a:prstGeom>
          <a:solidFill>
            <a:srgbClr val="FFFFFF"/>
          </a:solidFill>
          <a:ln w="5080">
            <a:solidFill>
              <a:srgbClr val="D3DCE5"/>
            </a:solidFill>
            <a:prstDash val="solid"/>
          </a:ln>
        </p:spPr>
      </p:sp>
      <p:sp>
        <p:nvSpPr>
          <p:cNvPr id="55" name="Text 53"/>
          <p:cNvSpPr txBox="1"/>
          <p:nvPr/>
        </p:nvSpPr>
        <p:spPr>
          <a:xfrm>
            <a:off x="502920"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6" name="Text 54"/>
          <p:cNvSpPr txBox="1"/>
          <p:nvPr/>
        </p:nvSpPr>
        <p:spPr>
          <a:xfrm>
            <a:off x="2148840"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7" name="Shape 55"/>
          <p:cNvSpPr/>
          <p:nvPr/>
        </p:nvSpPr>
        <p:spPr>
          <a:xfrm>
            <a:off x="6153912" y="4517136"/>
            <a:ext cx="5577840" cy="333756"/>
          </a:xfrm>
          <a:prstGeom prst="rect">
            <a:avLst/>
          </a:prstGeom>
          <a:solidFill>
            <a:srgbClr val="FFFFFF"/>
          </a:solidFill>
          <a:ln w="5080">
            <a:solidFill>
              <a:srgbClr val="D3DCE5"/>
            </a:solidFill>
            <a:prstDash val="solid"/>
          </a:ln>
        </p:spPr>
      </p:sp>
      <p:sp>
        <p:nvSpPr>
          <p:cNvPr id="58" name="Text 56"/>
          <p:cNvSpPr txBox="1"/>
          <p:nvPr/>
        </p:nvSpPr>
        <p:spPr>
          <a:xfrm>
            <a:off x="6245352"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59" name="Text 57"/>
          <p:cNvSpPr txBox="1"/>
          <p:nvPr/>
        </p:nvSpPr>
        <p:spPr>
          <a:xfrm>
            <a:off x="7891272"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0" name="Shape 58"/>
          <p:cNvSpPr/>
          <p:nvPr/>
        </p:nvSpPr>
        <p:spPr>
          <a:xfrm>
            <a:off x="411480" y="4878324"/>
            <a:ext cx="5577840" cy="333756"/>
          </a:xfrm>
          <a:prstGeom prst="rect">
            <a:avLst/>
          </a:prstGeom>
          <a:solidFill>
            <a:srgbClr val="F7F9FB"/>
          </a:solidFill>
          <a:ln w="5080">
            <a:solidFill>
              <a:srgbClr val="D3DCE5"/>
            </a:solidFill>
            <a:prstDash val="solid"/>
          </a:ln>
        </p:spPr>
      </p:sp>
      <p:sp>
        <p:nvSpPr>
          <p:cNvPr id="61" name="Text 59"/>
          <p:cNvSpPr txBox="1"/>
          <p:nvPr/>
        </p:nvSpPr>
        <p:spPr>
          <a:xfrm>
            <a:off x="502920"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2" name="Text 60"/>
          <p:cNvSpPr txBox="1"/>
          <p:nvPr/>
        </p:nvSpPr>
        <p:spPr>
          <a:xfrm>
            <a:off x="2148840"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3" name="Shape 61"/>
          <p:cNvSpPr/>
          <p:nvPr/>
        </p:nvSpPr>
        <p:spPr>
          <a:xfrm>
            <a:off x="6153912" y="4878324"/>
            <a:ext cx="5577840" cy="333756"/>
          </a:xfrm>
          <a:prstGeom prst="rect">
            <a:avLst/>
          </a:prstGeom>
          <a:solidFill>
            <a:srgbClr val="F7F9FB"/>
          </a:solidFill>
          <a:ln w="5080">
            <a:solidFill>
              <a:srgbClr val="D3DCE5"/>
            </a:solidFill>
            <a:prstDash val="solid"/>
          </a:ln>
        </p:spPr>
      </p:sp>
      <p:sp>
        <p:nvSpPr>
          <p:cNvPr id="64" name="Text 62"/>
          <p:cNvSpPr txBox="1"/>
          <p:nvPr/>
        </p:nvSpPr>
        <p:spPr>
          <a:xfrm>
            <a:off x="6245352"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5" name="Text 63"/>
          <p:cNvSpPr txBox="1"/>
          <p:nvPr/>
        </p:nvSpPr>
        <p:spPr>
          <a:xfrm>
            <a:off x="7891272"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6" name="Shape 64"/>
          <p:cNvSpPr/>
          <p:nvPr/>
        </p:nvSpPr>
        <p:spPr>
          <a:xfrm>
            <a:off x="411480" y="5239512"/>
            <a:ext cx="5577840" cy="333756"/>
          </a:xfrm>
          <a:prstGeom prst="rect">
            <a:avLst/>
          </a:prstGeom>
          <a:solidFill>
            <a:srgbClr val="FFFFFF"/>
          </a:solidFill>
          <a:ln w="5080">
            <a:solidFill>
              <a:srgbClr val="D3DCE5"/>
            </a:solidFill>
            <a:prstDash val="solid"/>
          </a:ln>
        </p:spPr>
      </p:sp>
      <p:sp>
        <p:nvSpPr>
          <p:cNvPr id="67" name="Text 65"/>
          <p:cNvSpPr txBox="1"/>
          <p:nvPr/>
        </p:nvSpPr>
        <p:spPr>
          <a:xfrm>
            <a:off x="502920"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8" name="Text 66"/>
          <p:cNvSpPr txBox="1"/>
          <p:nvPr/>
        </p:nvSpPr>
        <p:spPr>
          <a:xfrm>
            <a:off x="2148840"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69" name="Shape 67"/>
          <p:cNvSpPr/>
          <p:nvPr/>
        </p:nvSpPr>
        <p:spPr>
          <a:xfrm>
            <a:off x="6153912" y="5239512"/>
            <a:ext cx="5577840" cy="333756"/>
          </a:xfrm>
          <a:prstGeom prst="rect">
            <a:avLst/>
          </a:prstGeom>
          <a:solidFill>
            <a:srgbClr val="FFFFFF"/>
          </a:solidFill>
          <a:ln w="5080">
            <a:solidFill>
              <a:srgbClr val="D3DCE5"/>
            </a:solidFill>
            <a:prstDash val="solid"/>
          </a:ln>
        </p:spPr>
      </p:sp>
      <p:sp>
        <p:nvSpPr>
          <p:cNvPr id="70" name="Text 68"/>
          <p:cNvSpPr txBox="1"/>
          <p:nvPr/>
        </p:nvSpPr>
        <p:spPr>
          <a:xfrm>
            <a:off x="6245352"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1" name="Text 69"/>
          <p:cNvSpPr txBox="1"/>
          <p:nvPr/>
        </p:nvSpPr>
        <p:spPr>
          <a:xfrm>
            <a:off x="7891272"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2" name="Shape 70"/>
          <p:cNvSpPr/>
          <p:nvPr/>
        </p:nvSpPr>
        <p:spPr>
          <a:xfrm>
            <a:off x="411480" y="5600700"/>
            <a:ext cx="5577840" cy="333756"/>
          </a:xfrm>
          <a:prstGeom prst="rect">
            <a:avLst/>
          </a:prstGeom>
          <a:solidFill>
            <a:srgbClr val="F7F9FB"/>
          </a:solidFill>
          <a:ln w="5080">
            <a:solidFill>
              <a:srgbClr val="D3DCE5"/>
            </a:solidFill>
            <a:prstDash val="solid"/>
          </a:ln>
        </p:spPr>
      </p:sp>
      <p:sp>
        <p:nvSpPr>
          <p:cNvPr id="73" name="Text 71"/>
          <p:cNvSpPr txBox="1"/>
          <p:nvPr/>
        </p:nvSpPr>
        <p:spPr>
          <a:xfrm>
            <a:off x="502920"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4" name="Text 72"/>
          <p:cNvSpPr txBox="1"/>
          <p:nvPr/>
        </p:nvSpPr>
        <p:spPr>
          <a:xfrm>
            <a:off x="2148840"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5" name="Shape 73"/>
          <p:cNvSpPr/>
          <p:nvPr/>
        </p:nvSpPr>
        <p:spPr>
          <a:xfrm>
            <a:off x="6153912" y="5600700"/>
            <a:ext cx="5577840" cy="333756"/>
          </a:xfrm>
          <a:prstGeom prst="rect">
            <a:avLst/>
          </a:prstGeom>
          <a:solidFill>
            <a:srgbClr val="F7F9FB"/>
          </a:solidFill>
          <a:ln w="5080">
            <a:solidFill>
              <a:srgbClr val="D3DCE5"/>
            </a:solidFill>
            <a:prstDash val="solid"/>
          </a:ln>
        </p:spPr>
      </p:sp>
      <p:sp>
        <p:nvSpPr>
          <p:cNvPr id="76" name="Text 74"/>
          <p:cNvSpPr txBox="1"/>
          <p:nvPr/>
        </p:nvSpPr>
        <p:spPr>
          <a:xfrm>
            <a:off x="6245352"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7" name="Text 75"/>
          <p:cNvSpPr txBox="1"/>
          <p:nvPr/>
        </p:nvSpPr>
        <p:spPr>
          <a:xfrm>
            <a:off x="7891272"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8" name="Text 7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50" dirty="0"/>
          </a:p>
        </p:txBody>
      </p:sp>
      <p:sp>
        <p:nvSpPr>
          <p:cNvPr id="79" name="Text 7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F6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Bibliography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Grouped by what each source supports. Every figure in this submission traces to one of these or to the workbook's source register.</a:t>
            </a:r>
            <a:endParaRPr lang="en-US" sz="1200" dirty="0"/>
          </a:p>
        </p:txBody>
      </p:sp>
      <p:sp>
        <p:nvSpPr>
          <p:cNvPr id="6" name="Shape 4"/>
          <p:cNvSpPr/>
          <p:nvPr/>
        </p:nvSpPr>
        <p:spPr>
          <a:xfrm>
            <a:off x="411480" y="1627632"/>
            <a:ext cx="3639312" cy="2176272"/>
          </a:xfrm>
          <a:prstGeom prst="rect">
            <a:avLst/>
          </a:prstGeom>
          <a:solidFill>
            <a:srgbClr val="F7F9FB"/>
          </a:solidFill>
          <a:ln w="9525">
            <a:solidFill>
              <a:srgbClr val="D3DCE5"/>
            </a:solidFill>
            <a:prstDash val="solid"/>
          </a:ln>
        </p:spPr>
      </p:sp>
      <p:sp>
        <p:nvSpPr>
          <p:cNvPr id="7" name="Text 5"/>
          <p:cNvSpPr txBox="1"/>
          <p:nvPr/>
        </p:nvSpPr>
        <p:spPr>
          <a:xfrm>
            <a:off x="576072" y="1755648"/>
            <a:ext cx="3328416"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8" name="Text 6"/>
          <p:cNvSpPr txBox="1"/>
          <p:nvPr/>
        </p:nvSpPr>
        <p:spPr>
          <a:xfrm>
            <a:off x="594360"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730" dirty="0"/>
          </a:p>
        </p:txBody>
      </p:sp>
      <p:sp>
        <p:nvSpPr>
          <p:cNvPr id="9" name="Shape 7"/>
          <p:cNvSpPr/>
          <p:nvPr/>
        </p:nvSpPr>
        <p:spPr>
          <a:xfrm>
            <a:off x="4215384" y="1627632"/>
            <a:ext cx="3639312" cy="2176272"/>
          </a:xfrm>
          <a:prstGeom prst="rect">
            <a:avLst/>
          </a:prstGeom>
          <a:solidFill>
            <a:srgbClr val="F7F9FB"/>
          </a:solidFill>
          <a:ln w="9525">
            <a:solidFill>
              <a:srgbClr val="D3DCE5"/>
            </a:solidFill>
            <a:prstDash val="solid"/>
          </a:ln>
        </p:spPr>
      </p:sp>
      <p:sp>
        <p:nvSpPr>
          <p:cNvPr id="10" name="Text 8"/>
          <p:cNvSpPr txBox="1"/>
          <p:nvPr/>
        </p:nvSpPr>
        <p:spPr>
          <a:xfrm>
            <a:off x="4379976" y="1755648"/>
            <a:ext cx="3328416" cy="36576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1" name="Text 9"/>
          <p:cNvSpPr txBox="1"/>
          <p:nvPr/>
        </p:nvSpPr>
        <p:spPr>
          <a:xfrm>
            <a:off x="4398264"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CRU Group cost-curve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Trading Economics and SMM lithium price series</a:t>
            </a:r>
            <a:endParaRPr lang="en-US" sz="730" dirty="0"/>
          </a:p>
        </p:txBody>
      </p:sp>
      <p:sp>
        <p:nvSpPr>
          <p:cNvPr id="12" name="Shape 10"/>
          <p:cNvSpPr/>
          <p:nvPr/>
        </p:nvSpPr>
        <p:spPr>
          <a:xfrm>
            <a:off x="8019288" y="1627632"/>
            <a:ext cx="3639312" cy="2176272"/>
          </a:xfrm>
          <a:prstGeom prst="rect">
            <a:avLst/>
          </a:prstGeom>
          <a:solidFill>
            <a:srgbClr val="F7F9FB"/>
          </a:solidFill>
          <a:ln w="9525">
            <a:solidFill>
              <a:srgbClr val="D3DCE5"/>
            </a:solidFill>
            <a:prstDash val="solid"/>
          </a:ln>
        </p:spPr>
      </p:sp>
      <p:sp>
        <p:nvSpPr>
          <p:cNvPr id="13" name="Text 11"/>
          <p:cNvSpPr txBox="1"/>
          <p:nvPr/>
        </p:nvSpPr>
        <p:spPr>
          <a:xfrm>
            <a:off x="8183880" y="1755648"/>
            <a:ext cx="3328416"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4" name="Text 12"/>
          <p:cNvSpPr txBox="1"/>
          <p:nvPr/>
        </p:nvSpPr>
        <p:spPr>
          <a:xfrm>
            <a:off x="8202168"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Critical Minerals Production Tax Incentive</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730" dirty="0"/>
          </a:p>
        </p:txBody>
      </p:sp>
      <p:sp>
        <p:nvSpPr>
          <p:cNvPr id="15" name="Shape 13"/>
          <p:cNvSpPr/>
          <p:nvPr/>
        </p:nvSpPr>
        <p:spPr>
          <a:xfrm>
            <a:off x="411480" y="3931920"/>
            <a:ext cx="3639312" cy="2176272"/>
          </a:xfrm>
          <a:prstGeom prst="rect">
            <a:avLst/>
          </a:prstGeom>
          <a:solidFill>
            <a:srgbClr val="F7F9FB"/>
          </a:solidFill>
          <a:ln w="9525">
            <a:solidFill>
              <a:srgbClr val="D3DCE5"/>
            </a:solidFill>
            <a:prstDash val="solid"/>
          </a:ln>
        </p:spPr>
      </p:sp>
      <p:sp>
        <p:nvSpPr>
          <p:cNvPr id="16" name="Text 14"/>
          <p:cNvSpPr txBox="1"/>
          <p:nvPr/>
        </p:nvSpPr>
        <p:spPr>
          <a:xfrm>
            <a:off x="576072" y="4059936"/>
            <a:ext cx="3328416"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17" name="Text 15"/>
          <p:cNvSpPr txBox="1"/>
          <p:nvPr/>
        </p:nvSpPr>
        <p:spPr>
          <a:xfrm>
            <a:off x="594360"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ARENA, 'ARENA backs low emissions lithium refining in WA'</a:t>
            </a:r>
            <a:endParaRPr lang="en-US" sz="730" dirty="0"/>
          </a:p>
        </p:txBody>
      </p:sp>
      <p:sp>
        <p:nvSpPr>
          <p:cNvPr id="18" name="Shape 16"/>
          <p:cNvSpPr/>
          <p:nvPr/>
        </p:nvSpPr>
        <p:spPr>
          <a:xfrm>
            <a:off x="4215384" y="3931920"/>
            <a:ext cx="3639312" cy="2176272"/>
          </a:xfrm>
          <a:prstGeom prst="rect">
            <a:avLst/>
          </a:prstGeom>
          <a:solidFill>
            <a:srgbClr val="F7F9FB"/>
          </a:solidFill>
          <a:ln w="9525">
            <a:solidFill>
              <a:srgbClr val="D3DCE5"/>
            </a:solidFill>
            <a:prstDash val="solid"/>
          </a:ln>
        </p:spPr>
      </p:sp>
      <p:sp>
        <p:nvSpPr>
          <p:cNvPr id="19" name="Text 17"/>
          <p:cNvSpPr txBox="1"/>
          <p:nvPr/>
        </p:nvSpPr>
        <p:spPr>
          <a:xfrm>
            <a:off x="4379976" y="4059936"/>
            <a:ext cx="3328416" cy="36576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20" name="Text 18"/>
          <p:cNvSpPr txBox="1"/>
          <p:nvPr/>
        </p:nvSpPr>
        <p:spPr>
          <a:xfrm>
            <a:off x="4398264"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Yip, G., 'Barriers to Entry', 1982</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SASB Metals and Mining sustainability accounting standard</a:t>
            </a:r>
            <a:endParaRPr lang="en-US" sz="730" dirty="0"/>
          </a:p>
        </p:txBody>
      </p:sp>
      <p:sp>
        <p:nvSpPr>
          <p:cNvPr id="21" name="Shape 19"/>
          <p:cNvSpPr/>
          <p:nvPr/>
        </p:nvSpPr>
        <p:spPr>
          <a:xfrm>
            <a:off x="8019288" y="3931920"/>
            <a:ext cx="3639312" cy="2176272"/>
          </a:xfrm>
          <a:prstGeom prst="rect">
            <a:avLst/>
          </a:prstGeom>
          <a:solidFill>
            <a:srgbClr val="F7F9FB"/>
          </a:solidFill>
          <a:ln w="9525">
            <a:solidFill>
              <a:srgbClr val="D3DCE5"/>
            </a:solidFill>
            <a:prstDash val="solid"/>
          </a:ln>
        </p:spPr>
      </p:sp>
      <p:sp>
        <p:nvSpPr>
          <p:cNvPr id="22" name="Text 20"/>
          <p:cNvSpPr txBox="1"/>
          <p:nvPr/>
        </p:nvSpPr>
        <p:spPr>
          <a:xfrm>
            <a:off x="8183880" y="4059936"/>
            <a:ext cx="3328416" cy="36576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23" name="Text 21"/>
          <p:cNvSpPr txBox="1"/>
          <p:nvPr/>
        </p:nvSpPr>
        <p:spPr>
          <a:xfrm>
            <a:off x="8202168"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ASIC short position reports via shortman.com.au</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Announcements for the lithium transactions listed at E13</a:t>
            </a:r>
            <a:endParaRPr lang="en-US" sz="73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F7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Disclaimer and team</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Prepared as a university case-competition submission using publicly available information.</a:t>
            </a:r>
            <a:endParaRPr lang="en-US" sz="1200" dirty="0"/>
          </a:p>
        </p:txBody>
      </p:sp>
      <p:sp>
        <p:nvSpPr>
          <p:cNvPr id="6" name="Shape 4"/>
          <p:cNvSpPr/>
          <p:nvPr/>
        </p:nvSpPr>
        <p:spPr>
          <a:xfrm>
            <a:off x="411480" y="1517904"/>
            <a:ext cx="5577840" cy="2377440"/>
          </a:xfrm>
          <a:prstGeom prst="rect">
            <a:avLst/>
          </a:prstGeom>
          <a:solidFill>
            <a:srgbClr val="F7F9FB"/>
          </a:solidFill>
          <a:ln w="9525">
            <a:solidFill>
              <a:srgbClr val="D3DCE5"/>
            </a:solidFill>
            <a:prstDash val="solid"/>
          </a:ln>
        </p:spPr>
      </p:sp>
      <p:sp>
        <p:nvSpPr>
          <p:cNvPr id="7" name="Text 5"/>
          <p:cNvSpPr txBox="1"/>
          <p:nvPr/>
        </p:nvSpPr>
        <p:spPr>
          <a:xfrm>
            <a:off x="576072" y="164592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8" name="Text 6"/>
          <p:cNvSpPr txBox="1"/>
          <p:nvPr/>
        </p:nvSpPr>
        <p:spPr>
          <a:xfrm>
            <a:off x="576072"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9" name="Shape 7"/>
          <p:cNvSpPr/>
          <p:nvPr/>
        </p:nvSpPr>
        <p:spPr>
          <a:xfrm>
            <a:off x="6208776" y="1517904"/>
            <a:ext cx="5577840" cy="2377440"/>
          </a:xfrm>
          <a:prstGeom prst="rect">
            <a:avLst/>
          </a:prstGeom>
          <a:solidFill>
            <a:srgbClr val="FBEBD9"/>
          </a:solidFill>
          <a:ln w="9525">
            <a:solidFill>
              <a:srgbClr val="E8C9A3"/>
            </a:solidFill>
            <a:prstDash val="solid"/>
          </a:ln>
        </p:spPr>
      </p:sp>
      <p:sp>
        <p:nvSpPr>
          <p:cNvPr id="10" name="Text 8"/>
          <p:cNvSpPr txBox="1"/>
          <p:nvPr/>
        </p:nvSpPr>
        <p:spPr>
          <a:xfrm>
            <a:off x="6373368" y="164592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1" name="Text 9"/>
          <p:cNvSpPr txBox="1"/>
          <p:nvPr/>
        </p:nvSpPr>
        <p:spPr>
          <a:xfrm>
            <a:off x="6373368"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2" name="Shape 10"/>
          <p:cNvSpPr/>
          <p:nvPr/>
        </p:nvSpPr>
        <p:spPr>
          <a:xfrm>
            <a:off x="411480" y="4059936"/>
            <a:ext cx="11375136" cy="1280160"/>
          </a:xfrm>
          <a:prstGeom prst="rect">
            <a:avLst/>
          </a:prstGeom>
          <a:solidFill>
            <a:srgbClr val="D6EBE7"/>
          </a:solidFill>
          <a:ln w="9525">
            <a:solidFill>
              <a:srgbClr val="AFD3CC"/>
            </a:solidFill>
            <a:prstDash val="solid"/>
          </a:ln>
        </p:spPr>
      </p:sp>
      <p:sp>
        <p:nvSpPr>
          <p:cNvPr id="13" name="Text 11"/>
          <p:cNvSpPr txBox="1"/>
          <p:nvPr/>
        </p:nvSpPr>
        <p:spPr>
          <a:xfrm>
            <a:off x="576072" y="418795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4" name="Text 12"/>
          <p:cNvSpPr txBox="1"/>
          <p:nvPr/>
        </p:nvSpPr>
        <p:spPr>
          <a:xfrm>
            <a:off x="576072" y="4517136"/>
            <a:ext cx="11045952" cy="73152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5" name="Text 1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2026-09-06T21:08:03Z</dcterms:created>
  <dcterms:modified xsi:type="dcterms:W3CDTF">2026-09-06T21:08:03Z</dcterms:modified>
</cp:coreProperties>
</file>